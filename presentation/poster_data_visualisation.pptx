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7" r:id="rId1"/>
  </p:sldMasterIdLst>
  <p:notesMasterIdLst>
    <p:notesMasterId r:id="rId3"/>
  </p:notesMasterIdLst>
  <p:sldIdLst>
    <p:sldId id="312" r:id="rId2"/>
  </p:sldIdLst>
  <p:sldSz cx="9144000" cy="5143500" type="screen16x9"/>
  <p:notesSz cx="6858000" cy="9144000"/>
  <p:embeddedFontLst>
    <p:embeddedFont>
      <p:font typeface="Anaheim" panose="020B0604020202020204" charset="0"/>
      <p:regular r:id="rId4"/>
      <p:bold r:id="rId5"/>
    </p:embeddedFont>
    <p:embeddedFont>
      <p:font typeface="Cambria Math" panose="02040503050406030204" pitchFamily="18" charset="0"/>
      <p:regular r:id="rId6"/>
    </p:embeddedFont>
    <p:embeddedFont>
      <p:font typeface="Oranienbaum" panose="02000506080000020003" pitchFamily="2" charset="0"/>
      <p:regular r:id="rId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9AA0A6"/>
          </p15:clr>
        </p15:guide>
        <p15:guide id="2" pos="288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82E89C0-04BC-4102-A76D-A2C8BBAC4593}">
  <a:tblStyle styleId="{782E89C0-04BC-4102-A76D-A2C8BBAC459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25" d="100"/>
          <a:sy n="125" d="100"/>
        </p:scale>
        <p:origin x="45" y="-369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tableStyles" Target="tableStyles.xml"/><Relationship Id="rId5" Type="http://schemas.openxmlformats.org/officeDocument/2006/relationships/font" Target="fonts/font2.fntdata"/><Relationship Id="rId10" Type="http://schemas.openxmlformats.org/officeDocument/2006/relationships/theme" Target="theme/theme1.xml"/><Relationship Id="rId4" Type="http://schemas.openxmlformats.org/officeDocument/2006/relationships/font" Target="fonts/font1.fntdata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ONE_COLUMN_TEXT_1_2"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7" name="Google Shape;207;p19"/>
          <p:cNvGrpSpPr/>
          <p:nvPr/>
        </p:nvGrpSpPr>
        <p:grpSpPr>
          <a:xfrm>
            <a:off x="116074" y="58479"/>
            <a:ext cx="8921627" cy="5033415"/>
            <a:chOff x="116074" y="58479"/>
            <a:chExt cx="8921627" cy="5033415"/>
          </a:xfrm>
        </p:grpSpPr>
        <p:sp>
          <p:nvSpPr>
            <p:cNvPr id="208" name="Google Shape;208;p19"/>
            <p:cNvSpPr/>
            <p:nvPr/>
          </p:nvSpPr>
          <p:spPr>
            <a:xfrm>
              <a:off x="333900" y="268500"/>
              <a:ext cx="8476200" cy="46065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19"/>
            <p:cNvSpPr/>
            <p:nvPr/>
          </p:nvSpPr>
          <p:spPr>
            <a:xfrm rot="5400000">
              <a:off x="348124" y="-49179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19"/>
            <p:cNvSpPr/>
            <p:nvPr/>
          </p:nvSpPr>
          <p:spPr>
            <a:xfrm rot="10800000">
              <a:off x="8600399" y="155771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19"/>
            <p:cNvSpPr/>
            <p:nvPr/>
          </p:nvSpPr>
          <p:spPr>
            <a:xfrm rot="-5400000" flipH="1">
              <a:off x="8376924" y="4546933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19"/>
            <p:cNvSpPr/>
            <p:nvPr/>
          </p:nvSpPr>
          <p:spPr>
            <a:xfrm>
              <a:off x="116074" y="4317271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3" name="Google Shape;213;p1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14" name="Google Shape;214;p19"/>
          <p:cNvSpPr txBox="1">
            <a:spLocks noGrp="1"/>
          </p:cNvSpPr>
          <p:nvPr>
            <p:ph type="subTitle" idx="1"/>
          </p:nvPr>
        </p:nvSpPr>
        <p:spPr>
          <a:xfrm>
            <a:off x="719988" y="3671225"/>
            <a:ext cx="2370000" cy="6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15" name="Google Shape;215;p19"/>
          <p:cNvSpPr txBox="1">
            <a:spLocks noGrp="1"/>
          </p:cNvSpPr>
          <p:nvPr>
            <p:ph type="subTitle" idx="2"/>
          </p:nvPr>
        </p:nvSpPr>
        <p:spPr>
          <a:xfrm>
            <a:off x="719988" y="3203325"/>
            <a:ext cx="2370000" cy="534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2800" b="1">
                <a:latin typeface="Oranienbaum"/>
                <a:ea typeface="Oranienbaum"/>
                <a:cs typeface="Oranienbaum"/>
                <a:sym typeface="Oranienba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9pPr>
          </a:lstStyle>
          <a:p>
            <a:endParaRPr/>
          </a:p>
        </p:txBody>
      </p:sp>
      <p:sp>
        <p:nvSpPr>
          <p:cNvPr id="216" name="Google Shape;216;p19"/>
          <p:cNvSpPr txBox="1">
            <a:spLocks noGrp="1"/>
          </p:cNvSpPr>
          <p:nvPr>
            <p:ph type="subTitle" idx="3"/>
          </p:nvPr>
        </p:nvSpPr>
        <p:spPr>
          <a:xfrm>
            <a:off x="3389427" y="3671225"/>
            <a:ext cx="2370000" cy="6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17" name="Google Shape;217;p19"/>
          <p:cNvSpPr txBox="1">
            <a:spLocks noGrp="1"/>
          </p:cNvSpPr>
          <p:nvPr>
            <p:ph type="subTitle" idx="4"/>
          </p:nvPr>
        </p:nvSpPr>
        <p:spPr>
          <a:xfrm>
            <a:off x="3389427" y="3203325"/>
            <a:ext cx="2370000" cy="534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2800" b="1">
                <a:latin typeface="Oranienbaum"/>
                <a:ea typeface="Oranienbaum"/>
                <a:cs typeface="Oranienbaum"/>
                <a:sym typeface="Oranienba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9pPr>
          </a:lstStyle>
          <a:p>
            <a:endParaRPr/>
          </a:p>
        </p:txBody>
      </p:sp>
      <p:sp>
        <p:nvSpPr>
          <p:cNvPr id="218" name="Google Shape;218;p19"/>
          <p:cNvSpPr txBox="1">
            <a:spLocks noGrp="1"/>
          </p:cNvSpPr>
          <p:nvPr>
            <p:ph type="subTitle" idx="5"/>
          </p:nvPr>
        </p:nvSpPr>
        <p:spPr>
          <a:xfrm>
            <a:off x="6053969" y="3671225"/>
            <a:ext cx="2370000" cy="6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19" name="Google Shape;219;p19"/>
          <p:cNvSpPr txBox="1">
            <a:spLocks noGrp="1"/>
          </p:cNvSpPr>
          <p:nvPr>
            <p:ph type="subTitle" idx="6"/>
          </p:nvPr>
        </p:nvSpPr>
        <p:spPr>
          <a:xfrm>
            <a:off x="6053969" y="3203325"/>
            <a:ext cx="2370000" cy="534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2800" b="1">
                <a:latin typeface="Oranienbaum"/>
                <a:ea typeface="Oranienbaum"/>
                <a:cs typeface="Oranienbaum"/>
                <a:sym typeface="Oranienba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9pPr>
          </a:lstStyle>
          <a:p>
            <a:endParaRPr/>
          </a:p>
        </p:txBody>
      </p:sp>
      <p:sp>
        <p:nvSpPr>
          <p:cNvPr id="220" name="Google Shape;220;p19"/>
          <p:cNvSpPr txBox="1">
            <a:spLocks noGrp="1"/>
          </p:cNvSpPr>
          <p:nvPr>
            <p:ph type="title" idx="7" hasCustomPrompt="1"/>
          </p:nvPr>
        </p:nvSpPr>
        <p:spPr>
          <a:xfrm>
            <a:off x="719988" y="1707275"/>
            <a:ext cx="2370000" cy="1045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21" name="Google Shape;221;p19"/>
          <p:cNvSpPr txBox="1">
            <a:spLocks noGrp="1"/>
          </p:cNvSpPr>
          <p:nvPr>
            <p:ph type="title" idx="8" hasCustomPrompt="1"/>
          </p:nvPr>
        </p:nvSpPr>
        <p:spPr>
          <a:xfrm>
            <a:off x="3389427" y="1707275"/>
            <a:ext cx="2370000" cy="1045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22" name="Google Shape;222;p19"/>
          <p:cNvSpPr txBox="1">
            <a:spLocks noGrp="1"/>
          </p:cNvSpPr>
          <p:nvPr>
            <p:ph type="title" idx="9" hasCustomPrompt="1"/>
          </p:nvPr>
        </p:nvSpPr>
        <p:spPr>
          <a:xfrm>
            <a:off x="6053969" y="1707275"/>
            <a:ext cx="2370000" cy="1045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"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8"/>
          <p:cNvSpPr/>
          <p:nvPr/>
        </p:nvSpPr>
        <p:spPr>
          <a:xfrm>
            <a:off x="333900" y="268500"/>
            <a:ext cx="8476200" cy="46065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" name="Google Shape;299;p28"/>
          <p:cNvSpPr/>
          <p:nvPr/>
        </p:nvSpPr>
        <p:spPr>
          <a:xfrm rot="5400000">
            <a:off x="491572" y="4393720"/>
            <a:ext cx="456865" cy="959034"/>
          </a:xfrm>
          <a:custGeom>
            <a:avLst/>
            <a:gdLst/>
            <a:ahLst/>
            <a:cxnLst/>
            <a:rect l="l" t="t" r="r" b="b"/>
            <a:pathLst>
              <a:path w="11093" h="23286" extrusionOk="0">
                <a:moveTo>
                  <a:pt x="5486" y="0"/>
                </a:moveTo>
                <a:cubicBezTo>
                  <a:pt x="5147" y="14"/>
                  <a:pt x="4876" y="285"/>
                  <a:pt x="4890" y="623"/>
                </a:cubicBezTo>
                <a:cubicBezTo>
                  <a:pt x="4890" y="867"/>
                  <a:pt x="5038" y="1071"/>
                  <a:pt x="5242" y="1165"/>
                </a:cubicBezTo>
                <a:cubicBezTo>
                  <a:pt x="4632" y="1694"/>
                  <a:pt x="2899" y="3359"/>
                  <a:pt x="2534" y="4388"/>
                </a:cubicBezTo>
                <a:cubicBezTo>
                  <a:pt x="1924" y="6136"/>
                  <a:pt x="2940" y="7273"/>
                  <a:pt x="3211" y="7869"/>
                </a:cubicBezTo>
                <a:cubicBezTo>
                  <a:pt x="3238" y="7936"/>
                  <a:pt x="3278" y="8018"/>
                  <a:pt x="3319" y="8113"/>
                </a:cubicBezTo>
                <a:cubicBezTo>
                  <a:pt x="3332" y="8140"/>
                  <a:pt x="3346" y="8153"/>
                  <a:pt x="3346" y="8153"/>
                </a:cubicBezTo>
                <a:cubicBezTo>
                  <a:pt x="3346" y="8153"/>
                  <a:pt x="2940" y="8586"/>
                  <a:pt x="3400" y="8790"/>
                </a:cubicBezTo>
                <a:cubicBezTo>
                  <a:pt x="3400" y="8938"/>
                  <a:pt x="3413" y="9182"/>
                  <a:pt x="3413" y="9182"/>
                </a:cubicBezTo>
                <a:cubicBezTo>
                  <a:pt x="3413" y="9182"/>
                  <a:pt x="2655" y="9480"/>
                  <a:pt x="2940" y="10171"/>
                </a:cubicBezTo>
                <a:cubicBezTo>
                  <a:pt x="1613" y="10347"/>
                  <a:pt x="1748" y="11349"/>
                  <a:pt x="3522" y="11376"/>
                </a:cubicBezTo>
                <a:cubicBezTo>
                  <a:pt x="3807" y="13584"/>
                  <a:pt x="3847" y="16022"/>
                  <a:pt x="2777" y="17795"/>
                </a:cubicBezTo>
                <a:cubicBezTo>
                  <a:pt x="2735" y="17782"/>
                  <a:pt x="2699" y="17776"/>
                  <a:pt x="2668" y="17776"/>
                </a:cubicBezTo>
                <a:cubicBezTo>
                  <a:pt x="2475" y="17776"/>
                  <a:pt x="2458" y="18002"/>
                  <a:pt x="2411" y="18189"/>
                </a:cubicBezTo>
                <a:cubicBezTo>
                  <a:pt x="2371" y="18405"/>
                  <a:pt x="1896" y="18960"/>
                  <a:pt x="1098" y="19462"/>
                </a:cubicBezTo>
                <a:cubicBezTo>
                  <a:pt x="298" y="19962"/>
                  <a:pt x="231" y="20356"/>
                  <a:pt x="488" y="20802"/>
                </a:cubicBezTo>
                <a:cubicBezTo>
                  <a:pt x="732" y="21262"/>
                  <a:pt x="1030" y="21412"/>
                  <a:pt x="1030" y="21412"/>
                </a:cubicBezTo>
                <a:lnTo>
                  <a:pt x="1030" y="21560"/>
                </a:lnTo>
                <a:cubicBezTo>
                  <a:pt x="1030" y="21560"/>
                  <a:pt x="0" y="21981"/>
                  <a:pt x="0" y="22468"/>
                </a:cubicBezTo>
                <a:cubicBezTo>
                  <a:pt x="14" y="22925"/>
                  <a:pt x="1153" y="23286"/>
                  <a:pt x="4764" y="23286"/>
                </a:cubicBezTo>
                <a:cubicBezTo>
                  <a:pt x="5011" y="23286"/>
                  <a:pt x="5269" y="23284"/>
                  <a:pt x="5540" y="23281"/>
                </a:cubicBezTo>
                <a:cubicBezTo>
                  <a:pt x="5811" y="23284"/>
                  <a:pt x="6071" y="23286"/>
                  <a:pt x="6319" y="23286"/>
                </a:cubicBezTo>
                <a:cubicBezTo>
                  <a:pt x="9940" y="23286"/>
                  <a:pt x="11079" y="22925"/>
                  <a:pt x="11093" y="22468"/>
                </a:cubicBezTo>
                <a:cubicBezTo>
                  <a:pt x="11093" y="21981"/>
                  <a:pt x="10049" y="21560"/>
                  <a:pt x="10049" y="21560"/>
                </a:cubicBezTo>
                <a:cubicBezTo>
                  <a:pt x="10049" y="21560"/>
                  <a:pt x="10049" y="21439"/>
                  <a:pt x="10063" y="21412"/>
                </a:cubicBezTo>
                <a:cubicBezTo>
                  <a:pt x="10063" y="21412"/>
                  <a:pt x="10347" y="21262"/>
                  <a:pt x="10605" y="20802"/>
                </a:cubicBezTo>
                <a:cubicBezTo>
                  <a:pt x="10849" y="20356"/>
                  <a:pt x="10795" y="19962"/>
                  <a:pt x="9995" y="19462"/>
                </a:cubicBezTo>
                <a:cubicBezTo>
                  <a:pt x="9197" y="18960"/>
                  <a:pt x="8722" y="18405"/>
                  <a:pt x="8668" y="18189"/>
                </a:cubicBezTo>
                <a:cubicBezTo>
                  <a:pt x="8633" y="18002"/>
                  <a:pt x="8618" y="17776"/>
                  <a:pt x="8425" y="17776"/>
                </a:cubicBezTo>
                <a:cubicBezTo>
                  <a:pt x="8394" y="17776"/>
                  <a:pt x="8358" y="17782"/>
                  <a:pt x="8316" y="17795"/>
                </a:cubicBezTo>
                <a:cubicBezTo>
                  <a:pt x="7246" y="16022"/>
                  <a:pt x="7286" y="13584"/>
                  <a:pt x="7571" y="11376"/>
                </a:cubicBezTo>
                <a:cubicBezTo>
                  <a:pt x="9332" y="11349"/>
                  <a:pt x="9480" y="10347"/>
                  <a:pt x="8153" y="10171"/>
                </a:cubicBezTo>
                <a:cubicBezTo>
                  <a:pt x="8438" y="9480"/>
                  <a:pt x="7680" y="9182"/>
                  <a:pt x="7680" y="9182"/>
                </a:cubicBezTo>
                <a:cubicBezTo>
                  <a:pt x="7680" y="9182"/>
                  <a:pt x="7680" y="8938"/>
                  <a:pt x="7693" y="8790"/>
                </a:cubicBezTo>
                <a:cubicBezTo>
                  <a:pt x="8153" y="8586"/>
                  <a:pt x="7747" y="8153"/>
                  <a:pt x="7747" y="8153"/>
                </a:cubicBezTo>
                <a:cubicBezTo>
                  <a:pt x="7747" y="8153"/>
                  <a:pt x="7761" y="8140"/>
                  <a:pt x="7774" y="8113"/>
                </a:cubicBezTo>
                <a:cubicBezTo>
                  <a:pt x="7815" y="8018"/>
                  <a:pt x="7855" y="7936"/>
                  <a:pt x="7882" y="7869"/>
                </a:cubicBezTo>
                <a:cubicBezTo>
                  <a:pt x="8153" y="7273"/>
                  <a:pt x="9169" y="6136"/>
                  <a:pt x="8546" y="4388"/>
                </a:cubicBezTo>
                <a:cubicBezTo>
                  <a:pt x="8180" y="3359"/>
                  <a:pt x="6461" y="1694"/>
                  <a:pt x="5851" y="1165"/>
                </a:cubicBezTo>
                <a:cubicBezTo>
                  <a:pt x="6055" y="1071"/>
                  <a:pt x="6203" y="867"/>
                  <a:pt x="6203" y="623"/>
                </a:cubicBezTo>
                <a:cubicBezTo>
                  <a:pt x="6217" y="285"/>
                  <a:pt x="5946" y="14"/>
                  <a:pt x="5607" y="0"/>
                </a:cubicBezTo>
                <a:cubicBezTo>
                  <a:pt x="5580" y="0"/>
                  <a:pt x="5567" y="14"/>
                  <a:pt x="5540" y="14"/>
                </a:cubicBezTo>
                <a:cubicBezTo>
                  <a:pt x="5526" y="14"/>
                  <a:pt x="5499" y="0"/>
                  <a:pt x="548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0" name="Google Shape;300;p28"/>
          <p:cNvSpPr/>
          <p:nvPr/>
        </p:nvSpPr>
        <p:spPr>
          <a:xfrm rot="-5400000">
            <a:off x="8195572" y="-202380"/>
            <a:ext cx="456865" cy="959034"/>
          </a:xfrm>
          <a:custGeom>
            <a:avLst/>
            <a:gdLst/>
            <a:ahLst/>
            <a:cxnLst/>
            <a:rect l="l" t="t" r="r" b="b"/>
            <a:pathLst>
              <a:path w="11093" h="23286" extrusionOk="0">
                <a:moveTo>
                  <a:pt x="5486" y="0"/>
                </a:moveTo>
                <a:cubicBezTo>
                  <a:pt x="5147" y="14"/>
                  <a:pt x="4876" y="285"/>
                  <a:pt x="4890" y="623"/>
                </a:cubicBezTo>
                <a:cubicBezTo>
                  <a:pt x="4890" y="867"/>
                  <a:pt x="5038" y="1071"/>
                  <a:pt x="5242" y="1165"/>
                </a:cubicBezTo>
                <a:cubicBezTo>
                  <a:pt x="4632" y="1694"/>
                  <a:pt x="2899" y="3359"/>
                  <a:pt x="2534" y="4388"/>
                </a:cubicBezTo>
                <a:cubicBezTo>
                  <a:pt x="1924" y="6136"/>
                  <a:pt x="2940" y="7273"/>
                  <a:pt x="3211" y="7869"/>
                </a:cubicBezTo>
                <a:cubicBezTo>
                  <a:pt x="3238" y="7936"/>
                  <a:pt x="3278" y="8018"/>
                  <a:pt x="3319" y="8113"/>
                </a:cubicBezTo>
                <a:cubicBezTo>
                  <a:pt x="3332" y="8140"/>
                  <a:pt x="3346" y="8153"/>
                  <a:pt x="3346" y="8153"/>
                </a:cubicBezTo>
                <a:cubicBezTo>
                  <a:pt x="3346" y="8153"/>
                  <a:pt x="2940" y="8586"/>
                  <a:pt x="3400" y="8790"/>
                </a:cubicBezTo>
                <a:cubicBezTo>
                  <a:pt x="3400" y="8938"/>
                  <a:pt x="3413" y="9182"/>
                  <a:pt x="3413" y="9182"/>
                </a:cubicBezTo>
                <a:cubicBezTo>
                  <a:pt x="3413" y="9182"/>
                  <a:pt x="2655" y="9480"/>
                  <a:pt x="2940" y="10171"/>
                </a:cubicBezTo>
                <a:cubicBezTo>
                  <a:pt x="1613" y="10347"/>
                  <a:pt x="1748" y="11349"/>
                  <a:pt x="3522" y="11376"/>
                </a:cubicBezTo>
                <a:cubicBezTo>
                  <a:pt x="3807" y="13584"/>
                  <a:pt x="3847" y="16022"/>
                  <a:pt x="2777" y="17795"/>
                </a:cubicBezTo>
                <a:cubicBezTo>
                  <a:pt x="2735" y="17782"/>
                  <a:pt x="2699" y="17776"/>
                  <a:pt x="2668" y="17776"/>
                </a:cubicBezTo>
                <a:cubicBezTo>
                  <a:pt x="2475" y="17776"/>
                  <a:pt x="2458" y="18002"/>
                  <a:pt x="2411" y="18189"/>
                </a:cubicBezTo>
                <a:cubicBezTo>
                  <a:pt x="2371" y="18405"/>
                  <a:pt x="1896" y="18960"/>
                  <a:pt x="1098" y="19462"/>
                </a:cubicBezTo>
                <a:cubicBezTo>
                  <a:pt x="298" y="19962"/>
                  <a:pt x="231" y="20356"/>
                  <a:pt x="488" y="20802"/>
                </a:cubicBezTo>
                <a:cubicBezTo>
                  <a:pt x="732" y="21262"/>
                  <a:pt x="1030" y="21412"/>
                  <a:pt x="1030" y="21412"/>
                </a:cubicBezTo>
                <a:lnTo>
                  <a:pt x="1030" y="21560"/>
                </a:lnTo>
                <a:cubicBezTo>
                  <a:pt x="1030" y="21560"/>
                  <a:pt x="0" y="21981"/>
                  <a:pt x="0" y="22468"/>
                </a:cubicBezTo>
                <a:cubicBezTo>
                  <a:pt x="14" y="22925"/>
                  <a:pt x="1153" y="23286"/>
                  <a:pt x="4764" y="23286"/>
                </a:cubicBezTo>
                <a:cubicBezTo>
                  <a:pt x="5011" y="23286"/>
                  <a:pt x="5269" y="23284"/>
                  <a:pt x="5540" y="23281"/>
                </a:cubicBezTo>
                <a:cubicBezTo>
                  <a:pt x="5811" y="23284"/>
                  <a:pt x="6071" y="23286"/>
                  <a:pt x="6319" y="23286"/>
                </a:cubicBezTo>
                <a:cubicBezTo>
                  <a:pt x="9940" y="23286"/>
                  <a:pt x="11079" y="22925"/>
                  <a:pt x="11093" y="22468"/>
                </a:cubicBezTo>
                <a:cubicBezTo>
                  <a:pt x="11093" y="21981"/>
                  <a:pt x="10049" y="21560"/>
                  <a:pt x="10049" y="21560"/>
                </a:cubicBezTo>
                <a:cubicBezTo>
                  <a:pt x="10049" y="21560"/>
                  <a:pt x="10049" y="21439"/>
                  <a:pt x="10063" y="21412"/>
                </a:cubicBezTo>
                <a:cubicBezTo>
                  <a:pt x="10063" y="21412"/>
                  <a:pt x="10347" y="21262"/>
                  <a:pt x="10605" y="20802"/>
                </a:cubicBezTo>
                <a:cubicBezTo>
                  <a:pt x="10849" y="20356"/>
                  <a:pt x="10795" y="19962"/>
                  <a:pt x="9995" y="19462"/>
                </a:cubicBezTo>
                <a:cubicBezTo>
                  <a:pt x="9197" y="18960"/>
                  <a:pt x="8722" y="18405"/>
                  <a:pt x="8668" y="18189"/>
                </a:cubicBezTo>
                <a:cubicBezTo>
                  <a:pt x="8633" y="18002"/>
                  <a:pt x="8618" y="17776"/>
                  <a:pt x="8425" y="17776"/>
                </a:cubicBezTo>
                <a:cubicBezTo>
                  <a:pt x="8394" y="17776"/>
                  <a:pt x="8358" y="17782"/>
                  <a:pt x="8316" y="17795"/>
                </a:cubicBezTo>
                <a:cubicBezTo>
                  <a:pt x="7246" y="16022"/>
                  <a:pt x="7286" y="13584"/>
                  <a:pt x="7571" y="11376"/>
                </a:cubicBezTo>
                <a:cubicBezTo>
                  <a:pt x="9332" y="11349"/>
                  <a:pt x="9480" y="10347"/>
                  <a:pt x="8153" y="10171"/>
                </a:cubicBezTo>
                <a:cubicBezTo>
                  <a:pt x="8438" y="9480"/>
                  <a:pt x="7680" y="9182"/>
                  <a:pt x="7680" y="9182"/>
                </a:cubicBezTo>
                <a:cubicBezTo>
                  <a:pt x="7680" y="9182"/>
                  <a:pt x="7680" y="8938"/>
                  <a:pt x="7693" y="8790"/>
                </a:cubicBezTo>
                <a:cubicBezTo>
                  <a:pt x="8153" y="8586"/>
                  <a:pt x="7747" y="8153"/>
                  <a:pt x="7747" y="8153"/>
                </a:cubicBezTo>
                <a:cubicBezTo>
                  <a:pt x="7747" y="8153"/>
                  <a:pt x="7761" y="8140"/>
                  <a:pt x="7774" y="8113"/>
                </a:cubicBezTo>
                <a:cubicBezTo>
                  <a:pt x="7815" y="8018"/>
                  <a:pt x="7855" y="7936"/>
                  <a:pt x="7882" y="7869"/>
                </a:cubicBezTo>
                <a:cubicBezTo>
                  <a:pt x="8153" y="7273"/>
                  <a:pt x="9169" y="6136"/>
                  <a:pt x="8546" y="4388"/>
                </a:cubicBezTo>
                <a:cubicBezTo>
                  <a:pt x="8180" y="3359"/>
                  <a:pt x="6461" y="1694"/>
                  <a:pt x="5851" y="1165"/>
                </a:cubicBezTo>
                <a:cubicBezTo>
                  <a:pt x="6055" y="1071"/>
                  <a:pt x="6203" y="867"/>
                  <a:pt x="6203" y="623"/>
                </a:cubicBezTo>
                <a:cubicBezTo>
                  <a:pt x="6217" y="285"/>
                  <a:pt x="5946" y="14"/>
                  <a:pt x="5607" y="0"/>
                </a:cubicBezTo>
                <a:cubicBezTo>
                  <a:pt x="5580" y="0"/>
                  <a:pt x="5567" y="14"/>
                  <a:pt x="5540" y="14"/>
                </a:cubicBezTo>
                <a:cubicBezTo>
                  <a:pt x="5526" y="14"/>
                  <a:pt x="5499" y="0"/>
                  <a:pt x="548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" name="Google Shape;301;p28"/>
          <p:cNvSpPr/>
          <p:nvPr/>
        </p:nvSpPr>
        <p:spPr>
          <a:xfrm rot="10800000">
            <a:off x="111672" y="193445"/>
            <a:ext cx="456865" cy="959034"/>
          </a:xfrm>
          <a:custGeom>
            <a:avLst/>
            <a:gdLst/>
            <a:ahLst/>
            <a:cxnLst/>
            <a:rect l="l" t="t" r="r" b="b"/>
            <a:pathLst>
              <a:path w="11093" h="23286" extrusionOk="0">
                <a:moveTo>
                  <a:pt x="5486" y="0"/>
                </a:moveTo>
                <a:cubicBezTo>
                  <a:pt x="5147" y="14"/>
                  <a:pt x="4876" y="285"/>
                  <a:pt x="4890" y="623"/>
                </a:cubicBezTo>
                <a:cubicBezTo>
                  <a:pt x="4890" y="867"/>
                  <a:pt x="5038" y="1071"/>
                  <a:pt x="5242" y="1165"/>
                </a:cubicBezTo>
                <a:cubicBezTo>
                  <a:pt x="4632" y="1694"/>
                  <a:pt x="2899" y="3359"/>
                  <a:pt x="2534" y="4388"/>
                </a:cubicBezTo>
                <a:cubicBezTo>
                  <a:pt x="1924" y="6136"/>
                  <a:pt x="2940" y="7273"/>
                  <a:pt x="3211" y="7869"/>
                </a:cubicBezTo>
                <a:cubicBezTo>
                  <a:pt x="3238" y="7936"/>
                  <a:pt x="3278" y="8018"/>
                  <a:pt x="3319" y="8113"/>
                </a:cubicBezTo>
                <a:cubicBezTo>
                  <a:pt x="3332" y="8140"/>
                  <a:pt x="3346" y="8153"/>
                  <a:pt x="3346" y="8153"/>
                </a:cubicBezTo>
                <a:cubicBezTo>
                  <a:pt x="3346" y="8153"/>
                  <a:pt x="2940" y="8586"/>
                  <a:pt x="3400" y="8790"/>
                </a:cubicBezTo>
                <a:cubicBezTo>
                  <a:pt x="3400" y="8938"/>
                  <a:pt x="3413" y="9182"/>
                  <a:pt x="3413" y="9182"/>
                </a:cubicBezTo>
                <a:cubicBezTo>
                  <a:pt x="3413" y="9182"/>
                  <a:pt x="2655" y="9480"/>
                  <a:pt x="2940" y="10171"/>
                </a:cubicBezTo>
                <a:cubicBezTo>
                  <a:pt x="1613" y="10347"/>
                  <a:pt x="1748" y="11349"/>
                  <a:pt x="3522" y="11376"/>
                </a:cubicBezTo>
                <a:cubicBezTo>
                  <a:pt x="3807" y="13584"/>
                  <a:pt x="3847" y="16022"/>
                  <a:pt x="2777" y="17795"/>
                </a:cubicBezTo>
                <a:cubicBezTo>
                  <a:pt x="2735" y="17782"/>
                  <a:pt x="2699" y="17776"/>
                  <a:pt x="2668" y="17776"/>
                </a:cubicBezTo>
                <a:cubicBezTo>
                  <a:pt x="2475" y="17776"/>
                  <a:pt x="2458" y="18002"/>
                  <a:pt x="2411" y="18189"/>
                </a:cubicBezTo>
                <a:cubicBezTo>
                  <a:pt x="2371" y="18405"/>
                  <a:pt x="1896" y="18960"/>
                  <a:pt x="1098" y="19462"/>
                </a:cubicBezTo>
                <a:cubicBezTo>
                  <a:pt x="298" y="19962"/>
                  <a:pt x="231" y="20356"/>
                  <a:pt x="488" y="20802"/>
                </a:cubicBezTo>
                <a:cubicBezTo>
                  <a:pt x="732" y="21262"/>
                  <a:pt x="1030" y="21412"/>
                  <a:pt x="1030" y="21412"/>
                </a:cubicBezTo>
                <a:lnTo>
                  <a:pt x="1030" y="21560"/>
                </a:lnTo>
                <a:cubicBezTo>
                  <a:pt x="1030" y="21560"/>
                  <a:pt x="0" y="21981"/>
                  <a:pt x="0" y="22468"/>
                </a:cubicBezTo>
                <a:cubicBezTo>
                  <a:pt x="14" y="22925"/>
                  <a:pt x="1153" y="23286"/>
                  <a:pt x="4764" y="23286"/>
                </a:cubicBezTo>
                <a:cubicBezTo>
                  <a:pt x="5011" y="23286"/>
                  <a:pt x="5269" y="23284"/>
                  <a:pt x="5540" y="23281"/>
                </a:cubicBezTo>
                <a:cubicBezTo>
                  <a:pt x="5811" y="23284"/>
                  <a:pt x="6071" y="23286"/>
                  <a:pt x="6319" y="23286"/>
                </a:cubicBezTo>
                <a:cubicBezTo>
                  <a:pt x="9940" y="23286"/>
                  <a:pt x="11079" y="22925"/>
                  <a:pt x="11093" y="22468"/>
                </a:cubicBezTo>
                <a:cubicBezTo>
                  <a:pt x="11093" y="21981"/>
                  <a:pt x="10049" y="21560"/>
                  <a:pt x="10049" y="21560"/>
                </a:cubicBezTo>
                <a:cubicBezTo>
                  <a:pt x="10049" y="21560"/>
                  <a:pt x="10049" y="21439"/>
                  <a:pt x="10063" y="21412"/>
                </a:cubicBezTo>
                <a:cubicBezTo>
                  <a:pt x="10063" y="21412"/>
                  <a:pt x="10347" y="21262"/>
                  <a:pt x="10605" y="20802"/>
                </a:cubicBezTo>
                <a:cubicBezTo>
                  <a:pt x="10849" y="20356"/>
                  <a:pt x="10795" y="19962"/>
                  <a:pt x="9995" y="19462"/>
                </a:cubicBezTo>
                <a:cubicBezTo>
                  <a:pt x="9197" y="18960"/>
                  <a:pt x="8722" y="18405"/>
                  <a:pt x="8668" y="18189"/>
                </a:cubicBezTo>
                <a:cubicBezTo>
                  <a:pt x="8633" y="18002"/>
                  <a:pt x="8618" y="17776"/>
                  <a:pt x="8425" y="17776"/>
                </a:cubicBezTo>
                <a:cubicBezTo>
                  <a:pt x="8394" y="17776"/>
                  <a:pt x="8358" y="17782"/>
                  <a:pt x="8316" y="17795"/>
                </a:cubicBezTo>
                <a:cubicBezTo>
                  <a:pt x="7246" y="16022"/>
                  <a:pt x="7286" y="13584"/>
                  <a:pt x="7571" y="11376"/>
                </a:cubicBezTo>
                <a:cubicBezTo>
                  <a:pt x="9332" y="11349"/>
                  <a:pt x="9480" y="10347"/>
                  <a:pt x="8153" y="10171"/>
                </a:cubicBezTo>
                <a:cubicBezTo>
                  <a:pt x="8438" y="9480"/>
                  <a:pt x="7680" y="9182"/>
                  <a:pt x="7680" y="9182"/>
                </a:cubicBezTo>
                <a:cubicBezTo>
                  <a:pt x="7680" y="9182"/>
                  <a:pt x="7680" y="8938"/>
                  <a:pt x="7693" y="8790"/>
                </a:cubicBezTo>
                <a:cubicBezTo>
                  <a:pt x="8153" y="8586"/>
                  <a:pt x="7747" y="8153"/>
                  <a:pt x="7747" y="8153"/>
                </a:cubicBezTo>
                <a:cubicBezTo>
                  <a:pt x="7747" y="8153"/>
                  <a:pt x="7761" y="8140"/>
                  <a:pt x="7774" y="8113"/>
                </a:cubicBezTo>
                <a:cubicBezTo>
                  <a:pt x="7815" y="8018"/>
                  <a:pt x="7855" y="7936"/>
                  <a:pt x="7882" y="7869"/>
                </a:cubicBezTo>
                <a:cubicBezTo>
                  <a:pt x="8153" y="7273"/>
                  <a:pt x="9169" y="6136"/>
                  <a:pt x="8546" y="4388"/>
                </a:cubicBezTo>
                <a:cubicBezTo>
                  <a:pt x="8180" y="3359"/>
                  <a:pt x="6461" y="1694"/>
                  <a:pt x="5851" y="1165"/>
                </a:cubicBezTo>
                <a:cubicBezTo>
                  <a:pt x="6055" y="1071"/>
                  <a:pt x="6203" y="867"/>
                  <a:pt x="6203" y="623"/>
                </a:cubicBezTo>
                <a:cubicBezTo>
                  <a:pt x="6217" y="285"/>
                  <a:pt x="5946" y="14"/>
                  <a:pt x="5607" y="0"/>
                </a:cubicBezTo>
                <a:cubicBezTo>
                  <a:pt x="5580" y="0"/>
                  <a:pt x="5567" y="14"/>
                  <a:pt x="5540" y="14"/>
                </a:cubicBezTo>
                <a:cubicBezTo>
                  <a:pt x="5526" y="14"/>
                  <a:pt x="5499" y="0"/>
                  <a:pt x="548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" name="Google Shape;302;p28"/>
          <p:cNvSpPr/>
          <p:nvPr/>
        </p:nvSpPr>
        <p:spPr>
          <a:xfrm>
            <a:off x="8590622" y="4028695"/>
            <a:ext cx="456865" cy="959034"/>
          </a:xfrm>
          <a:custGeom>
            <a:avLst/>
            <a:gdLst/>
            <a:ahLst/>
            <a:cxnLst/>
            <a:rect l="l" t="t" r="r" b="b"/>
            <a:pathLst>
              <a:path w="11093" h="23286" extrusionOk="0">
                <a:moveTo>
                  <a:pt x="5486" y="0"/>
                </a:moveTo>
                <a:cubicBezTo>
                  <a:pt x="5147" y="14"/>
                  <a:pt x="4876" y="285"/>
                  <a:pt x="4890" y="623"/>
                </a:cubicBezTo>
                <a:cubicBezTo>
                  <a:pt x="4890" y="867"/>
                  <a:pt x="5038" y="1071"/>
                  <a:pt x="5242" y="1165"/>
                </a:cubicBezTo>
                <a:cubicBezTo>
                  <a:pt x="4632" y="1694"/>
                  <a:pt x="2899" y="3359"/>
                  <a:pt x="2534" y="4388"/>
                </a:cubicBezTo>
                <a:cubicBezTo>
                  <a:pt x="1924" y="6136"/>
                  <a:pt x="2940" y="7273"/>
                  <a:pt x="3211" y="7869"/>
                </a:cubicBezTo>
                <a:cubicBezTo>
                  <a:pt x="3238" y="7936"/>
                  <a:pt x="3278" y="8018"/>
                  <a:pt x="3319" y="8113"/>
                </a:cubicBezTo>
                <a:cubicBezTo>
                  <a:pt x="3332" y="8140"/>
                  <a:pt x="3346" y="8153"/>
                  <a:pt x="3346" y="8153"/>
                </a:cubicBezTo>
                <a:cubicBezTo>
                  <a:pt x="3346" y="8153"/>
                  <a:pt x="2940" y="8586"/>
                  <a:pt x="3400" y="8790"/>
                </a:cubicBezTo>
                <a:cubicBezTo>
                  <a:pt x="3400" y="8938"/>
                  <a:pt x="3413" y="9182"/>
                  <a:pt x="3413" y="9182"/>
                </a:cubicBezTo>
                <a:cubicBezTo>
                  <a:pt x="3413" y="9182"/>
                  <a:pt x="2655" y="9480"/>
                  <a:pt x="2940" y="10171"/>
                </a:cubicBezTo>
                <a:cubicBezTo>
                  <a:pt x="1613" y="10347"/>
                  <a:pt x="1748" y="11349"/>
                  <a:pt x="3522" y="11376"/>
                </a:cubicBezTo>
                <a:cubicBezTo>
                  <a:pt x="3807" y="13584"/>
                  <a:pt x="3847" y="16022"/>
                  <a:pt x="2777" y="17795"/>
                </a:cubicBezTo>
                <a:cubicBezTo>
                  <a:pt x="2735" y="17782"/>
                  <a:pt x="2699" y="17776"/>
                  <a:pt x="2668" y="17776"/>
                </a:cubicBezTo>
                <a:cubicBezTo>
                  <a:pt x="2475" y="17776"/>
                  <a:pt x="2458" y="18002"/>
                  <a:pt x="2411" y="18189"/>
                </a:cubicBezTo>
                <a:cubicBezTo>
                  <a:pt x="2371" y="18405"/>
                  <a:pt x="1896" y="18960"/>
                  <a:pt x="1098" y="19462"/>
                </a:cubicBezTo>
                <a:cubicBezTo>
                  <a:pt x="298" y="19962"/>
                  <a:pt x="231" y="20356"/>
                  <a:pt x="488" y="20802"/>
                </a:cubicBezTo>
                <a:cubicBezTo>
                  <a:pt x="732" y="21262"/>
                  <a:pt x="1030" y="21412"/>
                  <a:pt x="1030" y="21412"/>
                </a:cubicBezTo>
                <a:lnTo>
                  <a:pt x="1030" y="21560"/>
                </a:lnTo>
                <a:cubicBezTo>
                  <a:pt x="1030" y="21560"/>
                  <a:pt x="0" y="21981"/>
                  <a:pt x="0" y="22468"/>
                </a:cubicBezTo>
                <a:cubicBezTo>
                  <a:pt x="14" y="22925"/>
                  <a:pt x="1153" y="23286"/>
                  <a:pt x="4764" y="23286"/>
                </a:cubicBezTo>
                <a:cubicBezTo>
                  <a:pt x="5011" y="23286"/>
                  <a:pt x="5269" y="23284"/>
                  <a:pt x="5540" y="23281"/>
                </a:cubicBezTo>
                <a:cubicBezTo>
                  <a:pt x="5811" y="23284"/>
                  <a:pt x="6071" y="23286"/>
                  <a:pt x="6319" y="23286"/>
                </a:cubicBezTo>
                <a:cubicBezTo>
                  <a:pt x="9940" y="23286"/>
                  <a:pt x="11079" y="22925"/>
                  <a:pt x="11093" y="22468"/>
                </a:cubicBezTo>
                <a:cubicBezTo>
                  <a:pt x="11093" y="21981"/>
                  <a:pt x="10049" y="21560"/>
                  <a:pt x="10049" y="21560"/>
                </a:cubicBezTo>
                <a:cubicBezTo>
                  <a:pt x="10049" y="21560"/>
                  <a:pt x="10049" y="21439"/>
                  <a:pt x="10063" y="21412"/>
                </a:cubicBezTo>
                <a:cubicBezTo>
                  <a:pt x="10063" y="21412"/>
                  <a:pt x="10347" y="21262"/>
                  <a:pt x="10605" y="20802"/>
                </a:cubicBezTo>
                <a:cubicBezTo>
                  <a:pt x="10849" y="20356"/>
                  <a:pt x="10795" y="19962"/>
                  <a:pt x="9995" y="19462"/>
                </a:cubicBezTo>
                <a:cubicBezTo>
                  <a:pt x="9197" y="18960"/>
                  <a:pt x="8722" y="18405"/>
                  <a:pt x="8668" y="18189"/>
                </a:cubicBezTo>
                <a:cubicBezTo>
                  <a:pt x="8633" y="18002"/>
                  <a:pt x="8618" y="17776"/>
                  <a:pt x="8425" y="17776"/>
                </a:cubicBezTo>
                <a:cubicBezTo>
                  <a:pt x="8394" y="17776"/>
                  <a:pt x="8358" y="17782"/>
                  <a:pt x="8316" y="17795"/>
                </a:cubicBezTo>
                <a:cubicBezTo>
                  <a:pt x="7246" y="16022"/>
                  <a:pt x="7286" y="13584"/>
                  <a:pt x="7571" y="11376"/>
                </a:cubicBezTo>
                <a:cubicBezTo>
                  <a:pt x="9332" y="11349"/>
                  <a:pt x="9480" y="10347"/>
                  <a:pt x="8153" y="10171"/>
                </a:cubicBezTo>
                <a:cubicBezTo>
                  <a:pt x="8438" y="9480"/>
                  <a:pt x="7680" y="9182"/>
                  <a:pt x="7680" y="9182"/>
                </a:cubicBezTo>
                <a:cubicBezTo>
                  <a:pt x="7680" y="9182"/>
                  <a:pt x="7680" y="8938"/>
                  <a:pt x="7693" y="8790"/>
                </a:cubicBezTo>
                <a:cubicBezTo>
                  <a:pt x="8153" y="8586"/>
                  <a:pt x="7747" y="8153"/>
                  <a:pt x="7747" y="8153"/>
                </a:cubicBezTo>
                <a:cubicBezTo>
                  <a:pt x="7747" y="8153"/>
                  <a:pt x="7761" y="8140"/>
                  <a:pt x="7774" y="8113"/>
                </a:cubicBezTo>
                <a:cubicBezTo>
                  <a:pt x="7815" y="8018"/>
                  <a:pt x="7855" y="7936"/>
                  <a:pt x="7882" y="7869"/>
                </a:cubicBezTo>
                <a:cubicBezTo>
                  <a:pt x="8153" y="7273"/>
                  <a:pt x="9169" y="6136"/>
                  <a:pt x="8546" y="4388"/>
                </a:cubicBezTo>
                <a:cubicBezTo>
                  <a:pt x="8180" y="3359"/>
                  <a:pt x="6461" y="1694"/>
                  <a:pt x="5851" y="1165"/>
                </a:cubicBezTo>
                <a:cubicBezTo>
                  <a:pt x="6055" y="1071"/>
                  <a:pt x="6203" y="867"/>
                  <a:pt x="6203" y="623"/>
                </a:cubicBezTo>
                <a:cubicBezTo>
                  <a:pt x="6217" y="285"/>
                  <a:pt x="5946" y="14"/>
                  <a:pt x="5607" y="0"/>
                </a:cubicBezTo>
                <a:cubicBezTo>
                  <a:pt x="5580" y="0"/>
                  <a:pt x="5567" y="14"/>
                  <a:pt x="5540" y="14"/>
                </a:cubicBezTo>
                <a:cubicBezTo>
                  <a:pt x="5526" y="14"/>
                  <a:pt x="5499" y="0"/>
                  <a:pt x="548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2"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4" name="Google Shape;304;p29"/>
          <p:cNvGrpSpPr/>
          <p:nvPr/>
        </p:nvGrpSpPr>
        <p:grpSpPr>
          <a:xfrm>
            <a:off x="116074" y="58479"/>
            <a:ext cx="8921627" cy="5033415"/>
            <a:chOff x="116074" y="58479"/>
            <a:chExt cx="8921627" cy="5033415"/>
          </a:xfrm>
        </p:grpSpPr>
        <p:sp>
          <p:nvSpPr>
            <p:cNvPr id="305" name="Google Shape;305;p29"/>
            <p:cNvSpPr/>
            <p:nvPr/>
          </p:nvSpPr>
          <p:spPr>
            <a:xfrm>
              <a:off x="333900" y="268500"/>
              <a:ext cx="8476200" cy="46065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29"/>
            <p:cNvSpPr/>
            <p:nvPr/>
          </p:nvSpPr>
          <p:spPr>
            <a:xfrm rot="5400000">
              <a:off x="348124" y="-49179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29"/>
            <p:cNvSpPr/>
            <p:nvPr/>
          </p:nvSpPr>
          <p:spPr>
            <a:xfrm rot="10800000">
              <a:off x="8600399" y="155771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29"/>
            <p:cNvSpPr/>
            <p:nvPr/>
          </p:nvSpPr>
          <p:spPr>
            <a:xfrm rot="-5400000" flipH="1">
              <a:off x="8376924" y="4546933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29"/>
            <p:cNvSpPr/>
            <p:nvPr/>
          </p:nvSpPr>
          <p:spPr>
            <a:xfrm>
              <a:off x="116074" y="4317271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5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Oranienbaum"/>
              <a:buNone/>
              <a:defRPr sz="3200" b="1">
                <a:solidFill>
                  <a:schemeClr val="dk1"/>
                </a:solidFill>
                <a:latin typeface="Oranienbaum"/>
                <a:ea typeface="Oranienbaum"/>
                <a:cs typeface="Oranienbaum"/>
                <a:sym typeface="Oranienba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Oranienbaum"/>
              <a:buNone/>
              <a:defRPr sz="3200" b="1">
                <a:solidFill>
                  <a:schemeClr val="dk1"/>
                </a:solidFill>
                <a:latin typeface="Oranienbaum"/>
                <a:ea typeface="Oranienbaum"/>
                <a:cs typeface="Oranienbaum"/>
                <a:sym typeface="Oranienba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Oranienbaum"/>
              <a:buNone/>
              <a:defRPr sz="3200" b="1">
                <a:solidFill>
                  <a:schemeClr val="dk1"/>
                </a:solidFill>
                <a:latin typeface="Oranienbaum"/>
                <a:ea typeface="Oranienbaum"/>
                <a:cs typeface="Oranienbaum"/>
                <a:sym typeface="Oranienba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Oranienbaum"/>
              <a:buNone/>
              <a:defRPr sz="3200" b="1">
                <a:solidFill>
                  <a:schemeClr val="dk1"/>
                </a:solidFill>
                <a:latin typeface="Oranienbaum"/>
                <a:ea typeface="Oranienbaum"/>
                <a:cs typeface="Oranienbaum"/>
                <a:sym typeface="Oranienba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Oranienbaum"/>
              <a:buNone/>
              <a:defRPr sz="3200" b="1">
                <a:solidFill>
                  <a:schemeClr val="dk1"/>
                </a:solidFill>
                <a:latin typeface="Oranienbaum"/>
                <a:ea typeface="Oranienbaum"/>
                <a:cs typeface="Oranienbaum"/>
                <a:sym typeface="Oranienba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Oranienbaum"/>
              <a:buNone/>
              <a:defRPr sz="3200" b="1">
                <a:solidFill>
                  <a:schemeClr val="dk1"/>
                </a:solidFill>
                <a:latin typeface="Oranienbaum"/>
                <a:ea typeface="Oranienbaum"/>
                <a:cs typeface="Oranienbaum"/>
                <a:sym typeface="Oranienba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Oranienbaum"/>
              <a:buNone/>
              <a:defRPr sz="3200" b="1">
                <a:solidFill>
                  <a:schemeClr val="dk1"/>
                </a:solidFill>
                <a:latin typeface="Oranienbaum"/>
                <a:ea typeface="Oranienbaum"/>
                <a:cs typeface="Oranienbaum"/>
                <a:sym typeface="Oranienba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Oranienbaum"/>
              <a:buNone/>
              <a:defRPr sz="3200" b="1">
                <a:solidFill>
                  <a:schemeClr val="dk1"/>
                </a:solidFill>
                <a:latin typeface="Oranienbaum"/>
                <a:ea typeface="Oranienbaum"/>
                <a:cs typeface="Oranienbaum"/>
                <a:sym typeface="Oranienba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Oranienbaum"/>
              <a:buNone/>
              <a:defRPr sz="3200" b="1">
                <a:solidFill>
                  <a:schemeClr val="dk1"/>
                </a:solidFill>
                <a:latin typeface="Oranienbaum"/>
                <a:ea typeface="Oranienbaum"/>
                <a:cs typeface="Oranienbaum"/>
                <a:sym typeface="Oranienbaum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naheim"/>
              <a:buChar char="●"/>
              <a:defRPr sz="16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marL="914400" lvl="1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naheim"/>
              <a:buChar char="○"/>
              <a:defRPr sz="16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2pPr>
            <a:lvl3pPr marL="1371600" lvl="2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naheim"/>
              <a:buChar char="■"/>
              <a:defRPr sz="16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3pPr>
            <a:lvl4pPr marL="1828800" lvl="3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naheim"/>
              <a:buChar char="●"/>
              <a:defRPr sz="16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4pPr>
            <a:lvl5pPr marL="2286000" lvl="4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naheim"/>
              <a:buChar char="○"/>
              <a:defRPr sz="16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5pPr>
            <a:lvl6pPr marL="2743200" lvl="5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naheim"/>
              <a:buChar char="■"/>
              <a:defRPr sz="16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6pPr>
            <a:lvl7pPr marL="3200400" lvl="6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naheim"/>
              <a:buChar char="●"/>
              <a:defRPr sz="16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7pPr>
            <a:lvl8pPr marL="3657600" lvl="7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naheim"/>
              <a:buChar char="○"/>
              <a:defRPr sz="16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8pPr>
            <a:lvl9pPr marL="4114800" lvl="8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naheim"/>
              <a:buChar char="■"/>
              <a:defRPr sz="16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5" r:id="rId1"/>
    <p:sldLayoutId id="2147483674" r:id="rId2"/>
    <p:sldLayoutId id="2147483675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8" Type="http://schemas.openxmlformats.org/officeDocument/2006/relationships/image" Target="../media/image14.png"/><Relationship Id="rId3" Type="http://schemas.openxmlformats.org/officeDocument/2006/relationships/image" Target="../media/image3.svg"/><Relationship Id="rId21" Type="http://schemas.openxmlformats.org/officeDocument/2006/relationships/image" Target="../media/image17.svg"/><Relationship Id="rId7" Type="http://schemas.openxmlformats.org/officeDocument/2006/relationships/image" Target="../media/image7.svg"/><Relationship Id="rId17" Type="http://schemas.openxmlformats.org/officeDocument/2006/relationships/image" Target="../media/image13.svg"/><Relationship Id="rId25" Type="http://schemas.openxmlformats.org/officeDocument/2006/relationships/image" Target="../media/image21.svg"/><Relationship Id="rId2" Type="http://schemas.openxmlformats.org/officeDocument/2006/relationships/image" Target="../media/image2.png"/><Relationship Id="rId16" Type="http://schemas.openxmlformats.org/officeDocument/2006/relationships/image" Target="../media/image12.png"/><Relationship Id="rId20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svg"/><Relationship Id="rId24" Type="http://schemas.openxmlformats.org/officeDocument/2006/relationships/image" Target="../media/image20.png"/><Relationship Id="rId5" Type="http://schemas.openxmlformats.org/officeDocument/2006/relationships/image" Target="../media/image5.svg"/><Relationship Id="rId15" Type="http://schemas.openxmlformats.org/officeDocument/2006/relationships/image" Target="../media/image15.png"/><Relationship Id="rId23" Type="http://schemas.openxmlformats.org/officeDocument/2006/relationships/image" Target="../media/image19.svg"/><Relationship Id="rId10" Type="http://schemas.openxmlformats.org/officeDocument/2006/relationships/image" Target="../media/image10.png"/><Relationship Id="rId19" Type="http://schemas.openxmlformats.org/officeDocument/2006/relationships/image" Target="../media/image15.svg"/><Relationship Id="rId4" Type="http://schemas.openxmlformats.org/officeDocument/2006/relationships/image" Target="../media/image4.png"/><Relationship Id="rId9" Type="http://schemas.openxmlformats.org/officeDocument/2006/relationships/image" Target="../media/image9.svg"/><Relationship Id="rId22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7" name="Graphic 396">
            <a:extLst>
              <a:ext uri="{FF2B5EF4-FFF2-40B4-BE49-F238E27FC236}">
                <a16:creationId xmlns:a16="http://schemas.microsoft.com/office/drawing/2014/main" id="{1D3DF4A6-F68C-58BA-E7CD-CB3BF68B65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13435" y="1036347"/>
            <a:ext cx="182880" cy="182880"/>
          </a:xfrm>
          <a:prstGeom prst="rect">
            <a:avLst/>
          </a:prstGeom>
        </p:spPr>
      </p:pic>
      <p:grpSp>
        <p:nvGrpSpPr>
          <p:cNvPr id="373" name="Google Shape;9079;p86">
            <a:extLst>
              <a:ext uri="{FF2B5EF4-FFF2-40B4-BE49-F238E27FC236}">
                <a16:creationId xmlns:a16="http://schemas.microsoft.com/office/drawing/2014/main" id="{44C6FB71-816E-2CE3-8960-810C0F19CAC4}"/>
              </a:ext>
            </a:extLst>
          </p:cNvPr>
          <p:cNvGrpSpPr>
            <a:grpSpLocks noChangeAspect="1"/>
          </p:cNvGrpSpPr>
          <p:nvPr/>
        </p:nvGrpSpPr>
        <p:grpSpPr>
          <a:xfrm>
            <a:off x="509194" y="3363150"/>
            <a:ext cx="169993" cy="170417"/>
            <a:chOff x="-3771675" y="3971775"/>
            <a:chExt cx="291300" cy="292025"/>
          </a:xfrm>
          <a:solidFill>
            <a:schemeClr val="bg1">
              <a:lumMod val="75000"/>
            </a:schemeClr>
          </a:solidFill>
        </p:grpSpPr>
        <p:sp>
          <p:nvSpPr>
            <p:cNvPr id="374" name="Google Shape;9080;p86">
              <a:extLst>
                <a:ext uri="{FF2B5EF4-FFF2-40B4-BE49-F238E27FC236}">
                  <a16:creationId xmlns:a16="http://schemas.microsoft.com/office/drawing/2014/main" id="{FE2B6AA1-DF96-4DA1-1BDD-40295320870C}"/>
                </a:ext>
              </a:extLst>
            </p:cNvPr>
            <p:cNvSpPr/>
            <p:nvPr/>
          </p:nvSpPr>
          <p:spPr>
            <a:xfrm>
              <a:off x="-3770100" y="3971775"/>
              <a:ext cx="218975" cy="66775"/>
            </a:xfrm>
            <a:custGeom>
              <a:avLst/>
              <a:gdLst/>
              <a:ahLst/>
              <a:cxnLst/>
              <a:rect l="l" t="t" r="r" b="b"/>
              <a:pathLst>
                <a:path w="8759" h="2671" extrusionOk="0">
                  <a:moveTo>
                    <a:pt x="4391" y="0"/>
                  </a:moveTo>
                  <a:cubicBezTo>
                    <a:pt x="2410" y="0"/>
                    <a:pt x="426" y="449"/>
                    <a:pt x="0" y="1347"/>
                  </a:cubicBezTo>
                  <a:cubicBezTo>
                    <a:pt x="426" y="2229"/>
                    <a:pt x="2410" y="2670"/>
                    <a:pt x="4391" y="2670"/>
                  </a:cubicBezTo>
                  <a:cubicBezTo>
                    <a:pt x="6372" y="2670"/>
                    <a:pt x="8349" y="2229"/>
                    <a:pt x="8759" y="1347"/>
                  </a:cubicBezTo>
                  <a:cubicBezTo>
                    <a:pt x="8349" y="449"/>
                    <a:pt x="6372" y="0"/>
                    <a:pt x="43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9081;p86">
              <a:extLst>
                <a:ext uri="{FF2B5EF4-FFF2-40B4-BE49-F238E27FC236}">
                  <a16:creationId xmlns:a16="http://schemas.microsoft.com/office/drawing/2014/main" id="{242E5770-DF6C-D458-D370-83E3BBA1D554}"/>
                </a:ext>
              </a:extLst>
            </p:cNvPr>
            <p:cNvSpPr/>
            <p:nvPr/>
          </p:nvSpPr>
          <p:spPr>
            <a:xfrm>
              <a:off x="-3771675" y="4030650"/>
              <a:ext cx="222125" cy="78000"/>
            </a:xfrm>
            <a:custGeom>
              <a:avLst/>
              <a:gdLst/>
              <a:ahLst/>
              <a:cxnLst/>
              <a:rect l="l" t="t" r="r" b="b"/>
              <a:pathLst>
                <a:path w="8885" h="3120" extrusionOk="0">
                  <a:moveTo>
                    <a:pt x="0" y="0"/>
                  </a:moveTo>
                  <a:lnTo>
                    <a:pt x="0" y="1418"/>
                  </a:lnTo>
                  <a:cubicBezTo>
                    <a:pt x="0" y="2521"/>
                    <a:pt x="2048" y="3088"/>
                    <a:pt x="4127" y="3119"/>
                  </a:cubicBezTo>
                  <a:cubicBezTo>
                    <a:pt x="4915" y="1891"/>
                    <a:pt x="6301" y="1103"/>
                    <a:pt x="7877" y="1103"/>
                  </a:cubicBezTo>
                  <a:cubicBezTo>
                    <a:pt x="8223" y="1103"/>
                    <a:pt x="8570" y="1135"/>
                    <a:pt x="8885" y="1229"/>
                  </a:cubicBezTo>
                  <a:lnTo>
                    <a:pt x="8885" y="0"/>
                  </a:lnTo>
                  <a:cubicBezTo>
                    <a:pt x="7908" y="788"/>
                    <a:pt x="6112" y="1072"/>
                    <a:pt x="4443" y="1072"/>
                  </a:cubicBezTo>
                  <a:cubicBezTo>
                    <a:pt x="2804" y="1072"/>
                    <a:pt x="977" y="757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9082;p86">
              <a:extLst>
                <a:ext uri="{FF2B5EF4-FFF2-40B4-BE49-F238E27FC236}">
                  <a16:creationId xmlns:a16="http://schemas.microsoft.com/office/drawing/2014/main" id="{B8E189B9-3667-4F29-128A-D837AF96BA95}"/>
                </a:ext>
              </a:extLst>
            </p:cNvPr>
            <p:cNvSpPr/>
            <p:nvPr/>
          </p:nvSpPr>
          <p:spPr>
            <a:xfrm>
              <a:off x="-3669425" y="4074750"/>
              <a:ext cx="189050" cy="189050"/>
            </a:xfrm>
            <a:custGeom>
              <a:avLst/>
              <a:gdLst/>
              <a:ahLst/>
              <a:cxnLst/>
              <a:rect l="l" t="t" r="r" b="b"/>
              <a:pathLst>
                <a:path w="7562" h="7562" extrusionOk="0">
                  <a:moveTo>
                    <a:pt x="5501" y="2732"/>
                  </a:moveTo>
                  <a:cubicBezTo>
                    <a:pt x="5748" y="2732"/>
                    <a:pt x="6008" y="3067"/>
                    <a:pt x="5766" y="3309"/>
                  </a:cubicBezTo>
                  <a:lnTo>
                    <a:pt x="3718" y="5356"/>
                  </a:lnTo>
                  <a:cubicBezTo>
                    <a:pt x="3655" y="5420"/>
                    <a:pt x="3568" y="5451"/>
                    <a:pt x="3482" y="5451"/>
                  </a:cubicBezTo>
                  <a:cubicBezTo>
                    <a:pt x="3395" y="5451"/>
                    <a:pt x="3308" y="5420"/>
                    <a:pt x="3245" y="5356"/>
                  </a:cubicBezTo>
                  <a:lnTo>
                    <a:pt x="1859" y="4002"/>
                  </a:lnTo>
                  <a:cubicBezTo>
                    <a:pt x="1617" y="3760"/>
                    <a:pt x="1840" y="3425"/>
                    <a:pt x="2099" y="3425"/>
                  </a:cubicBezTo>
                  <a:cubicBezTo>
                    <a:pt x="2177" y="3425"/>
                    <a:pt x="2259" y="3456"/>
                    <a:pt x="2332" y="3529"/>
                  </a:cubicBezTo>
                  <a:lnTo>
                    <a:pt x="3466" y="4663"/>
                  </a:lnTo>
                  <a:lnTo>
                    <a:pt x="5293" y="2836"/>
                  </a:lnTo>
                  <a:cubicBezTo>
                    <a:pt x="5352" y="2763"/>
                    <a:pt x="5426" y="2732"/>
                    <a:pt x="5501" y="2732"/>
                  </a:cubicBezTo>
                  <a:close/>
                  <a:moveTo>
                    <a:pt x="3781" y="1"/>
                  </a:moveTo>
                  <a:cubicBezTo>
                    <a:pt x="1702" y="1"/>
                    <a:pt x="0" y="1702"/>
                    <a:pt x="0" y="3781"/>
                  </a:cubicBezTo>
                  <a:cubicBezTo>
                    <a:pt x="0" y="5892"/>
                    <a:pt x="1702" y="7562"/>
                    <a:pt x="3781" y="7562"/>
                  </a:cubicBezTo>
                  <a:cubicBezTo>
                    <a:pt x="5860" y="7562"/>
                    <a:pt x="7562" y="5892"/>
                    <a:pt x="7562" y="3781"/>
                  </a:cubicBezTo>
                  <a:cubicBezTo>
                    <a:pt x="7562" y="1702"/>
                    <a:pt x="5860" y="1"/>
                    <a:pt x="378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9083;p86">
              <a:extLst>
                <a:ext uri="{FF2B5EF4-FFF2-40B4-BE49-F238E27FC236}">
                  <a16:creationId xmlns:a16="http://schemas.microsoft.com/office/drawing/2014/main" id="{FE5D9B87-74FF-7896-5FB1-009CAE033BCC}"/>
                </a:ext>
              </a:extLst>
            </p:cNvPr>
            <p:cNvSpPr/>
            <p:nvPr/>
          </p:nvSpPr>
          <p:spPr>
            <a:xfrm>
              <a:off x="-3771675" y="4099950"/>
              <a:ext cx="94525" cy="76425"/>
            </a:xfrm>
            <a:custGeom>
              <a:avLst/>
              <a:gdLst/>
              <a:ahLst/>
              <a:cxnLst/>
              <a:rect l="l" t="t" r="r" b="b"/>
              <a:pathLst>
                <a:path w="3781" h="3057" extrusionOk="0">
                  <a:moveTo>
                    <a:pt x="0" y="1"/>
                  </a:moveTo>
                  <a:lnTo>
                    <a:pt x="0" y="1419"/>
                  </a:lnTo>
                  <a:cubicBezTo>
                    <a:pt x="0" y="2364"/>
                    <a:pt x="1607" y="2899"/>
                    <a:pt x="3434" y="3057"/>
                  </a:cubicBezTo>
                  <a:cubicBezTo>
                    <a:pt x="3371" y="2364"/>
                    <a:pt x="3497" y="1671"/>
                    <a:pt x="3781" y="1040"/>
                  </a:cubicBezTo>
                  <a:cubicBezTo>
                    <a:pt x="2332" y="977"/>
                    <a:pt x="819" y="662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9084;p86">
              <a:extLst>
                <a:ext uri="{FF2B5EF4-FFF2-40B4-BE49-F238E27FC236}">
                  <a16:creationId xmlns:a16="http://schemas.microsoft.com/office/drawing/2014/main" id="{99347077-333B-9CFD-FAF1-852CC7469FD5}"/>
                </a:ext>
              </a:extLst>
            </p:cNvPr>
            <p:cNvSpPr/>
            <p:nvPr/>
          </p:nvSpPr>
          <p:spPr>
            <a:xfrm>
              <a:off x="-3771675" y="4167700"/>
              <a:ext cx="135500" cy="95325"/>
            </a:xfrm>
            <a:custGeom>
              <a:avLst/>
              <a:gdLst/>
              <a:ahLst/>
              <a:cxnLst/>
              <a:rect l="l" t="t" r="r" b="b"/>
              <a:pathLst>
                <a:path w="5420" h="3813" extrusionOk="0">
                  <a:moveTo>
                    <a:pt x="0" y="0"/>
                  </a:moveTo>
                  <a:lnTo>
                    <a:pt x="0" y="2111"/>
                  </a:lnTo>
                  <a:cubicBezTo>
                    <a:pt x="0" y="3277"/>
                    <a:pt x="2237" y="3812"/>
                    <a:pt x="4443" y="3812"/>
                  </a:cubicBezTo>
                  <a:cubicBezTo>
                    <a:pt x="4789" y="3812"/>
                    <a:pt x="5104" y="3812"/>
                    <a:pt x="5419" y="3781"/>
                  </a:cubicBezTo>
                  <a:cubicBezTo>
                    <a:pt x="4474" y="3151"/>
                    <a:pt x="3781" y="2206"/>
                    <a:pt x="3529" y="1071"/>
                  </a:cubicBezTo>
                  <a:cubicBezTo>
                    <a:pt x="2174" y="977"/>
                    <a:pt x="788" y="662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1" name="Google Shape;6222;p80">
            <a:extLst>
              <a:ext uri="{FF2B5EF4-FFF2-40B4-BE49-F238E27FC236}">
                <a16:creationId xmlns:a16="http://schemas.microsoft.com/office/drawing/2014/main" id="{10072290-44BC-67E5-AB87-017035838825}"/>
              </a:ext>
            </a:extLst>
          </p:cNvPr>
          <p:cNvGrpSpPr>
            <a:grpSpLocks noChangeAspect="1"/>
          </p:cNvGrpSpPr>
          <p:nvPr/>
        </p:nvGrpSpPr>
        <p:grpSpPr>
          <a:xfrm>
            <a:off x="470620" y="1042697"/>
            <a:ext cx="182880" cy="182880"/>
            <a:chOff x="5049725" y="1435050"/>
            <a:chExt cx="486550" cy="481850"/>
          </a:xfrm>
          <a:solidFill>
            <a:schemeClr val="bg1">
              <a:lumMod val="75000"/>
            </a:schemeClr>
          </a:solidFill>
        </p:grpSpPr>
        <p:sp>
          <p:nvSpPr>
            <p:cNvPr id="352" name="Google Shape;6223;p80">
              <a:extLst>
                <a:ext uri="{FF2B5EF4-FFF2-40B4-BE49-F238E27FC236}">
                  <a16:creationId xmlns:a16="http://schemas.microsoft.com/office/drawing/2014/main" id="{0D9E8508-5339-3F4D-B2B2-1840EFD9BB6A}"/>
                </a:ext>
              </a:extLst>
            </p:cNvPr>
            <p:cNvSpPr/>
            <p:nvPr/>
          </p:nvSpPr>
          <p:spPr>
            <a:xfrm>
              <a:off x="5136300" y="1519775"/>
              <a:ext cx="310550" cy="310550"/>
            </a:xfrm>
            <a:custGeom>
              <a:avLst/>
              <a:gdLst/>
              <a:ahLst/>
              <a:cxnLst/>
              <a:rect l="l" t="t" r="r" b="b"/>
              <a:pathLst>
                <a:path w="12422" h="12422" extrusionOk="0">
                  <a:moveTo>
                    <a:pt x="6209" y="1"/>
                  </a:moveTo>
                  <a:cubicBezTo>
                    <a:pt x="2786" y="1"/>
                    <a:pt x="0" y="2786"/>
                    <a:pt x="0" y="6213"/>
                  </a:cubicBezTo>
                  <a:cubicBezTo>
                    <a:pt x="0" y="9637"/>
                    <a:pt x="2786" y="12422"/>
                    <a:pt x="6209" y="12422"/>
                  </a:cubicBezTo>
                  <a:cubicBezTo>
                    <a:pt x="9636" y="12422"/>
                    <a:pt x="12422" y="9637"/>
                    <a:pt x="12422" y="6213"/>
                  </a:cubicBezTo>
                  <a:cubicBezTo>
                    <a:pt x="12422" y="5219"/>
                    <a:pt x="12160" y="4258"/>
                    <a:pt x="11711" y="3388"/>
                  </a:cubicBezTo>
                  <a:lnTo>
                    <a:pt x="11428" y="3388"/>
                  </a:lnTo>
                  <a:lnTo>
                    <a:pt x="10780" y="4036"/>
                  </a:lnTo>
                  <a:cubicBezTo>
                    <a:pt x="11112" y="4713"/>
                    <a:pt x="11286" y="5457"/>
                    <a:pt x="11292" y="6213"/>
                  </a:cubicBezTo>
                  <a:cubicBezTo>
                    <a:pt x="11292" y="9013"/>
                    <a:pt x="9010" y="11293"/>
                    <a:pt x="6209" y="11293"/>
                  </a:cubicBezTo>
                  <a:cubicBezTo>
                    <a:pt x="3409" y="11293"/>
                    <a:pt x="1129" y="9013"/>
                    <a:pt x="1129" y="6213"/>
                  </a:cubicBezTo>
                  <a:cubicBezTo>
                    <a:pt x="1129" y="3409"/>
                    <a:pt x="3409" y="1130"/>
                    <a:pt x="6209" y="1130"/>
                  </a:cubicBezTo>
                  <a:cubicBezTo>
                    <a:pt x="6965" y="1133"/>
                    <a:pt x="7709" y="1307"/>
                    <a:pt x="8387" y="1639"/>
                  </a:cubicBezTo>
                  <a:lnTo>
                    <a:pt x="9034" y="994"/>
                  </a:lnTo>
                  <a:lnTo>
                    <a:pt x="9034" y="708"/>
                  </a:lnTo>
                  <a:cubicBezTo>
                    <a:pt x="8164" y="260"/>
                    <a:pt x="7203" y="1"/>
                    <a:pt x="620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53" name="Google Shape;6224;p80">
              <a:extLst>
                <a:ext uri="{FF2B5EF4-FFF2-40B4-BE49-F238E27FC236}">
                  <a16:creationId xmlns:a16="http://schemas.microsoft.com/office/drawing/2014/main" id="{CBC6711A-39F6-9A61-6BB5-DDF33B230915}"/>
                </a:ext>
              </a:extLst>
            </p:cNvPr>
            <p:cNvSpPr/>
            <p:nvPr/>
          </p:nvSpPr>
          <p:spPr>
            <a:xfrm>
              <a:off x="5184925" y="1576250"/>
              <a:ext cx="205475" cy="197625"/>
            </a:xfrm>
            <a:custGeom>
              <a:avLst/>
              <a:gdLst/>
              <a:ahLst/>
              <a:cxnLst/>
              <a:rect l="l" t="t" r="r" b="b"/>
              <a:pathLst>
                <a:path w="8219" h="7905" extrusionOk="0">
                  <a:moveTo>
                    <a:pt x="4264" y="0"/>
                  </a:moveTo>
                  <a:cubicBezTo>
                    <a:pt x="2665" y="0"/>
                    <a:pt x="1226" y="964"/>
                    <a:pt x="612" y="2439"/>
                  </a:cubicBezTo>
                  <a:cubicBezTo>
                    <a:pt x="0" y="3918"/>
                    <a:pt x="341" y="5616"/>
                    <a:pt x="1470" y="6748"/>
                  </a:cubicBezTo>
                  <a:cubicBezTo>
                    <a:pt x="2225" y="7503"/>
                    <a:pt x="3236" y="7904"/>
                    <a:pt x="4264" y="7904"/>
                  </a:cubicBezTo>
                  <a:cubicBezTo>
                    <a:pt x="4774" y="7904"/>
                    <a:pt x="5287" y="7806"/>
                    <a:pt x="5776" y="7603"/>
                  </a:cubicBezTo>
                  <a:cubicBezTo>
                    <a:pt x="7255" y="6992"/>
                    <a:pt x="8218" y="5550"/>
                    <a:pt x="8218" y="3954"/>
                  </a:cubicBezTo>
                  <a:cubicBezTo>
                    <a:pt x="8212" y="3502"/>
                    <a:pt x="8131" y="3059"/>
                    <a:pt x="7974" y="2638"/>
                  </a:cubicBezTo>
                  <a:lnTo>
                    <a:pt x="7050" y="3565"/>
                  </a:lnTo>
                  <a:cubicBezTo>
                    <a:pt x="7071" y="3692"/>
                    <a:pt x="7083" y="3821"/>
                    <a:pt x="7089" y="3954"/>
                  </a:cubicBezTo>
                  <a:cubicBezTo>
                    <a:pt x="7089" y="5095"/>
                    <a:pt x="6399" y="6125"/>
                    <a:pt x="5345" y="6562"/>
                  </a:cubicBezTo>
                  <a:cubicBezTo>
                    <a:pt x="4996" y="6706"/>
                    <a:pt x="4629" y="6776"/>
                    <a:pt x="4265" y="6776"/>
                  </a:cubicBezTo>
                  <a:cubicBezTo>
                    <a:pt x="3530" y="6776"/>
                    <a:pt x="2808" y="6489"/>
                    <a:pt x="2268" y="5947"/>
                  </a:cubicBezTo>
                  <a:cubicBezTo>
                    <a:pt x="1461" y="5140"/>
                    <a:pt x="1220" y="3927"/>
                    <a:pt x="1657" y="2873"/>
                  </a:cubicBezTo>
                  <a:cubicBezTo>
                    <a:pt x="2093" y="1816"/>
                    <a:pt x="3123" y="1129"/>
                    <a:pt x="4264" y="1129"/>
                  </a:cubicBezTo>
                  <a:cubicBezTo>
                    <a:pt x="4394" y="1132"/>
                    <a:pt x="4523" y="1144"/>
                    <a:pt x="4653" y="1168"/>
                  </a:cubicBezTo>
                  <a:lnTo>
                    <a:pt x="5580" y="241"/>
                  </a:lnTo>
                  <a:cubicBezTo>
                    <a:pt x="5159" y="84"/>
                    <a:pt x="4713" y="3"/>
                    <a:pt x="426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54" name="Google Shape;6225;p80">
              <a:extLst>
                <a:ext uri="{FF2B5EF4-FFF2-40B4-BE49-F238E27FC236}">
                  <a16:creationId xmlns:a16="http://schemas.microsoft.com/office/drawing/2014/main" id="{0A4CFD38-20A9-ED6A-9506-4DBE62E6A8C4}"/>
                </a:ext>
              </a:extLst>
            </p:cNvPr>
            <p:cNvSpPr/>
            <p:nvPr/>
          </p:nvSpPr>
          <p:spPr>
            <a:xfrm>
              <a:off x="5049725" y="1435075"/>
              <a:ext cx="481825" cy="481825"/>
            </a:xfrm>
            <a:custGeom>
              <a:avLst/>
              <a:gdLst/>
              <a:ahLst/>
              <a:cxnLst/>
              <a:rect l="l" t="t" r="r" b="b"/>
              <a:pathLst>
                <a:path w="19273" h="19273" extrusionOk="0">
                  <a:moveTo>
                    <a:pt x="9672" y="1"/>
                  </a:moveTo>
                  <a:cubicBezTo>
                    <a:pt x="4379" y="1"/>
                    <a:pt x="0" y="4307"/>
                    <a:pt x="0" y="9601"/>
                  </a:cubicBezTo>
                  <a:cubicBezTo>
                    <a:pt x="0" y="14892"/>
                    <a:pt x="4379" y="19273"/>
                    <a:pt x="9672" y="19273"/>
                  </a:cubicBezTo>
                  <a:cubicBezTo>
                    <a:pt x="14966" y="19273"/>
                    <a:pt x="19272" y="14892"/>
                    <a:pt x="19272" y="9601"/>
                  </a:cubicBezTo>
                  <a:cubicBezTo>
                    <a:pt x="19269" y="8204"/>
                    <a:pt x="18962" y="6821"/>
                    <a:pt x="18369" y="5557"/>
                  </a:cubicBezTo>
                  <a:lnTo>
                    <a:pt x="17646" y="6279"/>
                  </a:lnTo>
                  <a:cubicBezTo>
                    <a:pt x="17327" y="6599"/>
                    <a:pt x="16896" y="6776"/>
                    <a:pt x="16448" y="6776"/>
                  </a:cubicBezTo>
                  <a:lnTo>
                    <a:pt x="16430" y="6776"/>
                  </a:lnTo>
                  <a:cubicBezTo>
                    <a:pt x="16809" y="7671"/>
                    <a:pt x="17008" y="8628"/>
                    <a:pt x="17014" y="9601"/>
                  </a:cubicBezTo>
                  <a:cubicBezTo>
                    <a:pt x="17014" y="13648"/>
                    <a:pt x="13720" y="16939"/>
                    <a:pt x="9672" y="16939"/>
                  </a:cubicBezTo>
                  <a:cubicBezTo>
                    <a:pt x="5625" y="16939"/>
                    <a:pt x="2334" y="13648"/>
                    <a:pt x="2334" y="9601"/>
                  </a:cubicBezTo>
                  <a:cubicBezTo>
                    <a:pt x="2334" y="5554"/>
                    <a:pt x="5625" y="2259"/>
                    <a:pt x="9672" y="2259"/>
                  </a:cubicBezTo>
                  <a:cubicBezTo>
                    <a:pt x="10642" y="2265"/>
                    <a:pt x="11603" y="2464"/>
                    <a:pt x="12497" y="2844"/>
                  </a:cubicBezTo>
                  <a:lnTo>
                    <a:pt x="12497" y="2825"/>
                  </a:lnTo>
                  <a:cubicBezTo>
                    <a:pt x="12494" y="2374"/>
                    <a:pt x="12672" y="1943"/>
                    <a:pt x="12991" y="1627"/>
                  </a:cubicBezTo>
                  <a:lnTo>
                    <a:pt x="13713" y="904"/>
                  </a:lnTo>
                  <a:cubicBezTo>
                    <a:pt x="12449" y="311"/>
                    <a:pt x="11070" y="4"/>
                    <a:pt x="967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55" name="Google Shape;6226;p80">
              <a:extLst>
                <a:ext uri="{FF2B5EF4-FFF2-40B4-BE49-F238E27FC236}">
                  <a16:creationId xmlns:a16="http://schemas.microsoft.com/office/drawing/2014/main" id="{3DAF01FE-0AC0-CF0C-9495-EEE1A091F21B}"/>
                </a:ext>
              </a:extLst>
            </p:cNvPr>
            <p:cNvSpPr/>
            <p:nvPr/>
          </p:nvSpPr>
          <p:spPr>
            <a:xfrm>
              <a:off x="5245825" y="1435050"/>
              <a:ext cx="290450" cy="282350"/>
            </a:xfrm>
            <a:custGeom>
              <a:avLst/>
              <a:gdLst/>
              <a:ahLst/>
              <a:cxnLst/>
              <a:rect l="l" t="t" r="r" b="b"/>
              <a:pathLst>
                <a:path w="11618" h="11294" extrusionOk="0">
                  <a:moveTo>
                    <a:pt x="8601" y="1"/>
                  </a:moveTo>
                  <a:cubicBezTo>
                    <a:pt x="8461" y="1"/>
                    <a:pt x="8319" y="52"/>
                    <a:pt x="8203" y="168"/>
                  </a:cubicBezTo>
                  <a:lnTo>
                    <a:pt x="5945" y="2426"/>
                  </a:lnTo>
                  <a:cubicBezTo>
                    <a:pt x="5839" y="2531"/>
                    <a:pt x="5779" y="2676"/>
                    <a:pt x="5782" y="2826"/>
                  </a:cubicBezTo>
                  <a:lnTo>
                    <a:pt x="5782" y="4850"/>
                  </a:lnTo>
                  <a:lnTo>
                    <a:pt x="2554" y="8075"/>
                  </a:lnTo>
                  <a:cubicBezTo>
                    <a:pt x="2328" y="7967"/>
                    <a:pt x="2081" y="7906"/>
                    <a:pt x="1828" y="7906"/>
                  </a:cubicBezTo>
                  <a:cubicBezTo>
                    <a:pt x="1142" y="7906"/>
                    <a:pt x="525" y="8319"/>
                    <a:pt x="263" y="8951"/>
                  </a:cubicBezTo>
                  <a:cubicBezTo>
                    <a:pt x="1" y="9584"/>
                    <a:pt x="145" y="10312"/>
                    <a:pt x="630" y="10797"/>
                  </a:cubicBezTo>
                  <a:cubicBezTo>
                    <a:pt x="954" y="11122"/>
                    <a:pt x="1388" y="11294"/>
                    <a:pt x="1828" y="11294"/>
                  </a:cubicBezTo>
                  <a:cubicBezTo>
                    <a:pt x="2046" y="11294"/>
                    <a:pt x="2266" y="11251"/>
                    <a:pt x="2476" y="11165"/>
                  </a:cubicBezTo>
                  <a:cubicBezTo>
                    <a:pt x="3108" y="10903"/>
                    <a:pt x="3524" y="10285"/>
                    <a:pt x="3524" y="9602"/>
                  </a:cubicBezTo>
                  <a:cubicBezTo>
                    <a:pt x="3521" y="9349"/>
                    <a:pt x="3463" y="9102"/>
                    <a:pt x="3352" y="8876"/>
                  </a:cubicBezTo>
                  <a:lnTo>
                    <a:pt x="6580" y="5648"/>
                  </a:lnTo>
                  <a:lnTo>
                    <a:pt x="8604" y="5648"/>
                  </a:lnTo>
                  <a:cubicBezTo>
                    <a:pt x="8754" y="5648"/>
                    <a:pt x="8896" y="5588"/>
                    <a:pt x="9004" y="5482"/>
                  </a:cubicBezTo>
                  <a:lnTo>
                    <a:pt x="11263" y="3224"/>
                  </a:lnTo>
                  <a:cubicBezTo>
                    <a:pt x="11618" y="2869"/>
                    <a:pt x="11365" y="2260"/>
                    <a:pt x="10862" y="2260"/>
                  </a:cubicBezTo>
                  <a:lnTo>
                    <a:pt x="9170" y="2260"/>
                  </a:lnTo>
                  <a:lnTo>
                    <a:pt x="9170" y="568"/>
                  </a:lnTo>
                  <a:cubicBezTo>
                    <a:pt x="9170" y="226"/>
                    <a:pt x="8892" y="1"/>
                    <a:pt x="860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pic>
        <p:nvPicPr>
          <p:cNvPr id="334" name="Graphic 333">
            <a:extLst>
              <a:ext uri="{FF2B5EF4-FFF2-40B4-BE49-F238E27FC236}">
                <a16:creationId xmlns:a16="http://schemas.microsoft.com/office/drawing/2014/main" id="{1F4AF5A4-DB94-D3A4-4A82-7F2ED7C110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180519" y="2437363"/>
            <a:ext cx="2845955" cy="118346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98D01AB-CFFC-ED8D-967A-406DB04A12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263891"/>
            <a:ext cx="7704000" cy="572700"/>
          </a:xfrm>
        </p:spPr>
        <p:txBody>
          <a:bodyPr/>
          <a:lstStyle/>
          <a:p>
            <a:r>
              <a:rPr lang="en-US" dirty="0"/>
              <a:t>PREDICTING LEVEL OF PLAY IN CHESS</a:t>
            </a:r>
            <a:br>
              <a:rPr lang="en-US" dirty="0"/>
            </a:br>
            <a:endParaRPr lang="en-US" dirty="0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89E367A9-1542-A617-81C6-E1DDE3C40D9F}"/>
              </a:ext>
            </a:extLst>
          </p:cNvPr>
          <p:cNvGrpSpPr/>
          <p:nvPr/>
        </p:nvGrpSpPr>
        <p:grpSpPr>
          <a:xfrm>
            <a:off x="815900" y="477871"/>
            <a:ext cx="7512200" cy="179100"/>
            <a:chOff x="815900" y="681625"/>
            <a:chExt cx="7512200" cy="179100"/>
          </a:xfrm>
        </p:grpSpPr>
        <p:sp>
          <p:nvSpPr>
            <p:cNvPr id="39" name="Google Shape;352;p34">
              <a:extLst>
                <a:ext uri="{FF2B5EF4-FFF2-40B4-BE49-F238E27FC236}">
                  <a16:creationId xmlns:a16="http://schemas.microsoft.com/office/drawing/2014/main" id="{CA3207A9-9084-E999-C57D-DF9084C9CBBF}"/>
                </a:ext>
              </a:extLst>
            </p:cNvPr>
            <p:cNvSpPr/>
            <p:nvPr/>
          </p:nvSpPr>
          <p:spPr>
            <a:xfrm>
              <a:off x="815900" y="681625"/>
              <a:ext cx="179100" cy="179100"/>
            </a:xfrm>
            <a:prstGeom prst="diamond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353;p34">
              <a:extLst>
                <a:ext uri="{FF2B5EF4-FFF2-40B4-BE49-F238E27FC236}">
                  <a16:creationId xmlns:a16="http://schemas.microsoft.com/office/drawing/2014/main" id="{EE9E5695-D763-DEB4-29C1-AFDA886B8131}"/>
                </a:ext>
              </a:extLst>
            </p:cNvPr>
            <p:cNvSpPr/>
            <p:nvPr/>
          </p:nvSpPr>
          <p:spPr>
            <a:xfrm>
              <a:off x="8149000" y="681625"/>
              <a:ext cx="179100" cy="179100"/>
            </a:xfrm>
            <a:prstGeom prst="diamond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5" name="TextBox 64">
            <a:extLst>
              <a:ext uri="{FF2B5EF4-FFF2-40B4-BE49-F238E27FC236}">
                <a16:creationId xmlns:a16="http://schemas.microsoft.com/office/drawing/2014/main" id="{0E8083B3-DEB8-D89B-209D-D85BAACF5FC3}"/>
              </a:ext>
            </a:extLst>
          </p:cNvPr>
          <p:cNvSpPr txBox="1"/>
          <p:nvPr/>
        </p:nvSpPr>
        <p:spPr>
          <a:xfrm>
            <a:off x="510353" y="1345727"/>
            <a:ext cx="2491847" cy="54864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</a:lstStyle>
          <a:p>
            <a:pPr algn="just"/>
            <a:r>
              <a:rPr lang="en-US" sz="1000" b="1" dirty="0">
                <a:solidFill>
                  <a:schemeClr val="dk1"/>
                </a:solidFill>
                <a:latin typeface="Anaheim"/>
                <a:sym typeface="Anaheim"/>
              </a:rPr>
              <a:t>Can a multi-feature approach accurately predict the Elo Rating from a single game?</a:t>
            </a:r>
          </a:p>
          <a:p>
            <a:pPr algn="just"/>
            <a:endParaRPr lang="en-US" sz="1000" dirty="0"/>
          </a:p>
        </p:txBody>
      </p:sp>
      <p:sp>
        <p:nvSpPr>
          <p:cNvPr id="41" name="Google Shape;342;p34">
            <a:extLst>
              <a:ext uri="{FF2B5EF4-FFF2-40B4-BE49-F238E27FC236}">
                <a16:creationId xmlns:a16="http://schemas.microsoft.com/office/drawing/2014/main" id="{958C0E98-4D0C-3EA8-20C8-8C5ACF7C24B6}"/>
              </a:ext>
            </a:extLst>
          </p:cNvPr>
          <p:cNvSpPr txBox="1">
            <a:spLocks/>
          </p:cNvSpPr>
          <p:nvPr/>
        </p:nvSpPr>
        <p:spPr>
          <a:xfrm>
            <a:off x="6229997" y="785262"/>
            <a:ext cx="2342153" cy="55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naheim"/>
              <a:buNone/>
              <a:defRPr sz="1600" b="0" i="0" u="none" strike="noStrike" cap="non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marL="914400" marR="0" lvl="1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naheim"/>
              <a:buNone/>
              <a:defRPr sz="1600" b="0" i="0" u="none" strike="noStrike" cap="non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2pPr>
            <a:lvl3pPr marL="1371600" marR="0" lvl="2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naheim"/>
              <a:buNone/>
              <a:defRPr sz="1600" b="0" i="0" u="none" strike="noStrike" cap="non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3pPr>
            <a:lvl4pPr marL="1828800" marR="0" lvl="3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naheim"/>
              <a:buNone/>
              <a:defRPr sz="1600" b="0" i="0" u="none" strike="noStrike" cap="non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4pPr>
            <a:lvl5pPr marL="2286000" marR="0" lvl="4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naheim"/>
              <a:buNone/>
              <a:defRPr sz="1600" b="0" i="0" u="none" strike="noStrike" cap="non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5pPr>
            <a:lvl6pPr marL="2743200" marR="0" lvl="5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naheim"/>
              <a:buNone/>
              <a:defRPr sz="1600" b="0" i="0" u="none" strike="noStrike" cap="non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6pPr>
            <a:lvl7pPr marL="3200400" marR="0" lvl="6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naheim"/>
              <a:buNone/>
              <a:defRPr sz="1600" b="0" i="0" u="none" strike="noStrike" cap="non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7pPr>
            <a:lvl8pPr marL="3657600" marR="0" lvl="7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naheim"/>
              <a:buNone/>
              <a:defRPr sz="1600" b="0" i="0" u="none" strike="noStrike" cap="non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8pPr>
            <a:lvl9pPr marL="4114800" marR="0" lvl="8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naheim"/>
              <a:buNone/>
              <a:defRPr sz="1600" b="0" i="0" u="none" strike="noStrike" cap="non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9pPr>
          </a:lstStyle>
          <a:p>
            <a:pPr marL="0" indent="0" algn="l"/>
            <a:r>
              <a:rPr lang="en-US" dirty="0">
                <a:latin typeface="Oranienbaum" panose="02000506080000020003" pitchFamily="2" charset="0"/>
              </a:rPr>
              <a:t>MODELLING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B34E1C3-B2DB-059A-E06A-95415E750C39}"/>
              </a:ext>
            </a:extLst>
          </p:cNvPr>
          <p:cNvSpPr txBox="1"/>
          <p:nvPr/>
        </p:nvSpPr>
        <p:spPr>
          <a:xfrm>
            <a:off x="6416250" y="1635574"/>
            <a:ext cx="20341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3" name="Google Shape;342;p34">
            <a:extLst>
              <a:ext uri="{FF2B5EF4-FFF2-40B4-BE49-F238E27FC236}">
                <a16:creationId xmlns:a16="http://schemas.microsoft.com/office/drawing/2014/main" id="{D0ADF8BC-588F-5664-7524-BF8344C5A81D}"/>
              </a:ext>
            </a:extLst>
          </p:cNvPr>
          <p:cNvSpPr txBox="1">
            <a:spLocks/>
          </p:cNvSpPr>
          <p:nvPr/>
        </p:nvSpPr>
        <p:spPr>
          <a:xfrm>
            <a:off x="3355964" y="793804"/>
            <a:ext cx="2342153" cy="55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naheim"/>
              <a:buNone/>
              <a:defRPr sz="1600" b="0" i="0" u="none" strike="noStrike" cap="non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marL="914400" marR="0" lvl="1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naheim"/>
              <a:buNone/>
              <a:defRPr sz="1600" b="0" i="0" u="none" strike="noStrike" cap="non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2pPr>
            <a:lvl3pPr marL="1371600" marR="0" lvl="2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naheim"/>
              <a:buNone/>
              <a:defRPr sz="1600" b="0" i="0" u="none" strike="noStrike" cap="non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3pPr>
            <a:lvl4pPr marL="1828800" marR="0" lvl="3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naheim"/>
              <a:buNone/>
              <a:defRPr sz="1600" b="0" i="0" u="none" strike="noStrike" cap="non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4pPr>
            <a:lvl5pPr marL="2286000" marR="0" lvl="4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naheim"/>
              <a:buNone/>
              <a:defRPr sz="1600" b="0" i="0" u="none" strike="noStrike" cap="non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5pPr>
            <a:lvl6pPr marL="2743200" marR="0" lvl="5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naheim"/>
              <a:buNone/>
              <a:defRPr sz="1600" b="0" i="0" u="none" strike="noStrike" cap="non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6pPr>
            <a:lvl7pPr marL="3200400" marR="0" lvl="6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naheim"/>
              <a:buNone/>
              <a:defRPr sz="1600" b="0" i="0" u="none" strike="noStrike" cap="non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7pPr>
            <a:lvl8pPr marL="3657600" marR="0" lvl="7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naheim"/>
              <a:buNone/>
              <a:defRPr sz="1600" b="0" i="0" u="none" strike="noStrike" cap="non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8pPr>
            <a:lvl9pPr marL="4114800" marR="0" lvl="8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naheim"/>
              <a:buNone/>
              <a:defRPr sz="1600" b="0" i="0" u="none" strike="noStrike" cap="non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9pPr>
          </a:lstStyle>
          <a:p>
            <a:pPr marL="0" indent="0" algn="l"/>
            <a:r>
              <a:rPr lang="en-US" dirty="0">
                <a:latin typeface="Oranienbaum" panose="02000506080000020003" pitchFamily="2" charset="0"/>
              </a:rPr>
              <a:t>DATA &amp; PIPELINE</a:t>
            </a:r>
          </a:p>
        </p:txBody>
      </p:sp>
      <p:pic>
        <p:nvPicPr>
          <p:cNvPr id="318" name="Graphic 317">
            <a:extLst>
              <a:ext uri="{FF2B5EF4-FFF2-40B4-BE49-F238E27FC236}">
                <a16:creationId xmlns:a16="http://schemas.microsoft.com/office/drawing/2014/main" id="{B49030AA-2D32-4D5B-A495-009418A8196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169633" y="1346976"/>
            <a:ext cx="1228259" cy="949437"/>
          </a:xfrm>
          <a:prstGeom prst="rect">
            <a:avLst/>
          </a:prstGeom>
        </p:spPr>
      </p:pic>
      <p:sp>
        <p:nvSpPr>
          <p:cNvPr id="319" name="TextBox 318">
            <a:extLst>
              <a:ext uri="{FF2B5EF4-FFF2-40B4-BE49-F238E27FC236}">
                <a16:creationId xmlns:a16="http://schemas.microsoft.com/office/drawing/2014/main" id="{47182684-141B-57D6-6245-5B914C996F8E}"/>
              </a:ext>
            </a:extLst>
          </p:cNvPr>
          <p:cNvSpPr txBox="1"/>
          <p:nvPr/>
        </p:nvSpPr>
        <p:spPr>
          <a:xfrm>
            <a:off x="539418" y="3650461"/>
            <a:ext cx="1006599" cy="954107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90000"/>
              <a:buFont typeface="Arial"/>
              <a:buBlip>
                <a:blip r:embed="rId8">
                  <a:extLst>
                    <a:ext uri="{96DAC541-7B7A-43D3-8B79-37D633B846F1}">
                      <asvg:svgBlip xmlns:asvg="http://schemas.microsoft.com/office/drawing/2016/SVG/main" r:embed="rId9"/>
                    </a:ext>
                  </a:extLst>
                </a:blip>
              </a:buBlip>
              <a:tabLst/>
              <a:defRPr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523E32"/>
                </a:solidFill>
                <a:effectLst/>
                <a:uLnTx/>
                <a:uFillTx/>
                <a:latin typeface="Anaheim"/>
                <a:cs typeface="Arial"/>
                <a:sym typeface="Anaheim"/>
              </a:rPr>
              <a:t> Monthly games from </a:t>
            </a:r>
            <a:r>
              <a:rPr kumimoji="0" lang="en-US" sz="800" b="0" i="0" u="none" strike="noStrike" kern="0" cap="none" spc="0" normalizeH="0" baseline="0" noProof="0" dirty="0" err="1">
                <a:ln>
                  <a:noFill/>
                </a:ln>
                <a:solidFill>
                  <a:srgbClr val="523E32"/>
                </a:solidFill>
                <a:effectLst/>
                <a:uLnTx/>
                <a:uFillTx/>
                <a:latin typeface="Anaheim"/>
                <a:cs typeface="Arial"/>
                <a:sym typeface="Anaheim"/>
              </a:rPr>
              <a:t>Lichess</a:t>
            </a: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523E32"/>
                </a:solidFill>
                <a:effectLst/>
                <a:uLnTx/>
                <a:uFillTx/>
                <a:latin typeface="Anaheim"/>
                <a:cs typeface="Arial"/>
                <a:sym typeface="Anaheim"/>
              </a:rPr>
              <a:t> open Database.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90000"/>
              <a:buFont typeface="Arial"/>
              <a:buBlip>
                <a:blip r:embed="rId8">
                  <a:extLst>
                    <a:ext uri="{96DAC541-7B7A-43D3-8B79-37D633B846F1}">
                      <asvg:svgBlip xmlns:asvg="http://schemas.microsoft.com/office/drawing/2016/SVG/main" r:embed="rId9"/>
                    </a:ext>
                  </a:extLst>
                </a:blip>
              </a:buBlip>
              <a:tabLst/>
              <a:defRPr/>
            </a:pPr>
            <a:r>
              <a:rPr lang="en-US" sz="800" dirty="0">
                <a:solidFill>
                  <a:srgbClr val="523E32"/>
                </a:solidFill>
                <a:latin typeface="Anaheim"/>
                <a:sym typeface="Anaheim"/>
              </a:rPr>
              <a:t> Compressed file of </a:t>
            </a:r>
            <a:r>
              <a:rPr lang="en-US" sz="800" b="1" dirty="0">
                <a:solidFill>
                  <a:srgbClr val="523E32"/>
                </a:solidFill>
                <a:latin typeface="Anaheim"/>
                <a:sym typeface="Anaheim"/>
              </a:rPr>
              <a:t>PGN </a:t>
            </a:r>
            <a:r>
              <a:rPr lang="en-US" sz="800" dirty="0">
                <a:solidFill>
                  <a:srgbClr val="523E32"/>
                </a:solidFill>
                <a:latin typeface="Anaheim"/>
                <a:sym typeface="Anaheim"/>
              </a:rPr>
              <a:t>data.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90000"/>
              <a:buFont typeface="Arial"/>
              <a:buBlip>
                <a:blip r:embed="rId8">
                  <a:extLst>
                    <a:ext uri="{96DAC541-7B7A-43D3-8B79-37D633B846F1}">
                      <asvg:svgBlip xmlns:asvg="http://schemas.microsoft.com/office/drawing/2016/SVG/main" r:embed="rId9"/>
                    </a:ext>
                  </a:extLst>
                </a:blip>
              </a:buBlip>
              <a:tabLst/>
              <a:defRPr/>
            </a:pPr>
            <a:r>
              <a:rPr lang="en-US" sz="800" dirty="0">
                <a:solidFill>
                  <a:srgbClr val="523E32"/>
                </a:solidFill>
                <a:latin typeface="Anaheim"/>
                <a:sym typeface="Anaheim"/>
              </a:rPr>
              <a:t> Metadata + Move order seq (SAN).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rgbClr val="523E32"/>
              </a:solidFill>
              <a:effectLst/>
              <a:uLnTx/>
              <a:uFillTx/>
              <a:latin typeface="Anaheim"/>
              <a:cs typeface="Arial"/>
              <a:sym typeface="Anaheim"/>
            </a:endParaRPr>
          </a:p>
        </p:txBody>
      </p:sp>
      <p:sp>
        <p:nvSpPr>
          <p:cNvPr id="320" name="TextBox 319">
            <a:extLst>
              <a:ext uri="{FF2B5EF4-FFF2-40B4-BE49-F238E27FC236}">
                <a16:creationId xmlns:a16="http://schemas.microsoft.com/office/drawing/2014/main" id="{508BE1E8-D68A-5D43-56D7-BE69BD638E9D}"/>
              </a:ext>
            </a:extLst>
          </p:cNvPr>
          <p:cNvSpPr txBox="1"/>
          <p:nvPr/>
        </p:nvSpPr>
        <p:spPr>
          <a:xfrm>
            <a:off x="4371222" y="1320306"/>
            <a:ext cx="1520307" cy="954107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90000"/>
              <a:buFont typeface="Arial"/>
              <a:buBlip>
                <a:blip r:embed="rId8">
                  <a:extLst>
                    <a:ext uri="{96DAC541-7B7A-43D3-8B79-37D633B846F1}">
                      <asvg:svgBlip xmlns:asvg="http://schemas.microsoft.com/office/drawing/2016/SVG/main" r:embed="rId9"/>
                    </a:ext>
                  </a:extLst>
                </a:blip>
              </a:buBlip>
              <a:tabLst/>
              <a:defRPr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523E32"/>
                </a:solidFill>
                <a:effectLst/>
                <a:uLnTx/>
                <a:uFillTx/>
                <a:latin typeface="Anaheim"/>
                <a:cs typeface="Arial"/>
                <a:sym typeface="Anaheim"/>
              </a:rPr>
              <a:t> Parallel processing of batches of games.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90000"/>
              <a:buFont typeface="Arial"/>
              <a:buBlip>
                <a:blip r:embed="rId8">
                  <a:extLst>
                    <a:ext uri="{96DAC541-7B7A-43D3-8B79-37D633B846F1}">
                      <asvg:svgBlip xmlns:asvg="http://schemas.microsoft.com/office/drawing/2016/SVG/main" r:embed="rId9"/>
                    </a:ext>
                  </a:extLst>
                </a:blip>
              </a:buBlip>
              <a:tabLst/>
              <a:defRPr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523E32"/>
                </a:solidFill>
                <a:effectLst/>
                <a:uLnTx/>
                <a:uFillTx/>
                <a:latin typeface="Anaheim"/>
                <a:cs typeface="Arial"/>
                <a:sym typeface="Anaheim"/>
              </a:rPr>
              <a:t> </a:t>
            </a:r>
            <a:r>
              <a:rPr kumimoji="0" lang="en-US" sz="800" i="0" u="none" strike="noStrike" kern="0" cap="none" spc="0" normalizeH="0" baseline="0" noProof="0" dirty="0">
                <a:ln>
                  <a:noFill/>
                </a:ln>
                <a:solidFill>
                  <a:srgbClr val="523E32"/>
                </a:solidFill>
                <a:effectLst/>
                <a:uLnTx/>
                <a:uFillTx/>
                <a:latin typeface="Anaheim"/>
                <a:cs typeface="Arial"/>
                <a:sym typeface="Anaheim"/>
              </a:rPr>
              <a:t>Engine Evaluation </a:t>
            </a: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523E32"/>
                </a:solidFill>
                <a:effectLst/>
                <a:uLnTx/>
                <a:uFillTx/>
                <a:latin typeface="Anaheim"/>
                <a:cs typeface="Arial"/>
                <a:sym typeface="Anaheim"/>
              </a:rPr>
              <a:t>to generate features: Eval, W/D/L, Blunders, Mistakes, Inaccuracies, etc.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90000"/>
              <a:buFont typeface="Arial"/>
              <a:buBlip>
                <a:blip r:embed="rId8">
                  <a:extLst>
                    <a:ext uri="{96DAC541-7B7A-43D3-8B79-37D633B846F1}">
                      <asvg:svgBlip xmlns:asvg="http://schemas.microsoft.com/office/drawing/2016/SVG/main" r:embed="rId9"/>
                    </a:ext>
                  </a:extLst>
                </a:blip>
              </a:buBlip>
              <a:tabLst/>
              <a:defRPr/>
            </a:pPr>
            <a:r>
              <a:rPr lang="en-US" sz="800" dirty="0">
                <a:solidFill>
                  <a:srgbClr val="523E32"/>
                </a:solidFill>
                <a:latin typeface="Anaheim"/>
                <a:sym typeface="Anaheim"/>
              </a:rPr>
              <a:t> Export </a:t>
            </a:r>
            <a:r>
              <a:rPr lang="en-US" sz="800" b="1" dirty="0">
                <a:solidFill>
                  <a:srgbClr val="523E32"/>
                </a:solidFill>
                <a:latin typeface="Anaheim"/>
                <a:sym typeface="Anaheim"/>
              </a:rPr>
              <a:t>tensorized</a:t>
            </a:r>
            <a:r>
              <a:rPr lang="en-US" sz="800" dirty="0">
                <a:solidFill>
                  <a:srgbClr val="523E32"/>
                </a:solidFill>
                <a:latin typeface="Anaheim"/>
                <a:sym typeface="Anaheim"/>
              </a:rPr>
              <a:t> features to </a:t>
            </a:r>
            <a:r>
              <a:rPr lang="en-US" sz="800" dirty="0" err="1">
                <a:solidFill>
                  <a:srgbClr val="523E32"/>
                </a:solidFill>
                <a:latin typeface="Anaheim"/>
                <a:sym typeface="Anaheim"/>
              </a:rPr>
              <a:t>TFRecords</a:t>
            </a:r>
            <a:r>
              <a:rPr lang="en-US" sz="800" dirty="0">
                <a:solidFill>
                  <a:srgbClr val="523E32"/>
                </a:solidFill>
                <a:latin typeface="Anaheim"/>
                <a:sym typeface="Anaheim"/>
              </a:rPr>
              <a:t> for direct ML training.</a:t>
            </a:r>
          </a:p>
        </p:txBody>
      </p:sp>
      <p:sp>
        <p:nvSpPr>
          <p:cNvPr id="342" name="Google Shape;342;p34">
            <a:extLst>
              <a:ext uri="{FF2B5EF4-FFF2-40B4-BE49-F238E27FC236}">
                <a16:creationId xmlns:a16="http://schemas.microsoft.com/office/drawing/2014/main" id="{92BF8F93-D076-7E53-C911-35807FF99DF3}"/>
              </a:ext>
            </a:extLst>
          </p:cNvPr>
          <p:cNvSpPr txBox="1">
            <a:spLocks/>
          </p:cNvSpPr>
          <p:nvPr/>
        </p:nvSpPr>
        <p:spPr>
          <a:xfrm>
            <a:off x="618229" y="793804"/>
            <a:ext cx="2342153" cy="55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naheim"/>
              <a:buNone/>
              <a:defRPr sz="1600" b="0" i="0" u="none" strike="noStrike" cap="non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marL="914400" marR="0" lvl="1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naheim"/>
              <a:buNone/>
              <a:defRPr sz="1600" b="0" i="0" u="none" strike="noStrike" cap="non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2pPr>
            <a:lvl3pPr marL="1371600" marR="0" lvl="2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naheim"/>
              <a:buNone/>
              <a:defRPr sz="1600" b="0" i="0" u="none" strike="noStrike" cap="non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3pPr>
            <a:lvl4pPr marL="1828800" marR="0" lvl="3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naheim"/>
              <a:buNone/>
              <a:defRPr sz="1600" b="0" i="0" u="none" strike="noStrike" cap="non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4pPr>
            <a:lvl5pPr marL="2286000" marR="0" lvl="4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naheim"/>
              <a:buNone/>
              <a:defRPr sz="1600" b="0" i="0" u="none" strike="noStrike" cap="non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5pPr>
            <a:lvl6pPr marL="2743200" marR="0" lvl="5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naheim"/>
              <a:buNone/>
              <a:defRPr sz="1600" b="0" i="0" u="none" strike="noStrike" cap="non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6pPr>
            <a:lvl7pPr marL="3200400" marR="0" lvl="6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naheim"/>
              <a:buNone/>
              <a:defRPr sz="1600" b="0" i="0" u="none" strike="noStrike" cap="non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7pPr>
            <a:lvl8pPr marL="3657600" marR="0" lvl="7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naheim"/>
              <a:buNone/>
              <a:defRPr sz="1600" b="0" i="0" u="none" strike="noStrike" cap="non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8pPr>
            <a:lvl9pPr marL="4114800" marR="0" lvl="8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naheim"/>
              <a:buNone/>
              <a:defRPr sz="1600" b="0" i="0" u="none" strike="noStrike" cap="non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9pPr>
          </a:lstStyle>
          <a:p>
            <a:pPr marL="0" indent="0" algn="l"/>
            <a:r>
              <a:rPr lang="en-US" dirty="0">
                <a:latin typeface="Oranienbaum" panose="02000506080000020003" pitchFamily="2" charset="0"/>
              </a:rPr>
              <a:t>OBJECTIVE</a:t>
            </a:r>
          </a:p>
        </p:txBody>
      </p:sp>
      <p:pic>
        <p:nvPicPr>
          <p:cNvPr id="358" name="Graphic 357">
            <a:extLst>
              <a:ext uri="{FF2B5EF4-FFF2-40B4-BE49-F238E27FC236}">
                <a16:creationId xmlns:a16="http://schemas.microsoft.com/office/drawing/2014/main" id="{8F8CB60A-48A4-9221-274D-810F866BD80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65982" y="1821674"/>
            <a:ext cx="1581707" cy="1359204"/>
          </a:xfrm>
          <a:prstGeom prst="rect">
            <a:avLst/>
          </a:prstGeom>
        </p:spPr>
      </p:pic>
      <p:sp>
        <p:nvSpPr>
          <p:cNvPr id="359" name="TextBox 358">
            <a:extLst>
              <a:ext uri="{FF2B5EF4-FFF2-40B4-BE49-F238E27FC236}">
                <a16:creationId xmlns:a16="http://schemas.microsoft.com/office/drawing/2014/main" id="{B1BBBF36-9C65-5A42-65E9-D893C05C7B17}"/>
              </a:ext>
            </a:extLst>
          </p:cNvPr>
          <p:cNvSpPr txBox="1"/>
          <p:nvPr/>
        </p:nvSpPr>
        <p:spPr>
          <a:xfrm>
            <a:off x="2092060" y="1750087"/>
            <a:ext cx="954511" cy="144655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buSzPct val="90000"/>
              <a:buBlip>
                <a:blip r:embed="rId8">
                  <a:extLst>
                    <a:ext uri="{96DAC541-7B7A-43D3-8B79-37D633B846F1}">
                      <asvg:svgBlip xmlns:asvg="http://schemas.microsoft.com/office/drawing/2016/SVG/main" r:embed="rId9"/>
                    </a:ext>
                  </a:extLst>
                </a:blip>
              </a:buBlip>
            </a:pPr>
            <a:r>
              <a:rPr lang="en-US" sz="800" dirty="0">
                <a:solidFill>
                  <a:schemeClr val="dk1"/>
                </a:solidFill>
                <a:latin typeface="Anaheim"/>
                <a:sym typeface="Anaheim"/>
              </a:rPr>
              <a:t> Outcome-based</a:t>
            </a:r>
          </a:p>
          <a:p>
            <a:pPr>
              <a:buSzPct val="90000"/>
              <a:buBlip>
                <a:blip r:embed="rId8">
                  <a:extLst>
                    <a:ext uri="{96DAC541-7B7A-43D3-8B79-37D633B846F1}">
                      <asvg:svgBlip xmlns:asvg="http://schemas.microsoft.com/office/drawing/2016/SVG/main" r:embed="rId9"/>
                    </a:ext>
                  </a:extLst>
                </a:blip>
              </a:buBlip>
            </a:pPr>
            <a:r>
              <a:rPr lang="en-US" sz="800" dirty="0">
                <a:solidFill>
                  <a:schemeClr val="dk1"/>
                </a:solidFill>
                <a:latin typeface="Anaheim"/>
                <a:sym typeface="Anaheim"/>
              </a:rPr>
              <a:t> Limitations in evaluating solo    game.</a:t>
            </a:r>
          </a:p>
          <a:p>
            <a:pPr>
              <a:buSzPct val="90000"/>
              <a:buBlip>
                <a:blip r:embed="rId8">
                  <a:extLst>
                    <a:ext uri="{96DAC541-7B7A-43D3-8B79-37D633B846F1}">
                      <asvg:svgBlip xmlns:asvg="http://schemas.microsoft.com/office/drawing/2016/SVG/main" r:embed="rId9"/>
                    </a:ext>
                  </a:extLst>
                </a:blip>
              </a:buBlip>
            </a:pPr>
            <a:r>
              <a:rPr lang="en-US" sz="800" dirty="0">
                <a:solidFill>
                  <a:schemeClr val="dk1"/>
                </a:solidFill>
                <a:latin typeface="Anaheim"/>
              </a:rPr>
              <a:t> Inaccurate initial rating.</a:t>
            </a:r>
          </a:p>
          <a:p>
            <a:pPr>
              <a:buSzPct val="90000"/>
              <a:buBlip>
                <a:blip r:embed="rId8">
                  <a:extLst>
                    <a:ext uri="{96DAC541-7B7A-43D3-8B79-37D633B846F1}">
                      <asvg:svgBlip xmlns:asvg="http://schemas.microsoft.com/office/drawing/2016/SVG/main" r:embed="rId9"/>
                    </a:ext>
                  </a:extLst>
                </a:blip>
              </a:buBlip>
            </a:pPr>
            <a:r>
              <a:rPr lang="en-US" sz="800" dirty="0">
                <a:solidFill>
                  <a:schemeClr val="dk1"/>
                </a:solidFill>
                <a:latin typeface="Anaheim"/>
                <a:sym typeface="Anaheim"/>
              </a:rPr>
              <a:t> Doesn’t measure playing strength</a:t>
            </a:r>
          </a:p>
          <a:p>
            <a:pPr>
              <a:buSzPct val="90000"/>
              <a:buBlip>
                <a:blip r:embed="rId8">
                  <a:extLst>
                    <a:ext uri="{96DAC541-7B7A-43D3-8B79-37D633B846F1}">
                      <asvg:svgBlip xmlns:asvg="http://schemas.microsoft.com/office/drawing/2016/SVG/main" r:embed="rId9"/>
                    </a:ext>
                  </a:extLst>
                </a:blip>
              </a:buBlip>
            </a:pPr>
            <a:r>
              <a:rPr lang="en-US" sz="800" dirty="0">
                <a:solidFill>
                  <a:schemeClr val="dk1"/>
                </a:solidFill>
                <a:latin typeface="Anaheim"/>
                <a:sym typeface="Anaheim"/>
              </a:rPr>
              <a:t> Not suitable for cross-era player comparisons</a:t>
            </a:r>
          </a:p>
        </p:txBody>
      </p:sp>
      <p:sp>
        <p:nvSpPr>
          <p:cNvPr id="366" name="Google Shape;342;p34">
            <a:extLst>
              <a:ext uri="{FF2B5EF4-FFF2-40B4-BE49-F238E27FC236}">
                <a16:creationId xmlns:a16="http://schemas.microsoft.com/office/drawing/2014/main" id="{B45B72BF-1A47-4EB1-3ED3-85C522669A3F}"/>
              </a:ext>
            </a:extLst>
          </p:cNvPr>
          <p:cNvSpPr txBox="1">
            <a:spLocks/>
          </p:cNvSpPr>
          <p:nvPr/>
        </p:nvSpPr>
        <p:spPr>
          <a:xfrm>
            <a:off x="651724" y="3114257"/>
            <a:ext cx="2342153" cy="55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naheim"/>
              <a:buNone/>
              <a:defRPr sz="1600" b="0" i="0" u="none" strike="noStrike" cap="non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marL="914400" marR="0" lvl="1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naheim"/>
              <a:buNone/>
              <a:defRPr sz="1600" b="0" i="0" u="none" strike="noStrike" cap="non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2pPr>
            <a:lvl3pPr marL="1371600" marR="0" lvl="2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naheim"/>
              <a:buNone/>
              <a:defRPr sz="1600" b="0" i="0" u="none" strike="noStrike" cap="non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3pPr>
            <a:lvl4pPr marL="1828800" marR="0" lvl="3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naheim"/>
              <a:buNone/>
              <a:defRPr sz="1600" b="0" i="0" u="none" strike="noStrike" cap="non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4pPr>
            <a:lvl5pPr marL="2286000" marR="0" lvl="4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naheim"/>
              <a:buNone/>
              <a:defRPr sz="1600" b="0" i="0" u="none" strike="noStrike" cap="non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5pPr>
            <a:lvl6pPr marL="2743200" marR="0" lvl="5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naheim"/>
              <a:buNone/>
              <a:defRPr sz="1600" b="0" i="0" u="none" strike="noStrike" cap="non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6pPr>
            <a:lvl7pPr marL="3200400" marR="0" lvl="6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naheim"/>
              <a:buNone/>
              <a:defRPr sz="1600" b="0" i="0" u="none" strike="noStrike" cap="non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7pPr>
            <a:lvl8pPr marL="3657600" marR="0" lvl="7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naheim"/>
              <a:buNone/>
              <a:defRPr sz="1600" b="0" i="0" u="none" strike="noStrike" cap="non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8pPr>
            <a:lvl9pPr marL="4114800" marR="0" lvl="8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naheim"/>
              <a:buNone/>
              <a:defRPr sz="1600" b="0" i="0" u="none" strike="noStrike" cap="non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9pPr>
          </a:lstStyle>
          <a:p>
            <a:pPr marL="0" indent="0" algn="l"/>
            <a:r>
              <a:rPr lang="en-US" dirty="0">
                <a:latin typeface="Oranienbaum" panose="02000506080000020003" pitchFamily="2" charset="0"/>
              </a:rPr>
              <a:t>DATA SOURCE</a:t>
            </a:r>
          </a:p>
        </p:txBody>
      </p:sp>
      <p:grpSp>
        <p:nvGrpSpPr>
          <p:cNvPr id="423" name="Google Shape;6740;p81">
            <a:extLst>
              <a:ext uri="{FF2B5EF4-FFF2-40B4-BE49-F238E27FC236}">
                <a16:creationId xmlns:a16="http://schemas.microsoft.com/office/drawing/2014/main" id="{6F86E8AF-EB35-B067-D45C-E25113CBD6BB}"/>
              </a:ext>
            </a:extLst>
          </p:cNvPr>
          <p:cNvGrpSpPr>
            <a:grpSpLocks noChangeAspect="1"/>
          </p:cNvGrpSpPr>
          <p:nvPr/>
        </p:nvGrpSpPr>
        <p:grpSpPr>
          <a:xfrm>
            <a:off x="6108667" y="1042701"/>
            <a:ext cx="184073" cy="182880"/>
            <a:chOff x="-22845575" y="3504075"/>
            <a:chExt cx="296950" cy="295025"/>
          </a:xfrm>
          <a:solidFill>
            <a:schemeClr val="bg1">
              <a:lumMod val="75000"/>
            </a:schemeClr>
          </a:solidFill>
        </p:grpSpPr>
        <p:sp>
          <p:nvSpPr>
            <p:cNvPr id="424" name="Google Shape;6741;p81">
              <a:extLst>
                <a:ext uri="{FF2B5EF4-FFF2-40B4-BE49-F238E27FC236}">
                  <a16:creationId xmlns:a16="http://schemas.microsoft.com/office/drawing/2014/main" id="{7A2B7AF7-86BA-F160-4834-53343B834364}"/>
                </a:ext>
              </a:extLst>
            </p:cNvPr>
            <p:cNvSpPr/>
            <p:nvPr/>
          </p:nvSpPr>
          <p:spPr>
            <a:xfrm>
              <a:off x="-22688825" y="3504100"/>
              <a:ext cx="140200" cy="295000"/>
            </a:xfrm>
            <a:custGeom>
              <a:avLst/>
              <a:gdLst/>
              <a:ahLst/>
              <a:cxnLst/>
              <a:rect l="l" t="t" r="r" b="b"/>
              <a:pathLst>
                <a:path w="5608" h="11800" extrusionOk="0">
                  <a:moveTo>
                    <a:pt x="1465" y="2908"/>
                  </a:moveTo>
                  <a:cubicBezTo>
                    <a:pt x="1552" y="2908"/>
                    <a:pt x="1638" y="2931"/>
                    <a:pt x="1701" y="2979"/>
                  </a:cubicBezTo>
                  <a:cubicBezTo>
                    <a:pt x="1827" y="3105"/>
                    <a:pt x="1827" y="3357"/>
                    <a:pt x="1701" y="3451"/>
                  </a:cubicBezTo>
                  <a:cubicBezTo>
                    <a:pt x="1292" y="3861"/>
                    <a:pt x="1292" y="4522"/>
                    <a:pt x="1701" y="4932"/>
                  </a:cubicBezTo>
                  <a:cubicBezTo>
                    <a:pt x="1827" y="5026"/>
                    <a:pt x="1827" y="5279"/>
                    <a:pt x="1701" y="5373"/>
                  </a:cubicBezTo>
                  <a:cubicBezTo>
                    <a:pt x="1632" y="5477"/>
                    <a:pt x="1544" y="5524"/>
                    <a:pt x="1452" y="5524"/>
                  </a:cubicBezTo>
                  <a:cubicBezTo>
                    <a:pt x="1377" y="5524"/>
                    <a:pt x="1300" y="5493"/>
                    <a:pt x="1229" y="5436"/>
                  </a:cubicBezTo>
                  <a:cubicBezTo>
                    <a:pt x="567" y="4774"/>
                    <a:pt x="567" y="3672"/>
                    <a:pt x="1229" y="2979"/>
                  </a:cubicBezTo>
                  <a:cubicBezTo>
                    <a:pt x="1292" y="2931"/>
                    <a:pt x="1378" y="2908"/>
                    <a:pt x="1465" y="2908"/>
                  </a:cubicBezTo>
                  <a:close/>
                  <a:moveTo>
                    <a:pt x="2461" y="7313"/>
                  </a:moveTo>
                  <a:cubicBezTo>
                    <a:pt x="2532" y="7313"/>
                    <a:pt x="2605" y="7318"/>
                    <a:pt x="2678" y="7326"/>
                  </a:cubicBezTo>
                  <a:cubicBezTo>
                    <a:pt x="2867" y="7358"/>
                    <a:pt x="3025" y="7515"/>
                    <a:pt x="2993" y="7704"/>
                  </a:cubicBezTo>
                  <a:cubicBezTo>
                    <a:pt x="2962" y="7925"/>
                    <a:pt x="2804" y="8019"/>
                    <a:pt x="2615" y="8019"/>
                  </a:cubicBezTo>
                  <a:cubicBezTo>
                    <a:pt x="2579" y="8016"/>
                    <a:pt x="2543" y="8014"/>
                    <a:pt x="2507" y="8014"/>
                  </a:cubicBezTo>
                  <a:cubicBezTo>
                    <a:pt x="1947" y="8014"/>
                    <a:pt x="1418" y="8467"/>
                    <a:pt x="1418" y="9059"/>
                  </a:cubicBezTo>
                  <a:cubicBezTo>
                    <a:pt x="1418" y="9248"/>
                    <a:pt x="1260" y="9406"/>
                    <a:pt x="1071" y="9406"/>
                  </a:cubicBezTo>
                  <a:cubicBezTo>
                    <a:pt x="882" y="9406"/>
                    <a:pt x="725" y="9248"/>
                    <a:pt x="725" y="9059"/>
                  </a:cubicBezTo>
                  <a:cubicBezTo>
                    <a:pt x="725" y="8091"/>
                    <a:pt x="1490" y="7313"/>
                    <a:pt x="2461" y="7313"/>
                  </a:cubicBezTo>
                  <a:close/>
                  <a:moveTo>
                    <a:pt x="1060" y="0"/>
                  </a:moveTo>
                  <a:cubicBezTo>
                    <a:pt x="689" y="0"/>
                    <a:pt x="327" y="130"/>
                    <a:pt x="0" y="364"/>
                  </a:cubicBezTo>
                  <a:lnTo>
                    <a:pt x="0" y="5247"/>
                  </a:lnTo>
                  <a:cubicBezTo>
                    <a:pt x="0" y="5814"/>
                    <a:pt x="473" y="6255"/>
                    <a:pt x="1040" y="6255"/>
                  </a:cubicBezTo>
                  <a:cubicBezTo>
                    <a:pt x="1229" y="6255"/>
                    <a:pt x="1386" y="6413"/>
                    <a:pt x="1386" y="6602"/>
                  </a:cubicBezTo>
                  <a:cubicBezTo>
                    <a:pt x="1386" y="6822"/>
                    <a:pt x="1229" y="6948"/>
                    <a:pt x="1040" y="6948"/>
                  </a:cubicBezTo>
                  <a:cubicBezTo>
                    <a:pt x="630" y="6948"/>
                    <a:pt x="284" y="6854"/>
                    <a:pt x="0" y="6602"/>
                  </a:cubicBezTo>
                  <a:lnTo>
                    <a:pt x="0" y="11453"/>
                  </a:lnTo>
                  <a:cubicBezTo>
                    <a:pt x="284" y="11705"/>
                    <a:pt x="630" y="11800"/>
                    <a:pt x="1040" y="11800"/>
                  </a:cubicBezTo>
                  <a:cubicBezTo>
                    <a:pt x="1733" y="11800"/>
                    <a:pt x="2363" y="11359"/>
                    <a:pt x="2647" y="10760"/>
                  </a:cubicBezTo>
                  <a:cubicBezTo>
                    <a:pt x="3497" y="10634"/>
                    <a:pt x="4190" y="9910"/>
                    <a:pt x="4190" y="9028"/>
                  </a:cubicBezTo>
                  <a:cubicBezTo>
                    <a:pt x="4190" y="8902"/>
                    <a:pt x="4159" y="8776"/>
                    <a:pt x="4159" y="8618"/>
                  </a:cubicBezTo>
                  <a:cubicBezTo>
                    <a:pt x="4505" y="8555"/>
                    <a:pt x="4820" y="8397"/>
                    <a:pt x="5104" y="8145"/>
                  </a:cubicBezTo>
                  <a:cubicBezTo>
                    <a:pt x="5419" y="7830"/>
                    <a:pt x="5608" y="7389"/>
                    <a:pt x="5608" y="6917"/>
                  </a:cubicBezTo>
                  <a:cubicBezTo>
                    <a:pt x="5608" y="6539"/>
                    <a:pt x="5482" y="6192"/>
                    <a:pt x="5261" y="5909"/>
                  </a:cubicBezTo>
                  <a:cubicBezTo>
                    <a:pt x="5482" y="5594"/>
                    <a:pt x="5608" y="5247"/>
                    <a:pt x="5608" y="4869"/>
                  </a:cubicBezTo>
                  <a:cubicBezTo>
                    <a:pt x="5608" y="4396"/>
                    <a:pt x="5387" y="3987"/>
                    <a:pt x="5072" y="3672"/>
                  </a:cubicBezTo>
                  <a:cubicBezTo>
                    <a:pt x="4852" y="3420"/>
                    <a:pt x="4505" y="3262"/>
                    <a:pt x="4127" y="3199"/>
                  </a:cubicBezTo>
                  <a:cubicBezTo>
                    <a:pt x="4253" y="2632"/>
                    <a:pt x="4096" y="2002"/>
                    <a:pt x="3655" y="1561"/>
                  </a:cubicBezTo>
                  <a:cubicBezTo>
                    <a:pt x="3403" y="1309"/>
                    <a:pt x="3025" y="1120"/>
                    <a:pt x="2647" y="1088"/>
                  </a:cubicBezTo>
                  <a:cubicBezTo>
                    <a:pt x="2394" y="584"/>
                    <a:pt x="1985" y="143"/>
                    <a:pt x="1449" y="49"/>
                  </a:cubicBezTo>
                  <a:cubicBezTo>
                    <a:pt x="1319" y="16"/>
                    <a:pt x="1189" y="0"/>
                    <a:pt x="10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6742;p81">
              <a:extLst>
                <a:ext uri="{FF2B5EF4-FFF2-40B4-BE49-F238E27FC236}">
                  <a16:creationId xmlns:a16="http://schemas.microsoft.com/office/drawing/2014/main" id="{99A9AAFD-003A-CF8F-6645-45F86CFED524}"/>
                </a:ext>
              </a:extLst>
            </p:cNvPr>
            <p:cNvSpPr/>
            <p:nvPr/>
          </p:nvSpPr>
          <p:spPr>
            <a:xfrm>
              <a:off x="-22845575" y="3504075"/>
              <a:ext cx="139425" cy="294250"/>
            </a:xfrm>
            <a:custGeom>
              <a:avLst/>
              <a:gdLst/>
              <a:ahLst/>
              <a:cxnLst/>
              <a:rect l="l" t="t" r="r" b="b"/>
              <a:pathLst>
                <a:path w="5577" h="11770" extrusionOk="0">
                  <a:moveTo>
                    <a:pt x="4187" y="2948"/>
                  </a:moveTo>
                  <a:cubicBezTo>
                    <a:pt x="4277" y="2948"/>
                    <a:pt x="4364" y="2980"/>
                    <a:pt x="4411" y="3043"/>
                  </a:cubicBezTo>
                  <a:cubicBezTo>
                    <a:pt x="5104" y="3673"/>
                    <a:pt x="5104" y="4775"/>
                    <a:pt x="4411" y="5437"/>
                  </a:cubicBezTo>
                  <a:cubicBezTo>
                    <a:pt x="4364" y="5500"/>
                    <a:pt x="4277" y="5532"/>
                    <a:pt x="4187" y="5532"/>
                  </a:cubicBezTo>
                  <a:cubicBezTo>
                    <a:pt x="4096" y="5532"/>
                    <a:pt x="4002" y="5500"/>
                    <a:pt x="3939" y="5437"/>
                  </a:cubicBezTo>
                  <a:cubicBezTo>
                    <a:pt x="3844" y="5311"/>
                    <a:pt x="3844" y="5090"/>
                    <a:pt x="3939" y="4964"/>
                  </a:cubicBezTo>
                  <a:cubicBezTo>
                    <a:pt x="4348" y="4555"/>
                    <a:pt x="4348" y="3893"/>
                    <a:pt x="3939" y="3515"/>
                  </a:cubicBezTo>
                  <a:cubicBezTo>
                    <a:pt x="3844" y="3389"/>
                    <a:pt x="3844" y="3137"/>
                    <a:pt x="3939" y="3043"/>
                  </a:cubicBezTo>
                  <a:cubicBezTo>
                    <a:pt x="4002" y="2980"/>
                    <a:pt x="4096" y="2948"/>
                    <a:pt x="4187" y="2948"/>
                  </a:cubicBezTo>
                  <a:close/>
                  <a:moveTo>
                    <a:pt x="3148" y="7314"/>
                  </a:moveTo>
                  <a:cubicBezTo>
                    <a:pt x="4123" y="7314"/>
                    <a:pt x="4915" y="8092"/>
                    <a:pt x="4915" y="9060"/>
                  </a:cubicBezTo>
                  <a:cubicBezTo>
                    <a:pt x="4915" y="9249"/>
                    <a:pt x="4726" y="9407"/>
                    <a:pt x="4537" y="9407"/>
                  </a:cubicBezTo>
                  <a:cubicBezTo>
                    <a:pt x="4348" y="9407"/>
                    <a:pt x="4191" y="9249"/>
                    <a:pt x="4191" y="9060"/>
                  </a:cubicBezTo>
                  <a:cubicBezTo>
                    <a:pt x="4191" y="8468"/>
                    <a:pt x="3662" y="8015"/>
                    <a:pt x="3101" y="8015"/>
                  </a:cubicBezTo>
                  <a:cubicBezTo>
                    <a:pt x="3066" y="8015"/>
                    <a:pt x="3030" y="8017"/>
                    <a:pt x="2994" y="8020"/>
                  </a:cubicBezTo>
                  <a:cubicBezTo>
                    <a:pt x="2968" y="8029"/>
                    <a:pt x="2944" y="8033"/>
                    <a:pt x="2920" y="8033"/>
                  </a:cubicBezTo>
                  <a:cubicBezTo>
                    <a:pt x="2765" y="8033"/>
                    <a:pt x="2643" y="7869"/>
                    <a:pt x="2616" y="7705"/>
                  </a:cubicBezTo>
                  <a:cubicBezTo>
                    <a:pt x="2584" y="7516"/>
                    <a:pt x="2742" y="7359"/>
                    <a:pt x="2931" y="7327"/>
                  </a:cubicBezTo>
                  <a:cubicBezTo>
                    <a:pt x="3004" y="7319"/>
                    <a:pt x="3077" y="7314"/>
                    <a:pt x="3148" y="7314"/>
                  </a:cubicBezTo>
                  <a:close/>
                  <a:moveTo>
                    <a:pt x="4581" y="0"/>
                  </a:moveTo>
                  <a:cubicBezTo>
                    <a:pt x="4444" y="0"/>
                    <a:pt x="4303" y="16"/>
                    <a:pt x="4159" y="50"/>
                  </a:cubicBezTo>
                  <a:cubicBezTo>
                    <a:pt x="3592" y="144"/>
                    <a:pt x="3214" y="585"/>
                    <a:pt x="2962" y="1089"/>
                  </a:cubicBezTo>
                  <a:cubicBezTo>
                    <a:pt x="2584" y="1152"/>
                    <a:pt x="2206" y="1310"/>
                    <a:pt x="1954" y="1562"/>
                  </a:cubicBezTo>
                  <a:cubicBezTo>
                    <a:pt x="1513" y="2003"/>
                    <a:pt x="1355" y="2633"/>
                    <a:pt x="1481" y="3200"/>
                  </a:cubicBezTo>
                  <a:cubicBezTo>
                    <a:pt x="1135" y="3232"/>
                    <a:pt x="820" y="3389"/>
                    <a:pt x="536" y="3673"/>
                  </a:cubicBezTo>
                  <a:cubicBezTo>
                    <a:pt x="221" y="3988"/>
                    <a:pt x="1" y="4397"/>
                    <a:pt x="1" y="4870"/>
                  </a:cubicBezTo>
                  <a:cubicBezTo>
                    <a:pt x="1" y="5280"/>
                    <a:pt x="127" y="5626"/>
                    <a:pt x="379" y="5910"/>
                  </a:cubicBezTo>
                  <a:cubicBezTo>
                    <a:pt x="127" y="6225"/>
                    <a:pt x="1" y="6571"/>
                    <a:pt x="1" y="6918"/>
                  </a:cubicBezTo>
                  <a:cubicBezTo>
                    <a:pt x="1" y="7390"/>
                    <a:pt x="221" y="7831"/>
                    <a:pt x="536" y="8146"/>
                  </a:cubicBezTo>
                  <a:cubicBezTo>
                    <a:pt x="788" y="8430"/>
                    <a:pt x="1135" y="8588"/>
                    <a:pt x="1481" y="8619"/>
                  </a:cubicBezTo>
                  <a:cubicBezTo>
                    <a:pt x="1229" y="9690"/>
                    <a:pt x="1985" y="10604"/>
                    <a:pt x="2931" y="10698"/>
                  </a:cubicBezTo>
                  <a:cubicBezTo>
                    <a:pt x="3214" y="11328"/>
                    <a:pt x="3781" y="11769"/>
                    <a:pt x="4537" y="11769"/>
                  </a:cubicBezTo>
                  <a:cubicBezTo>
                    <a:pt x="4947" y="11769"/>
                    <a:pt x="5293" y="11612"/>
                    <a:pt x="5577" y="11423"/>
                  </a:cubicBezTo>
                  <a:lnTo>
                    <a:pt x="5577" y="6571"/>
                  </a:lnTo>
                  <a:cubicBezTo>
                    <a:pt x="5293" y="6823"/>
                    <a:pt x="4947" y="6918"/>
                    <a:pt x="4537" y="6918"/>
                  </a:cubicBezTo>
                  <a:cubicBezTo>
                    <a:pt x="4348" y="6918"/>
                    <a:pt x="4191" y="6760"/>
                    <a:pt x="4191" y="6571"/>
                  </a:cubicBezTo>
                  <a:cubicBezTo>
                    <a:pt x="4191" y="6382"/>
                    <a:pt x="4348" y="6225"/>
                    <a:pt x="4537" y="6225"/>
                  </a:cubicBezTo>
                  <a:cubicBezTo>
                    <a:pt x="5136" y="6225"/>
                    <a:pt x="5577" y="5752"/>
                    <a:pt x="5577" y="5185"/>
                  </a:cubicBezTo>
                  <a:lnTo>
                    <a:pt x="5577" y="302"/>
                  </a:lnTo>
                  <a:cubicBezTo>
                    <a:pt x="5300" y="117"/>
                    <a:pt x="4956" y="0"/>
                    <a:pt x="45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26" name="Google Shape;342;p34">
            <a:extLst>
              <a:ext uri="{FF2B5EF4-FFF2-40B4-BE49-F238E27FC236}">
                <a16:creationId xmlns:a16="http://schemas.microsoft.com/office/drawing/2014/main" id="{2625B1A7-5244-A9B8-8975-1AFD12397BA3}"/>
              </a:ext>
            </a:extLst>
          </p:cNvPr>
          <p:cNvSpPr txBox="1">
            <a:spLocks/>
          </p:cNvSpPr>
          <p:nvPr/>
        </p:nvSpPr>
        <p:spPr>
          <a:xfrm>
            <a:off x="6252351" y="2559132"/>
            <a:ext cx="2342153" cy="55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naheim"/>
              <a:buNone/>
              <a:defRPr sz="1600" b="0" i="0" u="none" strike="noStrike" cap="non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marL="914400" marR="0" lvl="1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naheim"/>
              <a:buNone/>
              <a:defRPr sz="1600" b="0" i="0" u="none" strike="noStrike" cap="non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2pPr>
            <a:lvl3pPr marL="1371600" marR="0" lvl="2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naheim"/>
              <a:buNone/>
              <a:defRPr sz="1600" b="0" i="0" u="none" strike="noStrike" cap="non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3pPr>
            <a:lvl4pPr marL="1828800" marR="0" lvl="3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naheim"/>
              <a:buNone/>
              <a:defRPr sz="1600" b="0" i="0" u="none" strike="noStrike" cap="non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4pPr>
            <a:lvl5pPr marL="2286000" marR="0" lvl="4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naheim"/>
              <a:buNone/>
              <a:defRPr sz="1600" b="0" i="0" u="none" strike="noStrike" cap="non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5pPr>
            <a:lvl6pPr marL="2743200" marR="0" lvl="5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naheim"/>
              <a:buNone/>
              <a:defRPr sz="1600" b="0" i="0" u="none" strike="noStrike" cap="non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6pPr>
            <a:lvl7pPr marL="3200400" marR="0" lvl="6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naheim"/>
              <a:buNone/>
              <a:defRPr sz="1600" b="0" i="0" u="none" strike="noStrike" cap="non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7pPr>
            <a:lvl8pPr marL="3657600" marR="0" lvl="7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naheim"/>
              <a:buNone/>
              <a:defRPr sz="1600" b="0" i="0" u="none" strike="noStrike" cap="non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8pPr>
            <a:lvl9pPr marL="4114800" marR="0" lvl="8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naheim"/>
              <a:buNone/>
              <a:defRPr sz="1600" b="0" i="0" u="none" strike="noStrike" cap="non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9pPr>
          </a:lstStyle>
          <a:p>
            <a:pPr marL="0" indent="0" algn="l"/>
            <a:r>
              <a:rPr lang="en-US" dirty="0">
                <a:latin typeface="Oranienbaum" panose="02000506080000020003" pitchFamily="2" charset="0"/>
              </a:rPr>
              <a:t>RESULTS</a:t>
            </a:r>
          </a:p>
        </p:txBody>
      </p:sp>
      <p:grpSp>
        <p:nvGrpSpPr>
          <p:cNvPr id="430" name="Google Shape;6609;p81">
            <a:extLst>
              <a:ext uri="{FF2B5EF4-FFF2-40B4-BE49-F238E27FC236}">
                <a16:creationId xmlns:a16="http://schemas.microsoft.com/office/drawing/2014/main" id="{ED4A6FB6-5CDA-B4A6-6894-037DF57DFAEC}"/>
              </a:ext>
            </a:extLst>
          </p:cNvPr>
          <p:cNvGrpSpPr>
            <a:grpSpLocks noChangeAspect="1"/>
          </p:cNvGrpSpPr>
          <p:nvPr/>
        </p:nvGrpSpPr>
        <p:grpSpPr>
          <a:xfrm>
            <a:off x="6126033" y="2803353"/>
            <a:ext cx="183789" cy="182880"/>
            <a:chOff x="-41893475" y="3584850"/>
            <a:chExt cx="318225" cy="316650"/>
          </a:xfrm>
          <a:solidFill>
            <a:schemeClr val="bg1">
              <a:lumMod val="75000"/>
            </a:schemeClr>
          </a:solidFill>
        </p:grpSpPr>
        <p:sp>
          <p:nvSpPr>
            <p:cNvPr id="431" name="Google Shape;6610;p81">
              <a:extLst>
                <a:ext uri="{FF2B5EF4-FFF2-40B4-BE49-F238E27FC236}">
                  <a16:creationId xmlns:a16="http://schemas.microsoft.com/office/drawing/2014/main" id="{A6EE4353-341C-CDCB-9B4F-CE21F7627336}"/>
                </a:ext>
              </a:extLst>
            </p:cNvPr>
            <p:cNvSpPr/>
            <p:nvPr/>
          </p:nvSpPr>
          <p:spPr>
            <a:xfrm>
              <a:off x="-41827300" y="3715600"/>
              <a:ext cx="186675" cy="185900"/>
            </a:xfrm>
            <a:custGeom>
              <a:avLst/>
              <a:gdLst/>
              <a:ahLst/>
              <a:cxnLst/>
              <a:rect l="l" t="t" r="r" b="b"/>
              <a:pathLst>
                <a:path w="7467" h="7436" extrusionOk="0">
                  <a:moveTo>
                    <a:pt x="3686" y="1465"/>
                  </a:moveTo>
                  <a:cubicBezTo>
                    <a:pt x="3836" y="1465"/>
                    <a:pt x="3985" y="1544"/>
                    <a:pt x="4064" y="1702"/>
                  </a:cubicBezTo>
                  <a:lnTo>
                    <a:pt x="4537" y="2678"/>
                  </a:lnTo>
                  <a:lnTo>
                    <a:pt x="5608" y="2836"/>
                  </a:lnTo>
                  <a:cubicBezTo>
                    <a:pt x="5955" y="2867"/>
                    <a:pt x="6081" y="3308"/>
                    <a:pt x="5829" y="3561"/>
                  </a:cubicBezTo>
                  <a:lnTo>
                    <a:pt x="5041" y="4285"/>
                  </a:lnTo>
                  <a:lnTo>
                    <a:pt x="5261" y="5356"/>
                  </a:lnTo>
                  <a:cubicBezTo>
                    <a:pt x="5286" y="5630"/>
                    <a:pt x="5075" y="5845"/>
                    <a:pt x="4845" y="5845"/>
                  </a:cubicBezTo>
                  <a:cubicBezTo>
                    <a:pt x="4784" y="5845"/>
                    <a:pt x="4722" y="5830"/>
                    <a:pt x="4663" y="5797"/>
                  </a:cubicBezTo>
                  <a:lnTo>
                    <a:pt x="3686" y="5262"/>
                  </a:lnTo>
                  <a:lnTo>
                    <a:pt x="2678" y="5797"/>
                  </a:lnTo>
                  <a:cubicBezTo>
                    <a:pt x="2616" y="5828"/>
                    <a:pt x="2553" y="5842"/>
                    <a:pt x="2492" y="5842"/>
                  </a:cubicBezTo>
                  <a:cubicBezTo>
                    <a:pt x="2244" y="5842"/>
                    <a:pt x="2035" y="5609"/>
                    <a:pt x="2111" y="5356"/>
                  </a:cubicBezTo>
                  <a:lnTo>
                    <a:pt x="2300" y="4285"/>
                  </a:lnTo>
                  <a:lnTo>
                    <a:pt x="1512" y="3561"/>
                  </a:lnTo>
                  <a:cubicBezTo>
                    <a:pt x="1323" y="3308"/>
                    <a:pt x="1418" y="2867"/>
                    <a:pt x="1796" y="2836"/>
                  </a:cubicBezTo>
                  <a:lnTo>
                    <a:pt x="2836" y="2678"/>
                  </a:lnTo>
                  <a:lnTo>
                    <a:pt x="3308" y="1702"/>
                  </a:lnTo>
                  <a:cubicBezTo>
                    <a:pt x="3387" y="1544"/>
                    <a:pt x="3537" y="1465"/>
                    <a:pt x="3686" y="1465"/>
                  </a:cubicBezTo>
                  <a:close/>
                  <a:moveTo>
                    <a:pt x="3718" y="0"/>
                  </a:moveTo>
                  <a:cubicBezTo>
                    <a:pt x="1670" y="0"/>
                    <a:pt x="32" y="1670"/>
                    <a:pt x="32" y="3750"/>
                  </a:cubicBezTo>
                  <a:cubicBezTo>
                    <a:pt x="0" y="5766"/>
                    <a:pt x="1670" y="7436"/>
                    <a:pt x="3718" y="7436"/>
                  </a:cubicBezTo>
                  <a:cubicBezTo>
                    <a:pt x="5765" y="7436"/>
                    <a:pt x="7404" y="5797"/>
                    <a:pt x="7467" y="3750"/>
                  </a:cubicBezTo>
                  <a:cubicBezTo>
                    <a:pt x="7467" y="1702"/>
                    <a:pt x="5797" y="32"/>
                    <a:pt x="37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6611;p81">
              <a:extLst>
                <a:ext uri="{FF2B5EF4-FFF2-40B4-BE49-F238E27FC236}">
                  <a16:creationId xmlns:a16="http://schemas.microsoft.com/office/drawing/2014/main" id="{886ABBF9-798D-3D67-3906-80BF04FBAC76}"/>
                </a:ext>
              </a:extLst>
            </p:cNvPr>
            <p:cNvSpPr/>
            <p:nvPr/>
          </p:nvSpPr>
          <p:spPr>
            <a:xfrm>
              <a:off x="-41726500" y="3586725"/>
              <a:ext cx="151250" cy="147800"/>
            </a:xfrm>
            <a:custGeom>
              <a:avLst/>
              <a:gdLst/>
              <a:ahLst/>
              <a:cxnLst/>
              <a:rect l="l" t="t" r="r" b="b"/>
              <a:pathLst>
                <a:path w="6050" h="5912" extrusionOk="0">
                  <a:moveTo>
                    <a:pt x="3829" y="0"/>
                  </a:moveTo>
                  <a:cubicBezTo>
                    <a:pt x="3706" y="0"/>
                    <a:pt x="3580" y="47"/>
                    <a:pt x="3498" y="146"/>
                  </a:cubicBezTo>
                  <a:lnTo>
                    <a:pt x="1" y="4336"/>
                  </a:lnTo>
                  <a:cubicBezTo>
                    <a:pt x="1229" y="4399"/>
                    <a:pt x="2332" y="4998"/>
                    <a:pt x="3088" y="5912"/>
                  </a:cubicBezTo>
                  <a:lnTo>
                    <a:pt x="5861" y="2446"/>
                  </a:lnTo>
                  <a:cubicBezTo>
                    <a:pt x="6050" y="2289"/>
                    <a:pt x="6050" y="2037"/>
                    <a:pt x="5924" y="1879"/>
                  </a:cubicBezTo>
                  <a:lnTo>
                    <a:pt x="4128" y="115"/>
                  </a:lnTo>
                  <a:cubicBezTo>
                    <a:pt x="4053" y="40"/>
                    <a:pt x="3942" y="0"/>
                    <a:pt x="382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6612;p81">
              <a:extLst>
                <a:ext uri="{FF2B5EF4-FFF2-40B4-BE49-F238E27FC236}">
                  <a16:creationId xmlns:a16="http://schemas.microsoft.com/office/drawing/2014/main" id="{C4108F20-B5C2-481E-180D-21B402A1E729}"/>
                </a:ext>
              </a:extLst>
            </p:cNvPr>
            <p:cNvSpPr/>
            <p:nvPr/>
          </p:nvSpPr>
          <p:spPr>
            <a:xfrm>
              <a:off x="-41808400" y="3584850"/>
              <a:ext cx="148100" cy="89825"/>
            </a:xfrm>
            <a:custGeom>
              <a:avLst/>
              <a:gdLst/>
              <a:ahLst/>
              <a:cxnLst/>
              <a:rect l="l" t="t" r="r" b="b"/>
              <a:pathLst>
                <a:path w="5924" h="3593" extrusionOk="0">
                  <a:moveTo>
                    <a:pt x="0" y="1"/>
                  </a:moveTo>
                  <a:lnTo>
                    <a:pt x="2962" y="3592"/>
                  </a:lnTo>
                  <a:lnTo>
                    <a:pt x="592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6613;p81">
              <a:extLst>
                <a:ext uri="{FF2B5EF4-FFF2-40B4-BE49-F238E27FC236}">
                  <a16:creationId xmlns:a16="http://schemas.microsoft.com/office/drawing/2014/main" id="{37216731-1603-BD6F-D033-7E7E6680F7CE}"/>
                </a:ext>
              </a:extLst>
            </p:cNvPr>
            <p:cNvSpPr/>
            <p:nvPr/>
          </p:nvSpPr>
          <p:spPr>
            <a:xfrm>
              <a:off x="-41893475" y="3586725"/>
              <a:ext cx="148875" cy="147025"/>
            </a:xfrm>
            <a:custGeom>
              <a:avLst/>
              <a:gdLst/>
              <a:ahLst/>
              <a:cxnLst/>
              <a:rect l="l" t="t" r="r" b="b"/>
              <a:pathLst>
                <a:path w="5955" h="5881" extrusionOk="0">
                  <a:moveTo>
                    <a:pt x="2194" y="0"/>
                  </a:moveTo>
                  <a:cubicBezTo>
                    <a:pt x="2084" y="0"/>
                    <a:pt x="1965" y="40"/>
                    <a:pt x="1859" y="115"/>
                  </a:cubicBezTo>
                  <a:lnTo>
                    <a:pt x="95" y="1879"/>
                  </a:lnTo>
                  <a:cubicBezTo>
                    <a:pt x="1" y="2037"/>
                    <a:pt x="1" y="2289"/>
                    <a:pt x="95" y="2446"/>
                  </a:cubicBezTo>
                  <a:lnTo>
                    <a:pt x="2899" y="5880"/>
                  </a:lnTo>
                  <a:cubicBezTo>
                    <a:pt x="3655" y="4998"/>
                    <a:pt x="4758" y="4399"/>
                    <a:pt x="5955" y="4305"/>
                  </a:cubicBezTo>
                  <a:lnTo>
                    <a:pt x="2490" y="146"/>
                  </a:lnTo>
                  <a:cubicBezTo>
                    <a:pt x="2424" y="47"/>
                    <a:pt x="2315" y="0"/>
                    <a:pt x="21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42" name="Google Shape;711;p52">
                <a:extLst>
                  <a:ext uri="{FF2B5EF4-FFF2-40B4-BE49-F238E27FC236}">
                    <a16:creationId xmlns:a16="http://schemas.microsoft.com/office/drawing/2014/main" id="{66065538-D91B-76C7-6100-C092F90D7526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732051739"/>
                  </p:ext>
                </p:extLst>
              </p:nvPr>
            </p:nvGraphicFramePr>
            <p:xfrm>
              <a:off x="5994566" y="1309943"/>
              <a:ext cx="2743200" cy="1252299"/>
            </p:xfrm>
            <a:graphic>
              <a:graphicData uri="http://schemas.openxmlformats.org/drawingml/2006/table">
                <a:tbl>
                  <a:tblPr>
                    <a:noFill/>
                    <a:tableStyleId>{782E89C0-04BC-4102-A76D-A2C8BBAC4593}</a:tableStyleId>
                  </a:tblPr>
                  <a:tblGrid>
                    <a:gridCol w="63922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73237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3429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34290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342900">
                      <a:extLst>
                        <a:ext uri="{9D8B030D-6E8A-4147-A177-3AD203B41FA5}">
                          <a16:colId xmlns:a16="http://schemas.microsoft.com/office/drawing/2014/main" val="297790834"/>
                        </a:ext>
                      </a:extLst>
                    </a:gridCol>
                    <a:gridCol w="342900">
                      <a:extLst>
                        <a:ext uri="{9D8B030D-6E8A-4147-A177-3AD203B41FA5}">
                          <a16:colId xmlns:a16="http://schemas.microsoft.com/office/drawing/2014/main" val="20007"/>
                        </a:ext>
                      </a:extLst>
                    </a:gridCol>
                  </a:tblGrid>
                  <a:tr h="187541">
                    <a:tc rowSpan="3"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sz="600" dirty="0"/>
                        </a:p>
                      </a:txBody>
                      <a:tcPr marL="94593" marR="94593" marT="47297" marB="47297" anchor="ctr">
                        <a:lnL w="9525" cap="flat" cmpd="sng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dk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600" b="1" dirty="0">
                              <a:solidFill>
                                <a:schemeClr val="lt2"/>
                              </a:solidFill>
                              <a:latin typeface="Oranienbaum"/>
                              <a:ea typeface="Oranienbaum"/>
                              <a:cs typeface="Oranienbaum"/>
                              <a:sym typeface="Oranienbaum"/>
                            </a:rPr>
                            <a:t>MODEL:</a:t>
                          </a:r>
                          <a:endParaRPr sz="600" b="1" dirty="0">
                            <a:solidFill>
                              <a:schemeClr val="lt2"/>
                            </a:solidFill>
                            <a:latin typeface="Oranienbaum"/>
                            <a:ea typeface="Oranienbaum"/>
                            <a:cs typeface="Oranienbaum"/>
                            <a:sym typeface="Oranienbaum"/>
                          </a:endParaRPr>
                        </a:p>
                      </a:txBody>
                      <a:tcPr marL="32562" marR="32562" marT="32562" marB="32562" anchor="ctr">
                        <a:lnL w="9525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lt1"/>
                        </a:solidFill>
                      </a:tcPr>
                    </a:tc>
                    <a:tc gridSpan="4">
                      <a:txBody>
                        <a:bodyPr/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600" dirty="0">
                              <a:solidFill>
                                <a:schemeClr val="dk1"/>
                              </a:solidFill>
                              <a:latin typeface="Anaheim"/>
                              <a:ea typeface="Anaheim"/>
                              <a:cs typeface="Anaheim"/>
                              <a:sym typeface="Anaheim"/>
                            </a:rPr>
                            <a:t>MLP Regressor</a:t>
                          </a:r>
                          <a:endParaRPr sz="600" dirty="0">
                            <a:solidFill>
                              <a:schemeClr val="dk1"/>
                            </a:solidFill>
                            <a:latin typeface="Anaheim"/>
                            <a:ea typeface="Anaheim"/>
                            <a:cs typeface="Anaheim"/>
                            <a:sym typeface="Anaheim"/>
                          </a:endParaRPr>
                        </a:p>
                      </a:txBody>
                      <a:tcPr marL="94593" marR="94593" marT="47297" marB="47297" anchor="ctr">
                        <a:lnL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87541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rowSpan="2"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600" b="1" dirty="0">
                              <a:solidFill>
                                <a:schemeClr val="lt2"/>
                              </a:solidFill>
                              <a:latin typeface="Oranienbaum"/>
                              <a:ea typeface="Oranienbaum"/>
                              <a:cs typeface="Oranienbaum"/>
                              <a:sym typeface="Oranienbaum"/>
                            </a:rPr>
                            <a:t>HYPER</a:t>
                          </a:r>
                        </a:p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600" b="1" dirty="0">
                              <a:solidFill>
                                <a:schemeClr val="lt2"/>
                              </a:solidFill>
                              <a:latin typeface="Oranienbaum"/>
                              <a:ea typeface="Oranienbaum"/>
                              <a:cs typeface="Oranienbaum"/>
                              <a:sym typeface="Oranienbaum"/>
                            </a:rPr>
                            <a:t>PARAMETERS:</a:t>
                          </a:r>
                          <a:endParaRPr lang="en-US" sz="600" b="1" dirty="0">
                            <a:solidFill>
                              <a:schemeClr val="lt2"/>
                            </a:solidFill>
                            <a:latin typeface="Oranienbaum"/>
                            <a:sym typeface="Oranienbaum"/>
                          </a:endParaRPr>
                        </a:p>
                      </a:txBody>
                      <a:tcPr marL="94578" marR="94578" marT="94578" marB="94578" anchor="ctr">
                        <a:lnL w="9525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lt1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el-GR" sz="600" i="1" dirty="0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Anaheim"/>
                                  <a:cs typeface="Anaheim"/>
                                  <a:sym typeface="Anaheim"/>
                                </a:rPr>
                                <m:t>𝛼</m:t>
                              </m:r>
                              <m:r>
                                <a:rPr lang="en-US" sz="600" i="1" dirty="0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Anaheim"/>
                                  <a:cs typeface="Anaheim"/>
                                  <a:sym typeface="Anaheim"/>
                                </a:rPr>
                                <m:t>=</m:t>
                              </m:r>
                            </m:oMath>
                          </a14:m>
                          <a:r>
                            <a:rPr lang="en-US" sz="600" dirty="0">
                              <a:solidFill>
                                <a:schemeClr val="dk1"/>
                              </a:solidFill>
                              <a:latin typeface="Anaheim"/>
                              <a:ea typeface="Anaheim"/>
                              <a:cs typeface="Anaheim"/>
                              <a:sym typeface="Anaheim"/>
                            </a:rPr>
                            <a:t>0.0001</a:t>
                          </a:r>
                          <a:endParaRPr sz="600" dirty="0">
                            <a:solidFill>
                              <a:schemeClr val="dk1"/>
                            </a:solidFill>
                            <a:latin typeface="Anaheim"/>
                            <a:ea typeface="Anaheim"/>
                            <a:cs typeface="Anaheim"/>
                            <a:sym typeface="Anaheim"/>
                          </a:endParaRPr>
                        </a:p>
                      </a:txBody>
                      <a:tcPr marL="94593" marR="94593" marT="47297" marB="47297" anchor="ctr">
                        <a:lnL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600" b="0" i="1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Anaheim"/>
                                    <a:cs typeface="Anaheim"/>
                                    <a:sym typeface="Anaheim"/>
                                  </a:rPr>
                                  <m:t>𝐿</m:t>
                                </m:r>
                                <m:r>
                                  <a:rPr lang="en-US" sz="600" b="0" i="1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Anaheim"/>
                                    <a:cs typeface="Anaheim"/>
                                    <a:sym typeface="Anaheim"/>
                                  </a:rPr>
                                  <m:t>=100</m:t>
                                </m:r>
                              </m:oMath>
                            </m:oMathPara>
                          </a14:m>
                          <a:endParaRPr sz="600" dirty="0">
                            <a:solidFill>
                              <a:schemeClr val="dk1"/>
                            </a:solidFill>
                            <a:latin typeface="Anaheim"/>
                            <a:ea typeface="Anaheim"/>
                            <a:cs typeface="Anaheim"/>
                            <a:sym typeface="Anaheim"/>
                          </a:endParaRPr>
                        </a:p>
                      </a:txBody>
                      <a:tcPr marL="94593" marR="94593" marT="47297" marB="47297" anchor="ctr">
                        <a:lnL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B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89760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 marL="91425" marR="91425" marT="91425" marB="91425" anchor="ctr">
                        <a:lnL w="9525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lt1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600" b="0" i="1" u="none" strike="noStrike" cap="none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Anaheim"/>
                                    <a:cs typeface="Anaheim"/>
                                    <a:sym typeface="Oranienbaum"/>
                                  </a:rPr>
                                  <m:t>𝑔</m:t>
                                </m:r>
                                <m:d>
                                  <m:dPr>
                                    <m:ctrlPr>
                                      <a:rPr lang="en-US" sz="600" b="0" i="1" u="none" strike="noStrike" cap="none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Anaheim"/>
                                        <a:cs typeface="Anaheim"/>
                                        <a:sym typeface="Oranienbaum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600" b="0" i="1" u="none" strike="noStrike" cap="none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Anaheim"/>
                                        <a:cs typeface="Anaheim"/>
                                        <a:sym typeface="Oranienbaum"/>
                                      </a:rPr>
                                      <m:t>𝑧</m:t>
                                    </m:r>
                                  </m:e>
                                </m:d>
                                <m:r>
                                  <a:rPr lang="en-US" sz="600" b="0" i="1" u="none" strike="noStrike" cap="none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Anaheim"/>
                                    <a:cs typeface="Anaheim"/>
                                    <a:sym typeface="Oranienbaum"/>
                                  </a:rPr>
                                  <m:t>=</m:t>
                                </m:r>
                                <m:r>
                                  <a:rPr lang="en-US" sz="600" b="0" i="1" u="none" strike="noStrike" cap="none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Anaheim"/>
                                    <a:cs typeface="Anaheim"/>
                                    <a:sym typeface="Oranienbaum"/>
                                  </a:rPr>
                                  <m:t>𝑅𝑒𝐿𝑈</m:t>
                                </m:r>
                              </m:oMath>
                            </m:oMathPara>
                          </a14:m>
                          <a:endParaRPr sz="600" b="0" i="0" u="none" strike="noStrike" cap="none" dirty="0">
                            <a:solidFill>
                              <a:schemeClr val="dk1"/>
                            </a:solidFill>
                            <a:latin typeface="Anaheim"/>
                            <a:ea typeface="Anaheim"/>
                            <a:cs typeface="Anaheim"/>
                            <a:sym typeface="Oranienbaum"/>
                          </a:endParaRPr>
                        </a:p>
                      </a:txBody>
                      <a:tcPr marL="94578" marR="94578" marT="94578" marB="94578" anchor="ctr">
                        <a:lnL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 marL="91425" marR="91425" marT="91425" marB="91425" anchor="ctr">
                        <a:lnL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B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noFill/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600" b="0" i="1" u="none" strike="noStrike" cap="none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sym typeface="Oranienbaum"/>
                                  </a:rPr>
                                  <m:t>𝐼𝑡𝑒𝑟𝑟</m:t>
                                </m:r>
                                <m:r>
                                  <a:rPr lang="en-US" sz="600" b="0" i="1" u="none" strike="noStrike" cap="none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sym typeface="Oranienbaum"/>
                                  </a:rPr>
                                  <m:t>=5000</m:t>
                                </m:r>
                              </m:oMath>
                            </m:oMathPara>
                          </a14:m>
                          <a:endParaRPr sz="600" b="0" i="1" u="none" strike="noStrike" cap="none" dirty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sym typeface="Oranienbaum"/>
                          </a:endParaRPr>
                        </a:p>
                      </a:txBody>
                      <a:tcPr marL="45720" marR="45720" anchor="ctr">
                        <a:lnL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sz="1600" dirty="0">
                            <a:solidFill>
                              <a:schemeClr val="dk1"/>
                            </a:solidFill>
                            <a:latin typeface="Anaheim"/>
                            <a:ea typeface="Anaheim"/>
                            <a:cs typeface="Anaheim"/>
                            <a:sym typeface="Anaheim"/>
                          </a:endParaRPr>
                        </a:p>
                      </a:txBody>
                      <a:tcPr marL="91425" marR="91425" marT="91425" marB="91425" anchor="ctr">
                        <a:lnL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B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212375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buNone/>
                          </a:pPr>
                          <a:r>
                            <a:rPr lang="en" sz="600" b="1" i="0" u="none" strike="noStrike" cap="none" dirty="0">
                              <a:solidFill>
                                <a:schemeClr val="lt2"/>
                              </a:solidFill>
                              <a:latin typeface="Oranienbaum"/>
                              <a:ea typeface="Oranienbaum"/>
                              <a:cs typeface="Oranienbaum"/>
                              <a:sym typeface="Oranienbaum"/>
                            </a:rPr>
                            <a:t>SIZE</a:t>
                          </a:r>
                        </a:p>
                      </a:txBody>
                      <a:tcPr marL="32562" marR="32562" marT="32562" marB="32562" anchor="ctr">
                        <a:lnL w="9525" cap="flat" cmpd="sng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dk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600" b="1" dirty="0">
                              <a:solidFill>
                                <a:schemeClr val="lt2"/>
                              </a:solidFill>
                              <a:latin typeface="Oranienbaum"/>
                              <a:ea typeface="Oranienbaum"/>
                              <a:cs typeface="Oranienbaum"/>
                              <a:sym typeface="Oranienbaum"/>
                            </a:rPr>
                            <a:t>METRICS:</a:t>
                          </a:r>
                          <a:endParaRPr sz="600" b="1" dirty="0">
                            <a:solidFill>
                              <a:schemeClr val="lt2"/>
                            </a:solidFill>
                            <a:latin typeface="Oranienbaum"/>
                            <a:ea typeface="Oranienbaum"/>
                            <a:cs typeface="Oranienbaum"/>
                            <a:sym typeface="Oranienbaum"/>
                          </a:endParaRPr>
                        </a:p>
                      </a:txBody>
                      <a:tcPr marL="32562" marR="32562" marT="32562" marB="32562" anchor="ctr">
                        <a:lnL w="9525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81635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600" b="1" i="0" u="none" strike="noStrike" cap="none" dirty="0">
                              <a:solidFill>
                                <a:schemeClr val="lt2"/>
                              </a:solidFill>
                              <a:latin typeface="Oranienbaum"/>
                              <a:ea typeface="Oranienbaum"/>
                              <a:cs typeface="Oranienbaum"/>
                              <a:sym typeface="Anaheim"/>
                            </a:rPr>
                            <a:t>MSE</a:t>
                          </a:r>
                          <a:endParaRPr sz="600" b="1" i="0" u="none" strike="noStrike" cap="none" dirty="0">
                            <a:solidFill>
                              <a:schemeClr val="lt2"/>
                            </a:solidFill>
                            <a:latin typeface="Oranienbaum"/>
                            <a:ea typeface="Oranienbaum"/>
                            <a:cs typeface="Oranienbaum"/>
                            <a:sym typeface="Anaheim"/>
                          </a:endParaRPr>
                        </a:p>
                      </a:txBody>
                      <a:tcPr marL="32562" marR="32562" marT="32562" marB="32562" anchor="ctr">
                        <a:lnL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71997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600" b="1" i="0" u="none" strike="noStrike" cap="none" dirty="0">
                              <a:solidFill>
                                <a:schemeClr val="lt2"/>
                              </a:solidFill>
                              <a:latin typeface="Oranienbaum"/>
                              <a:ea typeface="Oranienbaum"/>
                              <a:cs typeface="Oranienbaum"/>
                              <a:sym typeface="Anaheim"/>
                            </a:rPr>
                            <a:t>MAE</a:t>
                          </a:r>
                          <a:endParaRPr sz="600" b="1" i="0" u="none" strike="noStrike" cap="none" dirty="0">
                            <a:solidFill>
                              <a:schemeClr val="lt2"/>
                            </a:solidFill>
                            <a:latin typeface="Oranienbaum"/>
                            <a:ea typeface="Oranienbaum"/>
                            <a:cs typeface="Oranienbaum"/>
                            <a:sym typeface="Anaheim"/>
                          </a:endParaRPr>
                        </a:p>
                      </a:txBody>
                      <a:tcPr marL="32562" marR="32562" marT="32562" marB="32562" anchor="ctr">
                        <a:lnL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71997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600" b="1" i="1" u="none" strike="noStrike" cap="none" smtClean="0">
                                        <a:solidFill>
                                          <a:schemeClr val="lt2"/>
                                        </a:solidFill>
                                        <a:latin typeface="Cambria Math" panose="02040503050406030204" pitchFamily="18" charset="0"/>
                                        <a:ea typeface="Oranienbaum"/>
                                        <a:cs typeface="Oranienbaum"/>
                                        <a:sym typeface="Anaheim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600" b="1" i="0" u="none" strike="noStrike" cap="none" smtClean="0">
                                        <a:solidFill>
                                          <a:schemeClr val="lt2"/>
                                        </a:solidFill>
                                        <a:latin typeface="Cambria Math" panose="02040503050406030204" pitchFamily="18" charset="0"/>
                                        <a:ea typeface="Oranienbaum"/>
                                        <a:cs typeface="Oranienbaum"/>
                                        <a:sym typeface="Anaheim"/>
                                      </a:rPr>
                                      <m:t>𝑅</m:t>
                                    </m:r>
                                  </m:e>
                                  <m:sup>
                                    <m:r>
                                      <a:rPr lang="en-US" sz="600" b="1" i="0" u="none" strike="noStrike" cap="none" smtClean="0">
                                        <a:solidFill>
                                          <a:schemeClr val="lt2"/>
                                        </a:solidFill>
                                        <a:latin typeface="Cambria Math" panose="02040503050406030204" pitchFamily="18" charset="0"/>
                                        <a:ea typeface="Oranienbaum"/>
                                        <a:cs typeface="Oranienbaum"/>
                                        <a:sym typeface="Anaheim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sz="600" b="1" i="0" u="none" strike="noStrike" cap="none" dirty="0">
                            <a:solidFill>
                              <a:schemeClr val="lt2"/>
                            </a:solidFill>
                            <a:latin typeface="Oranienbaum"/>
                            <a:ea typeface="Oranienbaum"/>
                            <a:cs typeface="Oranienbaum"/>
                            <a:sym typeface="Anaheim"/>
                          </a:endParaRPr>
                        </a:p>
                      </a:txBody>
                      <a:tcPr marL="32562" marR="32562" marT="32562" marB="32562" anchor="ctr">
                        <a:lnL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71997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600" b="1" dirty="0">
                              <a:solidFill>
                                <a:schemeClr val="lt2"/>
                              </a:solidFill>
                              <a:latin typeface="Oranienbaum"/>
                              <a:ea typeface="Oranienbaum"/>
                              <a:cs typeface="Oranienbaum"/>
                              <a:sym typeface="Oranienbaum"/>
                            </a:rPr>
                            <a:t>RMSE</a:t>
                          </a:r>
                          <a:endParaRPr sz="600" b="1" dirty="0">
                            <a:solidFill>
                              <a:schemeClr val="lt2"/>
                            </a:solidFill>
                            <a:latin typeface="Oranienbaum"/>
                            <a:ea typeface="Oranienbaum"/>
                            <a:cs typeface="Oranienbaum"/>
                            <a:sym typeface="Oranienbaum"/>
                          </a:endParaRPr>
                        </a:p>
                      </a:txBody>
                      <a:tcPr marL="32562" marR="32562" marT="32562" marB="32562" anchor="ctr">
                        <a:lnL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dk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187541"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600" dirty="0">
                              <a:solidFill>
                                <a:schemeClr val="dk1"/>
                              </a:solidFill>
                              <a:latin typeface="Anaheim"/>
                              <a:cs typeface="Arial"/>
                              <a:sym typeface="Anaheim"/>
                            </a:rPr>
                            <a:t>40072</a:t>
                          </a:r>
                        </a:p>
                      </a:txBody>
                      <a:tcPr marL="32562" marR="32562" marT="32562" marB="32562" anchor="ctr">
                        <a:lnL w="9525" cap="flat" cmpd="sng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600" b="1" dirty="0">
                              <a:solidFill>
                                <a:schemeClr val="lt2"/>
                              </a:solidFill>
                              <a:latin typeface="Oranienbaum"/>
                              <a:ea typeface="Oranienbaum"/>
                              <a:cs typeface="Oranienbaum"/>
                              <a:sym typeface="Oranienbaum"/>
                            </a:rPr>
                            <a:t>TRAIN:</a:t>
                          </a:r>
                          <a:endParaRPr sz="600" b="1" dirty="0">
                            <a:solidFill>
                              <a:schemeClr val="lt2"/>
                            </a:solidFill>
                            <a:latin typeface="Oranienbaum"/>
                            <a:ea typeface="Oranienbaum"/>
                            <a:cs typeface="Oranienbaum"/>
                            <a:sym typeface="Oranienbaum"/>
                          </a:endParaRPr>
                        </a:p>
                      </a:txBody>
                      <a:tcPr marL="32562" marR="32562" marT="32562" marB="32562" anchor="ctr">
                        <a:lnL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dk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600" dirty="0">
                              <a:solidFill>
                                <a:schemeClr val="dk1"/>
                              </a:solidFill>
                              <a:latin typeface="Anaheim"/>
                              <a:ea typeface="Anaheim"/>
                              <a:cs typeface="Anaheim"/>
                              <a:sym typeface="Anaheim"/>
                            </a:rPr>
                            <a:t>18935.84</a:t>
                          </a:r>
                        </a:p>
                      </a:txBody>
                      <a:tcPr marL="32562" marR="32562" marT="32562" marB="32562" anchor="ctr">
                        <a:lnL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600" dirty="0">
                              <a:solidFill>
                                <a:schemeClr val="dk1"/>
                              </a:solidFill>
                              <a:latin typeface="Anaheim"/>
                              <a:ea typeface="Anaheim"/>
                              <a:cs typeface="Anaheim"/>
                              <a:sym typeface="Anaheim"/>
                            </a:rPr>
                            <a:t>83.64</a:t>
                          </a:r>
                        </a:p>
                      </a:txBody>
                      <a:tcPr marL="32562" marR="32562" marT="32562" marB="32562" anchor="ctr">
                        <a:lnL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600" dirty="0">
                              <a:solidFill>
                                <a:schemeClr val="dk1"/>
                              </a:solidFill>
                              <a:latin typeface="Anaheim"/>
                              <a:ea typeface="Anaheim"/>
                              <a:cs typeface="Anaheim"/>
                              <a:sym typeface="Anaheim"/>
                            </a:rPr>
                            <a:t>0.86</a:t>
                          </a:r>
                        </a:p>
                      </a:txBody>
                      <a:tcPr marL="32562" marR="32562" marT="32562" marB="32562" anchor="ctr">
                        <a:lnL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600" dirty="0">
                              <a:solidFill>
                                <a:schemeClr val="dk1"/>
                              </a:solidFill>
                              <a:latin typeface="Anaheim"/>
                              <a:ea typeface="Anaheim"/>
                              <a:cs typeface="Anaheim"/>
                              <a:sym typeface="Anaheim"/>
                            </a:rPr>
                            <a:t>137.60</a:t>
                          </a:r>
                          <a:endParaRPr sz="600" dirty="0">
                            <a:solidFill>
                              <a:schemeClr val="dk1"/>
                            </a:solidFill>
                            <a:latin typeface="Anaheim"/>
                            <a:ea typeface="Anaheim"/>
                            <a:cs typeface="Anaheim"/>
                            <a:sym typeface="Anaheim"/>
                          </a:endParaRPr>
                        </a:p>
                      </a:txBody>
                      <a:tcPr marL="32562" marR="32562" marT="32562" marB="32562" anchor="ctr">
                        <a:lnL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187541"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600" dirty="0">
                              <a:solidFill>
                                <a:schemeClr val="dk1"/>
                              </a:solidFill>
                              <a:latin typeface="Anaheim"/>
                              <a:sym typeface="Anaheim"/>
                            </a:rPr>
                            <a:t>10019</a:t>
                          </a:r>
                          <a:endParaRPr sz="600" dirty="0">
                            <a:solidFill>
                              <a:schemeClr val="dk1"/>
                            </a:solidFill>
                            <a:latin typeface="Anaheim"/>
                            <a:sym typeface="Anaheim"/>
                          </a:endParaRPr>
                        </a:p>
                      </a:txBody>
                      <a:tcPr marL="32562" marR="32562" marT="32562" marB="32562" anchor="ctr">
                        <a:lnL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600" b="1" dirty="0">
                              <a:solidFill>
                                <a:schemeClr val="lt2"/>
                              </a:solidFill>
                              <a:latin typeface="Oranienbaum"/>
                              <a:ea typeface="Oranienbaum"/>
                              <a:cs typeface="Oranienbaum"/>
                              <a:sym typeface="Oranienbaum"/>
                            </a:rPr>
                            <a:t>TEST:</a:t>
                          </a:r>
                          <a:endParaRPr sz="600" b="1" dirty="0">
                            <a:solidFill>
                              <a:schemeClr val="lt2"/>
                            </a:solidFill>
                            <a:latin typeface="Oranienbaum"/>
                            <a:ea typeface="Oranienbaum"/>
                            <a:cs typeface="Oranienbaum"/>
                            <a:sym typeface="Oranienbaum"/>
                          </a:endParaRPr>
                        </a:p>
                      </a:txBody>
                      <a:tcPr marL="32562" marR="32562" marT="32562" marB="32562" anchor="ctr">
                        <a:lnL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dk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600" b="0" i="0" u="none" strike="noStrike" cap="none" dirty="0">
                              <a:solidFill>
                                <a:schemeClr val="dk1"/>
                              </a:solidFill>
                              <a:latin typeface="Anaheim"/>
                              <a:ea typeface="Anaheim"/>
                              <a:cs typeface="Anaheim"/>
                              <a:sym typeface="Anaheim"/>
                            </a:rPr>
                            <a:t>22324.12</a:t>
                          </a:r>
                        </a:p>
                      </a:txBody>
                      <a:tcPr marL="32562" marR="32562" marT="32562" marB="32562" anchor="ctr">
                        <a:lnL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600" dirty="0">
                              <a:solidFill>
                                <a:schemeClr val="dk1"/>
                              </a:solidFill>
                              <a:latin typeface="Anaheim"/>
                              <a:ea typeface="Anaheim"/>
                              <a:cs typeface="Anaheim"/>
                              <a:sym typeface="Anaheim"/>
                            </a:rPr>
                            <a:t>87.84</a:t>
                          </a:r>
                        </a:p>
                      </a:txBody>
                      <a:tcPr marL="32562" marR="32562" marT="32562" marB="32562" anchor="ctr">
                        <a:lnL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600" dirty="0">
                              <a:solidFill>
                                <a:schemeClr val="dk1"/>
                              </a:solidFill>
                              <a:latin typeface="Anaheim"/>
                              <a:ea typeface="Anaheim"/>
                              <a:cs typeface="Anaheim"/>
                              <a:sym typeface="Anaheim"/>
                            </a:rPr>
                            <a:t>0.83</a:t>
                          </a:r>
                        </a:p>
                      </a:txBody>
                      <a:tcPr marL="32562" marR="32562" marT="32562" marB="32562" anchor="ctr">
                        <a:lnL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600" dirty="0">
                              <a:solidFill>
                                <a:schemeClr val="dk1"/>
                              </a:solidFill>
                              <a:latin typeface="Anaheim"/>
                              <a:ea typeface="Anaheim"/>
                              <a:cs typeface="Anaheim"/>
                              <a:sym typeface="Anaheim"/>
                            </a:rPr>
                            <a:t>149.41</a:t>
                          </a:r>
                          <a:endParaRPr sz="600" dirty="0">
                            <a:solidFill>
                              <a:schemeClr val="dk1"/>
                            </a:solidFill>
                            <a:latin typeface="Anaheim"/>
                            <a:ea typeface="Anaheim"/>
                            <a:cs typeface="Anaheim"/>
                            <a:sym typeface="Anaheim"/>
                          </a:endParaRPr>
                        </a:p>
                      </a:txBody>
                      <a:tcPr marL="32562" marR="32562" marT="32562" marB="32562" anchor="ctr">
                        <a:lnL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42" name="Google Shape;711;p52">
                <a:extLst>
                  <a:ext uri="{FF2B5EF4-FFF2-40B4-BE49-F238E27FC236}">
                    <a16:creationId xmlns:a16="http://schemas.microsoft.com/office/drawing/2014/main" id="{66065538-D91B-76C7-6100-C092F90D7526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732051739"/>
                  </p:ext>
                </p:extLst>
              </p:nvPr>
            </p:nvGraphicFramePr>
            <p:xfrm>
              <a:off x="5994566" y="1309943"/>
              <a:ext cx="2743200" cy="1252299"/>
            </p:xfrm>
            <a:graphic>
              <a:graphicData uri="http://schemas.openxmlformats.org/drawingml/2006/table">
                <a:tbl>
                  <a:tblPr>
                    <a:noFill/>
                    <a:tableStyleId>{782E89C0-04BC-4102-A76D-A2C8BBAC4593}</a:tableStyleId>
                  </a:tblPr>
                  <a:tblGrid>
                    <a:gridCol w="63922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73237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3429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34290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342900">
                      <a:extLst>
                        <a:ext uri="{9D8B030D-6E8A-4147-A177-3AD203B41FA5}">
                          <a16:colId xmlns:a16="http://schemas.microsoft.com/office/drawing/2014/main" val="297790834"/>
                        </a:ext>
                      </a:extLst>
                    </a:gridCol>
                    <a:gridCol w="342900">
                      <a:extLst>
                        <a:ext uri="{9D8B030D-6E8A-4147-A177-3AD203B41FA5}">
                          <a16:colId xmlns:a16="http://schemas.microsoft.com/office/drawing/2014/main" val="20007"/>
                        </a:ext>
                      </a:extLst>
                    </a:gridCol>
                  </a:tblGrid>
                  <a:tr h="187541">
                    <a:tc rowSpan="3"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sz="600" dirty="0"/>
                        </a:p>
                      </a:txBody>
                      <a:tcPr marL="94593" marR="94593" marT="47297" marB="47297" anchor="ctr">
                        <a:lnL w="9525" cap="flat" cmpd="sng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dk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600" b="1" dirty="0">
                              <a:solidFill>
                                <a:schemeClr val="lt2"/>
                              </a:solidFill>
                              <a:latin typeface="Oranienbaum"/>
                              <a:ea typeface="Oranienbaum"/>
                              <a:cs typeface="Oranienbaum"/>
                              <a:sym typeface="Oranienbaum"/>
                            </a:rPr>
                            <a:t>MODEL:</a:t>
                          </a:r>
                          <a:endParaRPr sz="600" b="1" dirty="0">
                            <a:solidFill>
                              <a:schemeClr val="lt2"/>
                            </a:solidFill>
                            <a:latin typeface="Oranienbaum"/>
                            <a:ea typeface="Oranienbaum"/>
                            <a:cs typeface="Oranienbaum"/>
                            <a:sym typeface="Oranienbaum"/>
                          </a:endParaRPr>
                        </a:p>
                      </a:txBody>
                      <a:tcPr marL="32562" marR="32562" marT="32562" marB="32562" anchor="ctr">
                        <a:lnL w="9525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lt1"/>
                        </a:solidFill>
                      </a:tcPr>
                    </a:tc>
                    <a:tc gridSpan="4">
                      <a:txBody>
                        <a:bodyPr/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600" dirty="0">
                              <a:solidFill>
                                <a:schemeClr val="dk1"/>
                              </a:solidFill>
                              <a:latin typeface="Anaheim"/>
                              <a:ea typeface="Anaheim"/>
                              <a:cs typeface="Anaheim"/>
                              <a:sym typeface="Anaheim"/>
                            </a:rPr>
                            <a:t>MLP Regressor</a:t>
                          </a:r>
                          <a:endParaRPr sz="600" dirty="0">
                            <a:solidFill>
                              <a:schemeClr val="dk1"/>
                            </a:solidFill>
                            <a:latin typeface="Anaheim"/>
                            <a:ea typeface="Anaheim"/>
                            <a:cs typeface="Anaheim"/>
                            <a:sym typeface="Anaheim"/>
                          </a:endParaRPr>
                        </a:p>
                      </a:txBody>
                      <a:tcPr marL="94593" marR="94593" marT="47297" marB="47297" anchor="ctr">
                        <a:lnL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87541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rowSpan="2"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600" b="1" dirty="0">
                              <a:solidFill>
                                <a:schemeClr val="lt2"/>
                              </a:solidFill>
                              <a:latin typeface="Oranienbaum"/>
                              <a:ea typeface="Oranienbaum"/>
                              <a:cs typeface="Oranienbaum"/>
                              <a:sym typeface="Oranienbaum"/>
                            </a:rPr>
                            <a:t>HYPER</a:t>
                          </a:r>
                        </a:p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600" b="1" dirty="0">
                              <a:solidFill>
                                <a:schemeClr val="lt2"/>
                              </a:solidFill>
                              <a:latin typeface="Oranienbaum"/>
                              <a:ea typeface="Oranienbaum"/>
                              <a:cs typeface="Oranienbaum"/>
                              <a:sym typeface="Oranienbaum"/>
                            </a:rPr>
                            <a:t>PARAMETERS:</a:t>
                          </a:r>
                          <a:endParaRPr lang="en-US" sz="600" b="1" dirty="0">
                            <a:solidFill>
                              <a:schemeClr val="lt2"/>
                            </a:solidFill>
                            <a:latin typeface="Oranienbaum"/>
                            <a:sym typeface="Oranienbaum"/>
                          </a:endParaRPr>
                        </a:p>
                      </a:txBody>
                      <a:tcPr marL="94578" marR="94578" marT="94578" marB="94578" anchor="ctr">
                        <a:lnL w="9525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lt1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4593" marR="94593" marT="47297" marB="47297" anchor="ctr">
                        <a:lnL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blipFill>
                          <a:blip r:embed="rId15"/>
                          <a:stretch>
                            <a:fillRect l="-202679" t="-100000" r="-101786" b="-470968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4593" marR="94593" marT="47297" marB="47297" anchor="ctr">
                        <a:lnL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B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blipFill>
                          <a:blip r:embed="rId15"/>
                          <a:stretch>
                            <a:fillRect l="-300000" t="-100000" r="-885" b="-470968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89760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 marL="91425" marR="91425" marT="91425" marB="91425" anchor="ctr">
                        <a:lnL w="9525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lt1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4578" marR="94578" marT="94578" marB="94578" anchor="ctr">
                        <a:lnL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blipFill>
                          <a:blip r:embed="rId15"/>
                          <a:stretch>
                            <a:fillRect l="-202679" t="-129167" r="-101786" b="-204167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 marL="91425" marR="91425" marT="91425" marB="91425" anchor="ctr">
                        <a:lnL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B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noFill/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5720" marR="45720" anchor="ctr">
                        <a:lnL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blipFill>
                          <a:blip r:embed="rId15"/>
                          <a:stretch>
                            <a:fillRect l="-300000" t="-129167" r="-885" b="-204167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sz="1600" dirty="0">
                            <a:solidFill>
                              <a:schemeClr val="dk1"/>
                            </a:solidFill>
                            <a:latin typeface="Anaheim"/>
                            <a:ea typeface="Anaheim"/>
                            <a:cs typeface="Anaheim"/>
                            <a:sym typeface="Anaheim"/>
                          </a:endParaRPr>
                        </a:p>
                      </a:txBody>
                      <a:tcPr marL="91425" marR="91425" marT="91425" marB="91425" anchor="ctr">
                        <a:lnL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B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212375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buNone/>
                          </a:pPr>
                          <a:r>
                            <a:rPr lang="en" sz="600" b="1" i="0" u="none" strike="noStrike" cap="none" dirty="0">
                              <a:solidFill>
                                <a:schemeClr val="lt2"/>
                              </a:solidFill>
                              <a:latin typeface="Oranienbaum"/>
                              <a:ea typeface="Oranienbaum"/>
                              <a:cs typeface="Oranienbaum"/>
                              <a:sym typeface="Oranienbaum"/>
                            </a:rPr>
                            <a:t>SIZE</a:t>
                          </a:r>
                        </a:p>
                      </a:txBody>
                      <a:tcPr marL="32562" marR="32562" marT="32562" marB="32562" anchor="ctr">
                        <a:lnL w="9525" cap="flat" cmpd="sng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dk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600" b="1" dirty="0">
                              <a:solidFill>
                                <a:schemeClr val="lt2"/>
                              </a:solidFill>
                              <a:latin typeface="Oranienbaum"/>
                              <a:ea typeface="Oranienbaum"/>
                              <a:cs typeface="Oranienbaum"/>
                              <a:sym typeface="Oranienbaum"/>
                            </a:rPr>
                            <a:t>METRICS:</a:t>
                          </a:r>
                          <a:endParaRPr sz="600" b="1" dirty="0">
                            <a:solidFill>
                              <a:schemeClr val="lt2"/>
                            </a:solidFill>
                            <a:latin typeface="Oranienbaum"/>
                            <a:ea typeface="Oranienbaum"/>
                            <a:cs typeface="Oranienbaum"/>
                            <a:sym typeface="Oranienbaum"/>
                          </a:endParaRPr>
                        </a:p>
                      </a:txBody>
                      <a:tcPr marL="32562" marR="32562" marT="32562" marB="32562" anchor="ctr">
                        <a:lnL w="9525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81635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600" b="1" i="0" u="none" strike="noStrike" cap="none" dirty="0">
                              <a:solidFill>
                                <a:schemeClr val="lt2"/>
                              </a:solidFill>
                              <a:latin typeface="Oranienbaum"/>
                              <a:ea typeface="Oranienbaum"/>
                              <a:cs typeface="Oranienbaum"/>
                              <a:sym typeface="Anaheim"/>
                            </a:rPr>
                            <a:t>MSE</a:t>
                          </a:r>
                          <a:endParaRPr sz="600" b="1" i="0" u="none" strike="noStrike" cap="none" dirty="0">
                            <a:solidFill>
                              <a:schemeClr val="lt2"/>
                            </a:solidFill>
                            <a:latin typeface="Oranienbaum"/>
                            <a:ea typeface="Oranienbaum"/>
                            <a:cs typeface="Oranienbaum"/>
                            <a:sym typeface="Anaheim"/>
                          </a:endParaRPr>
                        </a:p>
                      </a:txBody>
                      <a:tcPr marL="32562" marR="32562" marT="32562" marB="32562" anchor="ctr">
                        <a:lnL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71997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600" b="1" i="0" u="none" strike="noStrike" cap="none" dirty="0">
                              <a:solidFill>
                                <a:schemeClr val="lt2"/>
                              </a:solidFill>
                              <a:latin typeface="Oranienbaum"/>
                              <a:ea typeface="Oranienbaum"/>
                              <a:cs typeface="Oranienbaum"/>
                              <a:sym typeface="Anaheim"/>
                            </a:rPr>
                            <a:t>MAE</a:t>
                          </a:r>
                          <a:endParaRPr sz="600" b="1" i="0" u="none" strike="noStrike" cap="none" dirty="0">
                            <a:solidFill>
                              <a:schemeClr val="lt2"/>
                            </a:solidFill>
                            <a:latin typeface="Oranienbaum"/>
                            <a:ea typeface="Oranienbaum"/>
                            <a:cs typeface="Oranienbaum"/>
                            <a:sym typeface="Anaheim"/>
                          </a:endParaRPr>
                        </a:p>
                      </a:txBody>
                      <a:tcPr marL="32562" marR="32562" marT="32562" marB="32562" anchor="ctr">
                        <a:lnL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71997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2562" marR="32562" marT="32562" marB="32562" anchor="ctr">
                        <a:lnL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blipFill>
                          <a:blip r:embed="rId15"/>
                          <a:stretch>
                            <a:fillRect l="-594737" t="-314286" r="-100000" b="-18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600" b="1" dirty="0">
                              <a:solidFill>
                                <a:schemeClr val="lt2"/>
                              </a:solidFill>
                              <a:latin typeface="Oranienbaum"/>
                              <a:ea typeface="Oranienbaum"/>
                              <a:cs typeface="Oranienbaum"/>
                              <a:sym typeface="Oranienbaum"/>
                            </a:rPr>
                            <a:t>RMSE</a:t>
                          </a:r>
                          <a:endParaRPr sz="600" b="1" dirty="0">
                            <a:solidFill>
                              <a:schemeClr val="lt2"/>
                            </a:solidFill>
                            <a:latin typeface="Oranienbaum"/>
                            <a:ea typeface="Oranienbaum"/>
                            <a:cs typeface="Oranienbaum"/>
                            <a:sym typeface="Oranienbaum"/>
                          </a:endParaRPr>
                        </a:p>
                      </a:txBody>
                      <a:tcPr marL="32562" marR="32562" marT="32562" marB="32562" anchor="ctr">
                        <a:lnL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dk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187541"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600" dirty="0">
                              <a:solidFill>
                                <a:schemeClr val="dk1"/>
                              </a:solidFill>
                              <a:latin typeface="Anaheim"/>
                              <a:cs typeface="Arial"/>
                              <a:sym typeface="Anaheim"/>
                            </a:rPr>
                            <a:t>40072</a:t>
                          </a:r>
                        </a:p>
                      </a:txBody>
                      <a:tcPr marL="32562" marR="32562" marT="32562" marB="32562" anchor="ctr">
                        <a:lnL w="9525" cap="flat" cmpd="sng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600" b="1" dirty="0">
                              <a:solidFill>
                                <a:schemeClr val="lt2"/>
                              </a:solidFill>
                              <a:latin typeface="Oranienbaum"/>
                              <a:ea typeface="Oranienbaum"/>
                              <a:cs typeface="Oranienbaum"/>
                              <a:sym typeface="Oranienbaum"/>
                            </a:rPr>
                            <a:t>TRAIN:</a:t>
                          </a:r>
                          <a:endParaRPr sz="600" b="1" dirty="0">
                            <a:solidFill>
                              <a:schemeClr val="lt2"/>
                            </a:solidFill>
                            <a:latin typeface="Oranienbaum"/>
                            <a:ea typeface="Oranienbaum"/>
                            <a:cs typeface="Oranienbaum"/>
                            <a:sym typeface="Oranienbaum"/>
                          </a:endParaRPr>
                        </a:p>
                      </a:txBody>
                      <a:tcPr marL="32562" marR="32562" marT="32562" marB="32562" anchor="ctr">
                        <a:lnL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dk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600" dirty="0">
                              <a:solidFill>
                                <a:schemeClr val="dk1"/>
                              </a:solidFill>
                              <a:latin typeface="Anaheim"/>
                              <a:ea typeface="Anaheim"/>
                              <a:cs typeface="Anaheim"/>
                              <a:sym typeface="Anaheim"/>
                            </a:rPr>
                            <a:t>18935.84</a:t>
                          </a:r>
                        </a:p>
                      </a:txBody>
                      <a:tcPr marL="32562" marR="32562" marT="32562" marB="32562" anchor="ctr">
                        <a:lnL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600" dirty="0">
                              <a:solidFill>
                                <a:schemeClr val="dk1"/>
                              </a:solidFill>
                              <a:latin typeface="Anaheim"/>
                              <a:ea typeface="Anaheim"/>
                              <a:cs typeface="Anaheim"/>
                              <a:sym typeface="Anaheim"/>
                            </a:rPr>
                            <a:t>83.64</a:t>
                          </a:r>
                        </a:p>
                      </a:txBody>
                      <a:tcPr marL="32562" marR="32562" marT="32562" marB="32562" anchor="ctr">
                        <a:lnL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600" dirty="0">
                              <a:solidFill>
                                <a:schemeClr val="dk1"/>
                              </a:solidFill>
                              <a:latin typeface="Anaheim"/>
                              <a:ea typeface="Anaheim"/>
                              <a:cs typeface="Anaheim"/>
                              <a:sym typeface="Anaheim"/>
                            </a:rPr>
                            <a:t>0.86</a:t>
                          </a:r>
                        </a:p>
                      </a:txBody>
                      <a:tcPr marL="32562" marR="32562" marT="32562" marB="32562" anchor="ctr">
                        <a:lnL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600" dirty="0">
                              <a:solidFill>
                                <a:schemeClr val="dk1"/>
                              </a:solidFill>
                              <a:latin typeface="Anaheim"/>
                              <a:ea typeface="Anaheim"/>
                              <a:cs typeface="Anaheim"/>
                              <a:sym typeface="Anaheim"/>
                            </a:rPr>
                            <a:t>137.60</a:t>
                          </a:r>
                          <a:endParaRPr sz="600" dirty="0">
                            <a:solidFill>
                              <a:schemeClr val="dk1"/>
                            </a:solidFill>
                            <a:latin typeface="Anaheim"/>
                            <a:ea typeface="Anaheim"/>
                            <a:cs typeface="Anaheim"/>
                            <a:sym typeface="Anaheim"/>
                          </a:endParaRPr>
                        </a:p>
                      </a:txBody>
                      <a:tcPr marL="32562" marR="32562" marT="32562" marB="32562" anchor="ctr">
                        <a:lnL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187541"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600" dirty="0">
                              <a:solidFill>
                                <a:schemeClr val="dk1"/>
                              </a:solidFill>
                              <a:latin typeface="Anaheim"/>
                              <a:sym typeface="Anaheim"/>
                            </a:rPr>
                            <a:t>10019</a:t>
                          </a:r>
                          <a:endParaRPr sz="600" dirty="0">
                            <a:solidFill>
                              <a:schemeClr val="dk1"/>
                            </a:solidFill>
                            <a:latin typeface="Anaheim"/>
                            <a:sym typeface="Anaheim"/>
                          </a:endParaRPr>
                        </a:p>
                      </a:txBody>
                      <a:tcPr marL="32562" marR="32562" marT="32562" marB="32562" anchor="ctr">
                        <a:lnL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600" b="1" dirty="0">
                              <a:solidFill>
                                <a:schemeClr val="lt2"/>
                              </a:solidFill>
                              <a:latin typeface="Oranienbaum"/>
                              <a:ea typeface="Oranienbaum"/>
                              <a:cs typeface="Oranienbaum"/>
                              <a:sym typeface="Oranienbaum"/>
                            </a:rPr>
                            <a:t>TEST:</a:t>
                          </a:r>
                          <a:endParaRPr sz="600" b="1" dirty="0">
                            <a:solidFill>
                              <a:schemeClr val="lt2"/>
                            </a:solidFill>
                            <a:latin typeface="Oranienbaum"/>
                            <a:ea typeface="Oranienbaum"/>
                            <a:cs typeface="Oranienbaum"/>
                            <a:sym typeface="Oranienbaum"/>
                          </a:endParaRPr>
                        </a:p>
                      </a:txBody>
                      <a:tcPr marL="32562" marR="32562" marT="32562" marB="32562" anchor="ctr">
                        <a:lnL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dk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600" b="0" i="0" u="none" strike="noStrike" cap="none" dirty="0">
                              <a:solidFill>
                                <a:schemeClr val="dk1"/>
                              </a:solidFill>
                              <a:latin typeface="Anaheim"/>
                              <a:ea typeface="Anaheim"/>
                              <a:cs typeface="Anaheim"/>
                              <a:sym typeface="Anaheim"/>
                            </a:rPr>
                            <a:t>22324.12</a:t>
                          </a:r>
                        </a:p>
                      </a:txBody>
                      <a:tcPr marL="32562" marR="32562" marT="32562" marB="32562" anchor="ctr">
                        <a:lnL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600" dirty="0">
                              <a:solidFill>
                                <a:schemeClr val="dk1"/>
                              </a:solidFill>
                              <a:latin typeface="Anaheim"/>
                              <a:ea typeface="Anaheim"/>
                              <a:cs typeface="Anaheim"/>
                              <a:sym typeface="Anaheim"/>
                            </a:rPr>
                            <a:t>87.84</a:t>
                          </a:r>
                        </a:p>
                      </a:txBody>
                      <a:tcPr marL="32562" marR="32562" marT="32562" marB="32562" anchor="ctr">
                        <a:lnL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600" dirty="0">
                              <a:solidFill>
                                <a:schemeClr val="dk1"/>
                              </a:solidFill>
                              <a:latin typeface="Anaheim"/>
                              <a:ea typeface="Anaheim"/>
                              <a:cs typeface="Anaheim"/>
                              <a:sym typeface="Anaheim"/>
                            </a:rPr>
                            <a:t>0.83</a:t>
                          </a:r>
                        </a:p>
                      </a:txBody>
                      <a:tcPr marL="32562" marR="32562" marT="32562" marB="32562" anchor="ctr">
                        <a:lnL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600" dirty="0">
                              <a:solidFill>
                                <a:schemeClr val="dk1"/>
                              </a:solidFill>
                              <a:latin typeface="Anaheim"/>
                              <a:ea typeface="Anaheim"/>
                              <a:cs typeface="Anaheim"/>
                              <a:sym typeface="Anaheim"/>
                            </a:rPr>
                            <a:t>149.41</a:t>
                          </a:r>
                          <a:endParaRPr sz="600" dirty="0">
                            <a:solidFill>
                              <a:schemeClr val="dk1"/>
                            </a:solidFill>
                            <a:latin typeface="Anaheim"/>
                            <a:ea typeface="Anaheim"/>
                            <a:cs typeface="Anaheim"/>
                            <a:sym typeface="Anaheim"/>
                          </a:endParaRPr>
                        </a:p>
                      </a:txBody>
                      <a:tcPr marL="32562" marR="32562" marT="32562" marB="32562" anchor="ctr">
                        <a:lnL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 algn="ctr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chemeClr val="lt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443" name="Group 442">
            <a:extLst>
              <a:ext uri="{FF2B5EF4-FFF2-40B4-BE49-F238E27FC236}">
                <a16:creationId xmlns:a16="http://schemas.microsoft.com/office/drawing/2014/main" id="{FCD31FC4-AA62-41C7-10DE-E6EE67835AD7}"/>
              </a:ext>
            </a:extLst>
          </p:cNvPr>
          <p:cNvGrpSpPr>
            <a:grpSpLocks noChangeAspect="1"/>
          </p:cNvGrpSpPr>
          <p:nvPr/>
        </p:nvGrpSpPr>
        <p:grpSpPr>
          <a:xfrm>
            <a:off x="6079512" y="1446825"/>
            <a:ext cx="457200" cy="341473"/>
            <a:chOff x="1115700" y="1695665"/>
            <a:chExt cx="1030550" cy="769697"/>
          </a:xfrm>
        </p:grpSpPr>
        <p:sp>
          <p:nvSpPr>
            <p:cNvPr id="444" name="Google Shape;712;p52">
              <a:extLst>
                <a:ext uri="{FF2B5EF4-FFF2-40B4-BE49-F238E27FC236}">
                  <a16:creationId xmlns:a16="http://schemas.microsoft.com/office/drawing/2014/main" id="{618E8C1B-4B9E-E8E9-CD84-6C00A542E115}"/>
                </a:ext>
              </a:extLst>
            </p:cNvPr>
            <p:cNvSpPr/>
            <p:nvPr/>
          </p:nvSpPr>
          <p:spPr>
            <a:xfrm>
              <a:off x="1115700" y="1695676"/>
              <a:ext cx="515265" cy="769686"/>
            </a:xfrm>
            <a:custGeom>
              <a:avLst/>
              <a:gdLst/>
              <a:ahLst/>
              <a:cxnLst/>
              <a:rect l="l" t="t" r="r" b="b"/>
              <a:pathLst>
                <a:path w="10618" h="15860" extrusionOk="0">
                  <a:moveTo>
                    <a:pt x="5188" y="0"/>
                  </a:moveTo>
                  <a:cubicBezTo>
                    <a:pt x="3806" y="0"/>
                    <a:pt x="2682" y="1125"/>
                    <a:pt x="2669" y="2506"/>
                  </a:cubicBezTo>
                  <a:cubicBezTo>
                    <a:pt x="2669" y="3617"/>
                    <a:pt x="3373" y="4551"/>
                    <a:pt x="4361" y="4890"/>
                  </a:cubicBezTo>
                  <a:cubicBezTo>
                    <a:pt x="1923" y="5119"/>
                    <a:pt x="1613" y="6082"/>
                    <a:pt x="3400" y="6284"/>
                  </a:cubicBezTo>
                  <a:cubicBezTo>
                    <a:pt x="3576" y="8871"/>
                    <a:pt x="3305" y="11024"/>
                    <a:pt x="2235" y="11824"/>
                  </a:cubicBezTo>
                  <a:cubicBezTo>
                    <a:pt x="1165" y="12622"/>
                    <a:pt x="515" y="12880"/>
                    <a:pt x="488" y="13326"/>
                  </a:cubicBezTo>
                  <a:cubicBezTo>
                    <a:pt x="461" y="13774"/>
                    <a:pt x="746" y="14031"/>
                    <a:pt x="1030" y="14139"/>
                  </a:cubicBezTo>
                  <a:cubicBezTo>
                    <a:pt x="123" y="14545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2"/>
                    <a:pt x="4213" y="15845"/>
                    <a:pt x="5107" y="15859"/>
                  </a:cubicBezTo>
                  <a:lnTo>
                    <a:pt x="5540" y="15859"/>
                  </a:lnTo>
                  <a:cubicBezTo>
                    <a:pt x="5567" y="15845"/>
                    <a:pt x="5607" y="15845"/>
                    <a:pt x="5648" y="15845"/>
                  </a:cubicBezTo>
                  <a:lnTo>
                    <a:pt x="6542" y="15845"/>
                  </a:lnTo>
                  <a:cubicBezTo>
                    <a:pt x="6663" y="15845"/>
                    <a:pt x="6799" y="15832"/>
                    <a:pt x="6921" y="15832"/>
                  </a:cubicBezTo>
                  <a:lnTo>
                    <a:pt x="7016" y="15832"/>
                  </a:lnTo>
                  <a:cubicBezTo>
                    <a:pt x="7151" y="15832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5"/>
                    <a:pt x="7666" y="15805"/>
                    <a:pt x="7774" y="15805"/>
                  </a:cubicBezTo>
                  <a:cubicBezTo>
                    <a:pt x="7801" y="15791"/>
                    <a:pt x="7828" y="15791"/>
                    <a:pt x="7855" y="15791"/>
                  </a:cubicBezTo>
                  <a:cubicBezTo>
                    <a:pt x="7964" y="15791"/>
                    <a:pt x="8086" y="15778"/>
                    <a:pt x="8194" y="15778"/>
                  </a:cubicBezTo>
                  <a:cubicBezTo>
                    <a:pt x="8207" y="15778"/>
                    <a:pt x="8234" y="15764"/>
                    <a:pt x="8248" y="15764"/>
                  </a:cubicBezTo>
                  <a:cubicBezTo>
                    <a:pt x="8343" y="15764"/>
                    <a:pt x="8438" y="15751"/>
                    <a:pt x="8532" y="15751"/>
                  </a:cubicBezTo>
                  <a:cubicBezTo>
                    <a:pt x="8546" y="15751"/>
                    <a:pt x="8559" y="15737"/>
                    <a:pt x="8586" y="15737"/>
                  </a:cubicBezTo>
                  <a:cubicBezTo>
                    <a:pt x="8682" y="15737"/>
                    <a:pt x="8776" y="15724"/>
                    <a:pt x="8857" y="15710"/>
                  </a:cubicBezTo>
                  <a:cubicBezTo>
                    <a:pt x="8884" y="15710"/>
                    <a:pt x="8899" y="15710"/>
                    <a:pt x="8912" y="15697"/>
                  </a:cubicBezTo>
                  <a:cubicBezTo>
                    <a:pt x="9007" y="15697"/>
                    <a:pt x="9088" y="15683"/>
                    <a:pt x="9169" y="15670"/>
                  </a:cubicBezTo>
                  <a:cubicBezTo>
                    <a:pt x="10510" y="15426"/>
                    <a:pt x="10618" y="14464"/>
                    <a:pt x="9521" y="14207"/>
                  </a:cubicBezTo>
                  <a:cubicBezTo>
                    <a:pt x="10036" y="13774"/>
                    <a:pt x="10226" y="12974"/>
                    <a:pt x="9589" y="12758"/>
                  </a:cubicBezTo>
                  <a:cubicBezTo>
                    <a:pt x="8939" y="12555"/>
                    <a:pt x="7801" y="11851"/>
                    <a:pt x="7178" y="10334"/>
                  </a:cubicBezTo>
                  <a:cubicBezTo>
                    <a:pt x="6596" y="8911"/>
                    <a:pt x="6826" y="6596"/>
                    <a:pt x="6853" y="6298"/>
                  </a:cubicBezTo>
                  <a:cubicBezTo>
                    <a:pt x="6853" y="6271"/>
                    <a:pt x="6867" y="6271"/>
                    <a:pt x="6867" y="6271"/>
                  </a:cubicBezTo>
                  <a:cubicBezTo>
                    <a:pt x="6867" y="6271"/>
                    <a:pt x="7896" y="6244"/>
                    <a:pt x="8140" y="5905"/>
                  </a:cubicBezTo>
                  <a:cubicBezTo>
                    <a:pt x="8397" y="5540"/>
                    <a:pt x="7368" y="5038"/>
                    <a:pt x="6000" y="4890"/>
                  </a:cubicBezTo>
                  <a:cubicBezTo>
                    <a:pt x="6975" y="4551"/>
                    <a:pt x="7680" y="3630"/>
                    <a:pt x="7693" y="2533"/>
                  </a:cubicBezTo>
                  <a:cubicBezTo>
                    <a:pt x="7693" y="2452"/>
                    <a:pt x="7680" y="2371"/>
                    <a:pt x="7680" y="2290"/>
                  </a:cubicBezTo>
                  <a:cubicBezTo>
                    <a:pt x="7680" y="2262"/>
                    <a:pt x="7680" y="2235"/>
                    <a:pt x="7666" y="2221"/>
                  </a:cubicBezTo>
                  <a:cubicBezTo>
                    <a:pt x="7666" y="2167"/>
                    <a:pt x="7653" y="2113"/>
                    <a:pt x="7653" y="2059"/>
                  </a:cubicBezTo>
                  <a:cubicBezTo>
                    <a:pt x="7638" y="2032"/>
                    <a:pt x="7638" y="2005"/>
                    <a:pt x="7625" y="1978"/>
                  </a:cubicBezTo>
                  <a:cubicBezTo>
                    <a:pt x="7611" y="1923"/>
                    <a:pt x="7611" y="1883"/>
                    <a:pt x="7598" y="1829"/>
                  </a:cubicBezTo>
                  <a:cubicBezTo>
                    <a:pt x="7584" y="1802"/>
                    <a:pt x="7571" y="1775"/>
                    <a:pt x="7571" y="1748"/>
                  </a:cubicBezTo>
                  <a:cubicBezTo>
                    <a:pt x="7557" y="1694"/>
                    <a:pt x="7530" y="1652"/>
                    <a:pt x="7517" y="1598"/>
                  </a:cubicBezTo>
                  <a:cubicBezTo>
                    <a:pt x="7503" y="1585"/>
                    <a:pt x="7503" y="1558"/>
                    <a:pt x="7490" y="1531"/>
                  </a:cubicBezTo>
                  <a:cubicBezTo>
                    <a:pt x="7463" y="1463"/>
                    <a:pt x="7422" y="1396"/>
                    <a:pt x="7395" y="1327"/>
                  </a:cubicBezTo>
                  <a:cubicBezTo>
                    <a:pt x="7382" y="1327"/>
                    <a:pt x="7382" y="1314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25"/>
                    <a:pt x="7246" y="1098"/>
                    <a:pt x="7232" y="1071"/>
                  </a:cubicBezTo>
                  <a:cubicBezTo>
                    <a:pt x="7205" y="1030"/>
                    <a:pt x="7178" y="1002"/>
                    <a:pt x="7151" y="962"/>
                  </a:cubicBezTo>
                  <a:cubicBezTo>
                    <a:pt x="7124" y="935"/>
                    <a:pt x="7111" y="908"/>
                    <a:pt x="7084" y="894"/>
                  </a:cubicBezTo>
                  <a:cubicBezTo>
                    <a:pt x="7057" y="854"/>
                    <a:pt x="7030" y="827"/>
                    <a:pt x="7003" y="800"/>
                  </a:cubicBezTo>
                  <a:cubicBezTo>
                    <a:pt x="6975" y="773"/>
                    <a:pt x="6961" y="746"/>
                    <a:pt x="6934" y="719"/>
                  </a:cubicBezTo>
                  <a:cubicBezTo>
                    <a:pt x="6907" y="692"/>
                    <a:pt x="6867" y="664"/>
                    <a:pt x="6840" y="637"/>
                  </a:cubicBezTo>
                  <a:cubicBezTo>
                    <a:pt x="6813" y="623"/>
                    <a:pt x="6799" y="596"/>
                    <a:pt x="6772" y="569"/>
                  </a:cubicBezTo>
                  <a:cubicBezTo>
                    <a:pt x="6718" y="542"/>
                    <a:pt x="6677" y="502"/>
                    <a:pt x="6636" y="475"/>
                  </a:cubicBezTo>
                  <a:lnTo>
                    <a:pt x="6515" y="394"/>
                  </a:lnTo>
                  <a:cubicBezTo>
                    <a:pt x="6488" y="379"/>
                    <a:pt x="6447" y="352"/>
                    <a:pt x="6420" y="325"/>
                  </a:cubicBezTo>
                  <a:cubicBezTo>
                    <a:pt x="6380" y="312"/>
                    <a:pt x="6352" y="298"/>
                    <a:pt x="6311" y="285"/>
                  </a:cubicBezTo>
                  <a:cubicBezTo>
                    <a:pt x="6284" y="258"/>
                    <a:pt x="6244" y="244"/>
                    <a:pt x="6217" y="231"/>
                  </a:cubicBezTo>
                  <a:cubicBezTo>
                    <a:pt x="6176" y="217"/>
                    <a:pt x="6149" y="204"/>
                    <a:pt x="6109" y="190"/>
                  </a:cubicBezTo>
                  <a:cubicBezTo>
                    <a:pt x="6082" y="177"/>
                    <a:pt x="6040" y="163"/>
                    <a:pt x="6000" y="150"/>
                  </a:cubicBezTo>
                  <a:cubicBezTo>
                    <a:pt x="5973" y="136"/>
                    <a:pt x="5932" y="123"/>
                    <a:pt x="5892" y="109"/>
                  </a:cubicBezTo>
                  <a:lnTo>
                    <a:pt x="5878" y="109"/>
                  </a:lnTo>
                  <a:cubicBezTo>
                    <a:pt x="5661" y="41"/>
                    <a:pt x="5432" y="14"/>
                    <a:pt x="518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713;p52">
              <a:extLst>
                <a:ext uri="{FF2B5EF4-FFF2-40B4-BE49-F238E27FC236}">
                  <a16:creationId xmlns:a16="http://schemas.microsoft.com/office/drawing/2014/main" id="{9384B3DD-D354-838C-8A58-7243222CD821}"/>
                </a:ext>
              </a:extLst>
            </p:cNvPr>
            <p:cNvSpPr/>
            <p:nvPr/>
          </p:nvSpPr>
          <p:spPr>
            <a:xfrm rot="10800000">
              <a:off x="1630985" y="1695665"/>
              <a:ext cx="515265" cy="769686"/>
            </a:xfrm>
            <a:custGeom>
              <a:avLst/>
              <a:gdLst/>
              <a:ahLst/>
              <a:cxnLst/>
              <a:rect l="l" t="t" r="r" b="b"/>
              <a:pathLst>
                <a:path w="10618" h="15860" extrusionOk="0">
                  <a:moveTo>
                    <a:pt x="5188" y="0"/>
                  </a:moveTo>
                  <a:cubicBezTo>
                    <a:pt x="3806" y="0"/>
                    <a:pt x="2682" y="1125"/>
                    <a:pt x="2669" y="2506"/>
                  </a:cubicBezTo>
                  <a:cubicBezTo>
                    <a:pt x="2669" y="3617"/>
                    <a:pt x="3373" y="4551"/>
                    <a:pt x="4361" y="4890"/>
                  </a:cubicBezTo>
                  <a:cubicBezTo>
                    <a:pt x="1923" y="5119"/>
                    <a:pt x="1613" y="6082"/>
                    <a:pt x="3400" y="6284"/>
                  </a:cubicBezTo>
                  <a:cubicBezTo>
                    <a:pt x="3576" y="8871"/>
                    <a:pt x="3305" y="11024"/>
                    <a:pt x="2235" y="11824"/>
                  </a:cubicBezTo>
                  <a:cubicBezTo>
                    <a:pt x="1165" y="12622"/>
                    <a:pt x="515" y="12880"/>
                    <a:pt x="488" y="13326"/>
                  </a:cubicBezTo>
                  <a:cubicBezTo>
                    <a:pt x="461" y="13774"/>
                    <a:pt x="746" y="14031"/>
                    <a:pt x="1030" y="14139"/>
                  </a:cubicBezTo>
                  <a:cubicBezTo>
                    <a:pt x="123" y="14545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2"/>
                    <a:pt x="4213" y="15845"/>
                    <a:pt x="5107" y="15859"/>
                  </a:cubicBezTo>
                  <a:lnTo>
                    <a:pt x="5540" y="15859"/>
                  </a:lnTo>
                  <a:cubicBezTo>
                    <a:pt x="5567" y="15845"/>
                    <a:pt x="5607" y="15845"/>
                    <a:pt x="5648" y="15845"/>
                  </a:cubicBezTo>
                  <a:lnTo>
                    <a:pt x="6542" y="15845"/>
                  </a:lnTo>
                  <a:cubicBezTo>
                    <a:pt x="6663" y="15845"/>
                    <a:pt x="6799" y="15832"/>
                    <a:pt x="6921" y="15832"/>
                  </a:cubicBezTo>
                  <a:lnTo>
                    <a:pt x="7016" y="15832"/>
                  </a:lnTo>
                  <a:cubicBezTo>
                    <a:pt x="7151" y="15832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5"/>
                    <a:pt x="7666" y="15805"/>
                    <a:pt x="7774" y="15805"/>
                  </a:cubicBezTo>
                  <a:cubicBezTo>
                    <a:pt x="7801" y="15791"/>
                    <a:pt x="7828" y="15791"/>
                    <a:pt x="7855" y="15791"/>
                  </a:cubicBezTo>
                  <a:cubicBezTo>
                    <a:pt x="7964" y="15791"/>
                    <a:pt x="8086" y="15778"/>
                    <a:pt x="8194" y="15778"/>
                  </a:cubicBezTo>
                  <a:cubicBezTo>
                    <a:pt x="8207" y="15778"/>
                    <a:pt x="8234" y="15764"/>
                    <a:pt x="8248" y="15764"/>
                  </a:cubicBezTo>
                  <a:cubicBezTo>
                    <a:pt x="8343" y="15764"/>
                    <a:pt x="8438" y="15751"/>
                    <a:pt x="8532" y="15751"/>
                  </a:cubicBezTo>
                  <a:cubicBezTo>
                    <a:pt x="8546" y="15751"/>
                    <a:pt x="8559" y="15737"/>
                    <a:pt x="8586" y="15737"/>
                  </a:cubicBezTo>
                  <a:cubicBezTo>
                    <a:pt x="8682" y="15737"/>
                    <a:pt x="8776" y="15724"/>
                    <a:pt x="8857" y="15710"/>
                  </a:cubicBezTo>
                  <a:cubicBezTo>
                    <a:pt x="8884" y="15710"/>
                    <a:pt x="8899" y="15710"/>
                    <a:pt x="8912" y="15697"/>
                  </a:cubicBezTo>
                  <a:cubicBezTo>
                    <a:pt x="9007" y="15697"/>
                    <a:pt x="9088" y="15683"/>
                    <a:pt x="9169" y="15670"/>
                  </a:cubicBezTo>
                  <a:cubicBezTo>
                    <a:pt x="10510" y="15426"/>
                    <a:pt x="10618" y="14464"/>
                    <a:pt x="9521" y="14207"/>
                  </a:cubicBezTo>
                  <a:cubicBezTo>
                    <a:pt x="10036" y="13774"/>
                    <a:pt x="10226" y="12974"/>
                    <a:pt x="9589" y="12758"/>
                  </a:cubicBezTo>
                  <a:cubicBezTo>
                    <a:pt x="8939" y="12555"/>
                    <a:pt x="7801" y="11851"/>
                    <a:pt x="7178" y="10334"/>
                  </a:cubicBezTo>
                  <a:cubicBezTo>
                    <a:pt x="6596" y="8911"/>
                    <a:pt x="6826" y="6596"/>
                    <a:pt x="6853" y="6298"/>
                  </a:cubicBezTo>
                  <a:cubicBezTo>
                    <a:pt x="6853" y="6271"/>
                    <a:pt x="6867" y="6271"/>
                    <a:pt x="6867" y="6271"/>
                  </a:cubicBezTo>
                  <a:cubicBezTo>
                    <a:pt x="6867" y="6271"/>
                    <a:pt x="7896" y="6244"/>
                    <a:pt x="8140" y="5905"/>
                  </a:cubicBezTo>
                  <a:cubicBezTo>
                    <a:pt x="8397" y="5540"/>
                    <a:pt x="7368" y="5038"/>
                    <a:pt x="6000" y="4890"/>
                  </a:cubicBezTo>
                  <a:cubicBezTo>
                    <a:pt x="6975" y="4551"/>
                    <a:pt x="7680" y="3630"/>
                    <a:pt x="7693" y="2533"/>
                  </a:cubicBezTo>
                  <a:cubicBezTo>
                    <a:pt x="7693" y="2452"/>
                    <a:pt x="7680" y="2371"/>
                    <a:pt x="7680" y="2290"/>
                  </a:cubicBezTo>
                  <a:cubicBezTo>
                    <a:pt x="7680" y="2262"/>
                    <a:pt x="7680" y="2235"/>
                    <a:pt x="7666" y="2221"/>
                  </a:cubicBezTo>
                  <a:cubicBezTo>
                    <a:pt x="7666" y="2167"/>
                    <a:pt x="7653" y="2113"/>
                    <a:pt x="7653" y="2059"/>
                  </a:cubicBezTo>
                  <a:cubicBezTo>
                    <a:pt x="7638" y="2032"/>
                    <a:pt x="7638" y="2005"/>
                    <a:pt x="7625" y="1978"/>
                  </a:cubicBezTo>
                  <a:cubicBezTo>
                    <a:pt x="7611" y="1923"/>
                    <a:pt x="7611" y="1883"/>
                    <a:pt x="7598" y="1829"/>
                  </a:cubicBezTo>
                  <a:cubicBezTo>
                    <a:pt x="7584" y="1802"/>
                    <a:pt x="7571" y="1775"/>
                    <a:pt x="7571" y="1748"/>
                  </a:cubicBezTo>
                  <a:cubicBezTo>
                    <a:pt x="7557" y="1694"/>
                    <a:pt x="7530" y="1652"/>
                    <a:pt x="7517" y="1598"/>
                  </a:cubicBezTo>
                  <a:cubicBezTo>
                    <a:pt x="7503" y="1585"/>
                    <a:pt x="7503" y="1558"/>
                    <a:pt x="7490" y="1531"/>
                  </a:cubicBezTo>
                  <a:cubicBezTo>
                    <a:pt x="7463" y="1463"/>
                    <a:pt x="7422" y="1396"/>
                    <a:pt x="7395" y="1327"/>
                  </a:cubicBezTo>
                  <a:cubicBezTo>
                    <a:pt x="7382" y="1327"/>
                    <a:pt x="7382" y="1314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25"/>
                    <a:pt x="7246" y="1098"/>
                    <a:pt x="7232" y="1071"/>
                  </a:cubicBezTo>
                  <a:cubicBezTo>
                    <a:pt x="7205" y="1030"/>
                    <a:pt x="7178" y="1002"/>
                    <a:pt x="7151" y="962"/>
                  </a:cubicBezTo>
                  <a:cubicBezTo>
                    <a:pt x="7124" y="935"/>
                    <a:pt x="7111" y="908"/>
                    <a:pt x="7084" y="894"/>
                  </a:cubicBezTo>
                  <a:cubicBezTo>
                    <a:pt x="7057" y="854"/>
                    <a:pt x="7030" y="827"/>
                    <a:pt x="7003" y="800"/>
                  </a:cubicBezTo>
                  <a:cubicBezTo>
                    <a:pt x="6975" y="773"/>
                    <a:pt x="6961" y="746"/>
                    <a:pt x="6934" y="719"/>
                  </a:cubicBezTo>
                  <a:cubicBezTo>
                    <a:pt x="6907" y="692"/>
                    <a:pt x="6867" y="664"/>
                    <a:pt x="6840" y="637"/>
                  </a:cubicBezTo>
                  <a:cubicBezTo>
                    <a:pt x="6813" y="623"/>
                    <a:pt x="6799" y="596"/>
                    <a:pt x="6772" y="569"/>
                  </a:cubicBezTo>
                  <a:cubicBezTo>
                    <a:pt x="6718" y="542"/>
                    <a:pt x="6677" y="502"/>
                    <a:pt x="6636" y="475"/>
                  </a:cubicBezTo>
                  <a:lnTo>
                    <a:pt x="6515" y="394"/>
                  </a:lnTo>
                  <a:cubicBezTo>
                    <a:pt x="6488" y="379"/>
                    <a:pt x="6447" y="352"/>
                    <a:pt x="6420" y="325"/>
                  </a:cubicBezTo>
                  <a:cubicBezTo>
                    <a:pt x="6380" y="312"/>
                    <a:pt x="6352" y="298"/>
                    <a:pt x="6311" y="285"/>
                  </a:cubicBezTo>
                  <a:cubicBezTo>
                    <a:pt x="6284" y="258"/>
                    <a:pt x="6244" y="244"/>
                    <a:pt x="6217" y="231"/>
                  </a:cubicBezTo>
                  <a:cubicBezTo>
                    <a:pt x="6176" y="217"/>
                    <a:pt x="6149" y="204"/>
                    <a:pt x="6109" y="190"/>
                  </a:cubicBezTo>
                  <a:cubicBezTo>
                    <a:pt x="6082" y="177"/>
                    <a:pt x="6040" y="163"/>
                    <a:pt x="6000" y="150"/>
                  </a:cubicBezTo>
                  <a:cubicBezTo>
                    <a:pt x="5973" y="136"/>
                    <a:pt x="5932" y="123"/>
                    <a:pt x="5892" y="109"/>
                  </a:cubicBezTo>
                  <a:lnTo>
                    <a:pt x="5878" y="109"/>
                  </a:lnTo>
                  <a:cubicBezTo>
                    <a:pt x="5661" y="41"/>
                    <a:pt x="5432" y="14"/>
                    <a:pt x="518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CC67DDA3-32B3-A78D-5B51-1763BFDB1D68}"/>
              </a:ext>
            </a:extLst>
          </p:cNvPr>
          <p:cNvSpPr txBox="1"/>
          <p:nvPr/>
        </p:nvSpPr>
        <p:spPr>
          <a:xfrm>
            <a:off x="6083142" y="4071865"/>
            <a:ext cx="2611376" cy="461665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90000"/>
              <a:buFont typeface="Arial"/>
              <a:buBlip>
                <a:blip r:embed="rId8">
                  <a:extLst>
                    <a:ext uri="{96DAC541-7B7A-43D3-8B79-37D633B846F1}">
                      <asvg:svgBlip xmlns:asvg="http://schemas.microsoft.com/office/drawing/2016/SVG/main" r:embed="rId9"/>
                    </a:ext>
                  </a:extLst>
                </a:blip>
              </a:buBlip>
              <a:tabLst/>
              <a:defRPr/>
            </a:pPr>
            <a:r>
              <a:rPr lang="en-US" sz="800" dirty="0">
                <a:solidFill>
                  <a:srgbClr val="523E32"/>
                </a:solidFill>
                <a:latin typeface="Anaheim"/>
                <a:sym typeface="Anaheim"/>
              </a:rPr>
              <a:t> Predicts Elo with an error of ±87.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90000"/>
              <a:buFont typeface="Arial"/>
              <a:buBlip>
                <a:blip r:embed="rId8">
                  <a:extLst>
                    <a:ext uri="{96DAC541-7B7A-43D3-8B79-37D633B846F1}">
                      <asvg:svgBlip xmlns:asvg="http://schemas.microsoft.com/office/drawing/2016/SVG/main" r:embed="rId9"/>
                    </a:ext>
                  </a:extLst>
                </a:blip>
              </a:buBlip>
              <a:tabLst/>
              <a:defRPr/>
            </a:pPr>
            <a:r>
              <a:rPr lang="en-US" sz="800" dirty="0">
                <a:solidFill>
                  <a:srgbClr val="523E32"/>
                </a:solidFill>
                <a:latin typeface="Anaheim"/>
                <a:sym typeface="Anaheim"/>
              </a:rPr>
              <a:t> Relied heavily on opponent’s Elo.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90000"/>
              <a:buFont typeface="Arial"/>
              <a:buBlip>
                <a:blip r:embed="rId8">
                  <a:extLst>
                    <a:ext uri="{96DAC541-7B7A-43D3-8B79-37D633B846F1}">
                      <asvg:svgBlip xmlns:asvg="http://schemas.microsoft.com/office/drawing/2016/SVG/main" r:embed="rId9"/>
                    </a:ext>
                  </a:extLst>
                </a:blip>
              </a:buBlip>
              <a:tabLst/>
              <a:defRPr/>
            </a:pPr>
            <a:r>
              <a:rPr lang="en-US" sz="800" dirty="0">
                <a:solidFill>
                  <a:srgbClr val="523E32"/>
                </a:solidFill>
                <a:latin typeface="Anaheim"/>
                <a:sym typeface="Anaheim"/>
              </a:rPr>
              <a:t> </a:t>
            </a:r>
            <a:r>
              <a:rPr lang="fr-FR" sz="800" dirty="0">
                <a:solidFill>
                  <a:srgbClr val="523E32"/>
                </a:solidFill>
                <a:latin typeface="Anaheim"/>
                <a:sym typeface="Anaheim"/>
              </a:rPr>
              <a:t>Explore </a:t>
            </a:r>
            <a:r>
              <a:rPr lang="fr-FR" sz="800" dirty="0" err="1">
                <a:solidFill>
                  <a:srgbClr val="523E32"/>
                </a:solidFill>
                <a:latin typeface="Anaheim"/>
                <a:sym typeface="Anaheim"/>
              </a:rPr>
              <a:t>sequential</a:t>
            </a:r>
            <a:r>
              <a:rPr lang="fr-FR" sz="800" dirty="0">
                <a:solidFill>
                  <a:srgbClr val="523E32"/>
                </a:solidFill>
                <a:latin typeface="Anaheim"/>
                <a:sym typeface="Anaheim"/>
              </a:rPr>
              <a:t> </a:t>
            </a:r>
            <a:r>
              <a:rPr lang="fr-FR" sz="800" dirty="0" err="1">
                <a:solidFill>
                  <a:srgbClr val="523E32"/>
                </a:solidFill>
                <a:latin typeface="Anaheim"/>
                <a:sym typeface="Anaheim"/>
              </a:rPr>
              <a:t>models</a:t>
            </a:r>
            <a:r>
              <a:rPr lang="fr-FR" sz="800" dirty="0">
                <a:solidFill>
                  <a:srgbClr val="523E32"/>
                </a:solidFill>
                <a:latin typeface="Anaheim"/>
                <a:sym typeface="Anaheim"/>
              </a:rPr>
              <a:t> (RNN, CNN, Transformers)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74A1BA2-C5C6-4362-80DB-1CE3682CC24D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985143" y="3115746"/>
            <a:ext cx="1356361" cy="813816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A1C08AF4-0DD5-59B0-BF95-459FC005F45E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7320167" y="3114257"/>
            <a:ext cx="1356360" cy="813816"/>
          </a:xfrm>
          <a:prstGeom prst="rect">
            <a:avLst/>
          </a:prstGeom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D773A5EE-0870-F677-271A-F9FC3AE07A24}"/>
              </a:ext>
            </a:extLst>
          </p:cNvPr>
          <p:cNvGrpSpPr>
            <a:grpSpLocks noChangeAspect="1"/>
          </p:cNvGrpSpPr>
          <p:nvPr/>
        </p:nvGrpSpPr>
        <p:grpSpPr>
          <a:xfrm>
            <a:off x="1592487" y="3680000"/>
            <a:ext cx="1709772" cy="903440"/>
            <a:chOff x="1607727" y="3680000"/>
            <a:chExt cx="1661294" cy="877824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73E47BAC-8F9B-8845-5C2D-58068511A1F6}"/>
                </a:ext>
              </a:extLst>
            </p:cNvPr>
            <p:cNvSpPr txBox="1"/>
            <p:nvPr/>
          </p:nvSpPr>
          <p:spPr>
            <a:xfrm>
              <a:off x="2420397" y="3701947"/>
              <a:ext cx="848624" cy="7848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500" dirty="0">
                  <a:solidFill>
                    <a:schemeClr val="dk1"/>
                  </a:solidFill>
                  <a:latin typeface="Anaheim"/>
                </a:rPr>
                <a:t>1. e4 c5 2. Nf3 e6 3. d4 cxd4 4. Nxd4 Nf6 5. Bb5 a6 6. Ba4 Nxe4 7. Qe2 Nf6 8. O-O Be7 9. Bg5 O-O 10. Nc3 h6 11. Bh4 b5 12. Bb3 d5 13. Rfe1 Bb7 14. h3 Nc6 15. Nxc6 Bxc6 16. Rad1 Nd7 17. Bxe7 Qxe7 18. a4 Nc5 19. axb5 </a:t>
              </a:r>
              <a:r>
                <a:rPr lang="en-US" sz="500" dirty="0" err="1">
                  <a:solidFill>
                    <a:schemeClr val="dk1"/>
                  </a:solidFill>
                  <a:latin typeface="Anaheim"/>
                </a:rPr>
                <a:t>axb5</a:t>
              </a:r>
              <a:endParaRPr lang="en-US" sz="500" dirty="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6FD1A808-1D66-FF8A-6FFB-0608A8B8954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550847" y="3749130"/>
              <a:ext cx="88963" cy="67296"/>
            </a:xfrm>
            <a:prstGeom prst="rect">
              <a:avLst/>
            </a:prstGeom>
            <a:solidFill>
              <a:schemeClr val="tx1">
                <a:alpha val="40000"/>
              </a:schemeClr>
            </a:solidFill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CB94E586-069E-CAEA-3EB7-411E4B471D0E}"/>
                </a:ext>
              </a:extLst>
            </p:cNvPr>
            <p:cNvGrpSpPr/>
            <p:nvPr/>
          </p:nvGrpSpPr>
          <p:grpSpPr>
            <a:xfrm>
              <a:off x="1607727" y="3680000"/>
              <a:ext cx="877824" cy="877824"/>
              <a:chOff x="953310" y="1352145"/>
              <a:chExt cx="3227832" cy="3227832"/>
            </a:xfrm>
          </p:grpSpPr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3ED06A06-40D6-3056-3829-EEC95420809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53310" y="1352145"/>
                <a:ext cx="3227832" cy="3227832"/>
              </a:xfrm>
              <a:prstGeom prst="rect">
                <a:avLst/>
              </a:prstGeom>
              <a:solidFill>
                <a:srgbClr val="81635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21" name="Graphic 20">
                <a:extLst>
                  <a:ext uri="{FF2B5EF4-FFF2-40B4-BE49-F238E27FC236}">
                    <a16:creationId xmlns:a16="http://schemas.microsoft.com/office/drawing/2014/main" id="{25F2F0B2-3978-B5C3-7BFB-8DEB500DB72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0">
                <a:extLst>
                  <a:ext uri="{96DAC541-7B7A-43D3-8B79-37D633B846F1}">
                    <asvg:svgBlip xmlns:asvg="http://schemas.microsoft.com/office/drawing/2016/SVG/main" r:embed="rId21"/>
                  </a:ext>
                </a:extLst>
              </a:blip>
              <a:stretch>
                <a:fillRect/>
              </a:stretch>
            </p:blipFill>
            <p:spPr>
              <a:xfrm>
                <a:off x="1062423" y="1459148"/>
                <a:ext cx="3018771" cy="3018771"/>
              </a:xfrm>
              <a:prstGeom prst="rect">
                <a:avLst/>
              </a:prstGeom>
            </p:spPr>
          </p:pic>
        </p:grpSp>
      </p:grpSp>
      <p:pic>
        <p:nvPicPr>
          <p:cNvPr id="28" name="Graphic 27">
            <a:extLst>
              <a:ext uri="{FF2B5EF4-FFF2-40B4-BE49-F238E27FC236}">
                <a16:creationId xmlns:a16="http://schemas.microsoft.com/office/drawing/2014/main" id="{D81F0F86-E435-A776-8B32-2F624D0F7CFC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3156014" y="3580083"/>
            <a:ext cx="1645920" cy="987552"/>
          </a:xfrm>
          <a:prstGeom prst="rect">
            <a:avLst/>
          </a:prstGeom>
        </p:spPr>
      </p:pic>
      <p:pic>
        <p:nvPicPr>
          <p:cNvPr id="30" name="Graphic 29">
            <a:extLst>
              <a:ext uri="{FF2B5EF4-FFF2-40B4-BE49-F238E27FC236}">
                <a16:creationId xmlns:a16="http://schemas.microsoft.com/office/drawing/2014/main" id="{4EB8A5CA-CAD9-F86B-DA49-A79B96E89881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4519523" y="3581182"/>
            <a:ext cx="1645920" cy="987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522495"/>
      </p:ext>
    </p:extLst>
  </p:cSld>
  <p:clrMapOvr>
    <a:masterClrMapping/>
  </p:clrMapOvr>
</p:sld>
</file>

<file path=ppt/theme/theme1.xml><?xml version="1.0" encoding="utf-8"?>
<a:theme xmlns:a="http://schemas.openxmlformats.org/drawingml/2006/main" name="American Chess Day by Slidesgo">
  <a:themeElements>
    <a:clrScheme name="Simple Light">
      <a:dk1>
        <a:srgbClr val="523E32"/>
      </a:dk1>
      <a:lt1>
        <a:srgbClr val="816353"/>
      </a:lt1>
      <a:dk2>
        <a:srgbClr val="719972"/>
      </a:dk2>
      <a:lt2>
        <a:srgbClr val="F7F0E0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523E3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1065</TotalTime>
  <Words>266</Words>
  <Application>Microsoft Office PowerPoint</Application>
  <PresentationFormat>On-screen Show (16:9)</PresentationFormat>
  <Paragraphs>48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Oranienbaum</vt:lpstr>
      <vt:lpstr>Arial</vt:lpstr>
      <vt:lpstr>Cambria Math</vt:lpstr>
      <vt:lpstr>Anaheim</vt:lpstr>
      <vt:lpstr>American Chess Day by Slidesgo</vt:lpstr>
      <vt:lpstr>PREDICTING LEVEL OF PLAY IN CHESS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Vandit Goel</dc:creator>
  <cp:lastModifiedBy>Goel, Vandit</cp:lastModifiedBy>
  <cp:revision>6</cp:revision>
  <dcterms:modified xsi:type="dcterms:W3CDTF">2025-04-23T23:33:08Z</dcterms:modified>
</cp:coreProperties>
</file>