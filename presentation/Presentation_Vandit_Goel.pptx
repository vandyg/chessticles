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52"/>
  </p:notesMasterIdLst>
  <p:sldIdLst>
    <p:sldId id="256" r:id="rId2"/>
    <p:sldId id="258" r:id="rId3"/>
    <p:sldId id="260" r:id="rId4"/>
    <p:sldId id="267" r:id="rId5"/>
    <p:sldId id="315" r:id="rId6"/>
    <p:sldId id="316" r:id="rId7"/>
    <p:sldId id="317" r:id="rId8"/>
    <p:sldId id="261" r:id="rId9"/>
    <p:sldId id="318" r:id="rId10"/>
    <p:sldId id="319" r:id="rId11"/>
    <p:sldId id="320" r:id="rId12"/>
    <p:sldId id="275" r:id="rId13"/>
    <p:sldId id="335" r:id="rId14"/>
    <p:sldId id="323" r:id="rId15"/>
    <p:sldId id="322" r:id="rId16"/>
    <p:sldId id="324" r:id="rId17"/>
    <p:sldId id="314" r:id="rId18"/>
    <p:sldId id="325" r:id="rId19"/>
    <p:sldId id="350" r:id="rId20"/>
    <p:sldId id="327" r:id="rId21"/>
    <p:sldId id="328" r:id="rId22"/>
    <p:sldId id="351" r:id="rId23"/>
    <p:sldId id="330" r:id="rId24"/>
    <p:sldId id="276" r:id="rId25"/>
    <p:sldId id="349" r:id="rId26"/>
    <p:sldId id="346" r:id="rId27"/>
    <p:sldId id="348" r:id="rId28"/>
    <p:sldId id="352" r:id="rId29"/>
    <p:sldId id="353" r:id="rId30"/>
    <p:sldId id="326" r:id="rId31"/>
    <p:sldId id="356" r:id="rId32"/>
    <p:sldId id="354" r:id="rId33"/>
    <p:sldId id="355" r:id="rId34"/>
    <p:sldId id="329" r:id="rId35"/>
    <p:sldId id="321" r:id="rId36"/>
    <p:sldId id="358" r:id="rId37"/>
    <p:sldId id="363" r:id="rId38"/>
    <p:sldId id="365" r:id="rId39"/>
    <p:sldId id="357" r:id="rId40"/>
    <p:sldId id="332" r:id="rId41"/>
    <p:sldId id="336" r:id="rId42"/>
    <p:sldId id="342" r:id="rId43"/>
    <p:sldId id="345" r:id="rId44"/>
    <p:sldId id="337" r:id="rId45"/>
    <p:sldId id="338" r:id="rId46"/>
    <p:sldId id="339" r:id="rId47"/>
    <p:sldId id="259" r:id="rId48"/>
    <p:sldId id="341" r:id="rId49"/>
    <p:sldId id="287" r:id="rId50"/>
    <p:sldId id="290" r:id="rId51"/>
  </p:sldIdLst>
  <p:sldSz cx="9144000" cy="5143500" type="screen16x9"/>
  <p:notesSz cx="6858000" cy="9144000"/>
  <p:embeddedFontLst>
    <p:embeddedFont>
      <p:font typeface="Anaheim" panose="020B0604020202020204" charset="0"/>
      <p:regular r:id="rId53"/>
      <p:bold r:id="rId54"/>
    </p:embeddedFont>
    <p:embeddedFont>
      <p:font typeface="Cambria Math" panose="02040503050406030204" pitchFamily="18" charset="0"/>
      <p:regular r:id="rId55"/>
    </p:embeddedFont>
    <p:embeddedFont>
      <p:font typeface="Oranienbaum" panose="02000506080000020003" pitchFamily="2" charset="0"/>
      <p:regular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0E0"/>
    <a:srgbClr val="523E32"/>
    <a:srgbClr val="719972"/>
    <a:srgbClr val="8163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82E89C0-04BC-4102-A76D-A2C8BBAC4593}">
  <a:tblStyle styleId="{782E89C0-04BC-4102-A76D-A2C8BBAC459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6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15" y="4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Expected</c:v>
                </c:pt>
              </c:strCache>
            </c:strRef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Sheet1!$A$2:$A$23</c:f>
              <c:numCache>
                <c:formatCode>General</c:formatCode>
                <c:ptCount val="22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  <c:pt idx="9">
                  <c:v>450</c:v>
                </c:pt>
                <c:pt idx="10">
                  <c:v>500</c:v>
                </c:pt>
                <c:pt idx="11">
                  <c:v>550</c:v>
                </c:pt>
                <c:pt idx="12">
                  <c:v>600</c:v>
                </c:pt>
                <c:pt idx="13">
                  <c:v>650</c:v>
                </c:pt>
                <c:pt idx="14">
                  <c:v>700</c:v>
                </c:pt>
                <c:pt idx="15">
                  <c:v>750</c:v>
                </c:pt>
                <c:pt idx="16">
                  <c:v>800</c:v>
                </c:pt>
                <c:pt idx="17">
                  <c:v>850</c:v>
                </c:pt>
                <c:pt idx="18">
                  <c:v>900</c:v>
                </c:pt>
                <c:pt idx="19">
                  <c:v>950</c:v>
                </c:pt>
                <c:pt idx="20">
                  <c:v>1000</c:v>
                </c:pt>
                <c:pt idx="21">
                  <c:v>1050</c:v>
                </c:pt>
              </c:numCache>
            </c:numRef>
          </c:xVal>
          <c:yVal>
            <c:numRef>
              <c:f>Sheet1!$B$2:$B$23</c:f>
              <c:numCache>
                <c:formatCode>General</c:formatCode>
                <c:ptCount val="22"/>
                <c:pt idx="0">
                  <c:v>0.5</c:v>
                </c:pt>
                <c:pt idx="1">
                  <c:v>0.57150000000000001</c:v>
                </c:pt>
                <c:pt idx="2">
                  <c:v>0.6401</c:v>
                </c:pt>
                <c:pt idx="3">
                  <c:v>0.70340000000000003</c:v>
                </c:pt>
                <c:pt idx="4">
                  <c:v>0.75970000000000004</c:v>
                </c:pt>
                <c:pt idx="5">
                  <c:v>0.80830000000000002</c:v>
                </c:pt>
                <c:pt idx="6">
                  <c:v>0.84899999999999998</c:v>
                </c:pt>
                <c:pt idx="7">
                  <c:v>0.88229999999999997</c:v>
                </c:pt>
                <c:pt idx="8">
                  <c:v>0.90910000000000002</c:v>
                </c:pt>
                <c:pt idx="9">
                  <c:v>0.93020000000000003</c:v>
                </c:pt>
                <c:pt idx="10">
                  <c:v>0.94679999999999997</c:v>
                </c:pt>
                <c:pt idx="11">
                  <c:v>0.95950000000000002</c:v>
                </c:pt>
                <c:pt idx="12">
                  <c:v>0.96930000000000005</c:v>
                </c:pt>
                <c:pt idx="13">
                  <c:v>0.9768</c:v>
                </c:pt>
                <c:pt idx="14">
                  <c:v>0.98250000000000004</c:v>
                </c:pt>
                <c:pt idx="15">
                  <c:v>0.98680000000000001</c:v>
                </c:pt>
                <c:pt idx="16">
                  <c:v>0.99009999999999998</c:v>
                </c:pt>
                <c:pt idx="17">
                  <c:v>0.99260000000000004</c:v>
                </c:pt>
                <c:pt idx="18">
                  <c:v>0.99439999999999995</c:v>
                </c:pt>
                <c:pt idx="19">
                  <c:v>0.99580000000000002</c:v>
                </c:pt>
                <c:pt idx="20">
                  <c:v>0.99680000000000002</c:v>
                </c:pt>
                <c:pt idx="21">
                  <c:v>0.99760000000000004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D700-479B-B987-CCBAFB02DA5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Unexpected</c:v>
                </c:pt>
              </c:strCache>
            </c:strRef>
          </c:tx>
          <c:spPr>
            <a:ln w="19050" cap="rnd">
              <a:solidFill>
                <a:schemeClr val="tx1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Sheet1!$A$2:$A$23</c:f>
              <c:numCache>
                <c:formatCode>General</c:formatCode>
                <c:ptCount val="22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  <c:pt idx="9">
                  <c:v>450</c:v>
                </c:pt>
                <c:pt idx="10">
                  <c:v>500</c:v>
                </c:pt>
                <c:pt idx="11">
                  <c:v>550</c:v>
                </c:pt>
                <c:pt idx="12">
                  <c:v>600</c:v>
                </c:pt>
                <c:pt idx="13">
                  <c:v>650</c:v>
                </c:pt>
                <c:pt idx="14">
                  <c:v>700</c:v>
                </c:pt>
                <c:pt idx="15">
                  <c:v>750</c:v>
                </c:pt>
                <c:pt idx="16">
                  <c:v>800</c:v>
                </c:pt>
                <c:pt idx="17">
                  <c:v>850</c:v>
                </c:pt>
                <c:pt idx="18">
                  <c:v>900</c:v>
                </c:pt>
                <c:pt idx="19">
                  <c:v>950</c:v>
                </c:pt>
                <c:pt idx="20">
                  <c:v>1000</c:v>
                </c:pt>
                <c:pt idx="21">
                  <c:v>1050</c:v>
                </c:pt>
              </c:numCache>
            </c:numRef>
          </c:xVal>
          <c:yVal>
            <c:numRef>
              <c:f>Sheet1!$C$2:$C$23</c:f>
              <c:numCache>
                <c:formatCode>General</c:formatCode>
                <c:ptCount val="22"/>
                <c:pt idx="0">
                  <c:v>0.5</c:v>
                </c:pt>
                <c:pt idx="1">
                  <c:v>0.42849999999999999</c:v>
                </c:pt>
                <c:pt idx="2">
                  <c:v>0.3599</c:v>
                </c:pt>
                <c:pt idx="3">
                  <c:v>0.29659999999999997</c:v>
                </c:pt>
                <c:pt idx="4">
                  <c:v>0.24029999999999996</c:v>
                </c:pt>
                <c:pt idx="5">
                  <c:v>0.19169999999999998</c:v>
                </c:pt>
                <c:pt idx="6">
                  <c:v>0.15100000000000002</c:v>
                </c:pt>
                <c:pt idx="7">
                  <c:v>0.11770000000000003</c:v>
                </c:pt>
                <c:pt idx="8">
                  <c:v>9.0899999999999981E-2</c:v>
                </c:pt>
                <c:pt idx="9">
                  <c:v>6.9799999999999973E-2</c:v>
                </c:pt>
                <c:pt idx="10">
                  <c:v>5.3200000000000025E-2</c:v>
                </c:pt>
                <c:pt idx="11">
                  <c:v>4.049999999999998E-2</c:v>
                </c:pt>
                <c:pt idx="12">
                  <c:v>3.069999999999995E-2</c:v>
                </c:pt>
                <c:pt idx="13">
                  <c:v>2.3199999999999998E-2</c:v>
                </c:pt>
                <c:pt idx="14">
                  <c:v>1.749999999999996E-2</c:v>
                </c:pt>
                <c:pt idx="15">
                  <c:v>1.319999999999999E-2</c:v>
                </c:pt>
                <c:pt idx="16">
                  <c:v>9.9000000000000199E-3</c:v>
                </c:pt>
                <c:pt idx="17">
                  <c:v>7.3999999999999622E-3</c:v>
                </c:pt>
                <c:pt idx="18">
                  <c:v>5.6000000000000494E-3</c:v>
                </c:pt>
                <c:pt idx="19">
                  <c:v>4.1999999999999815E-3</c:v>
                </c:pt>
                <c:pt idx="20">
                  <c:v>3.1999999999999806E-3</c:v>
                </c:pt>
                <c:pt idx="21">
                  <c:v>2.3999999999999577E-3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D700-479B-B987-CCBAFB02DA5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Initial Diff</c:v>
                </c:pt>
              </c:strCache>
            </c:strRef>
          </c:tx>
          <c:spPr>
            <a:ln w="19050" cap="rnd">
              <a:solidFill>
                <a:schemeClr val="bg2"/>
              </a:solidFill>
              <a:prstDash val="dashDot"/>
              <a:round/>
            </a:ln>
            <a:effectLst/>
          </c:spPr>
          <c:marker>
            <c:symbol val="none"/>
          </c:marker>
          <c:xVal>
            <c:numRef>
              <c:f>Sheet1!$E$2:$E$3</c:f>
              <c:numCache>
                <c:formatCode>General</c:formatCode>
                <c:ptCount val="2"/>
                <c:pt idx="0">
                  <c:v>400</c:v>
                </c:pt>
                <c:pt idx="1">
                  <c:v>400</c:v>
                </c:pt>
              </c:numCache>
            </c:numRef>
          </c:xVal>
          <c:y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D700-479B-B987-CCBAFB02DA51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Horizontal Expected</c:v>
                </c:pt>
              </c:strCache>
            </c:strRef>
          </c:tx>
          <c:spPr>
            <a:ln w="19050" cap="rnd">
              <a:solidFill>
                <a:schemeClr val="bg2"/>
              </a:solidFill>
              <a:prstDash val="sysDot"/>
              <a:round/>
              <a:tailEnd type="oval"/>
            </a:ln>
            <a:effectLst/>
          </c:spPr>
          <c:marker>
            <c:symbol val="none"/>
          </c:marker>
          <c:xVal>
            <c:numRef>
              <c:f>Sheet1!$G$2:$G$3</c:f>
              <c:numCache>
                <c:formatCode>General</c:formatCode>
                <c:ptCount val="2"/>
                <c:pt idx="0">
                  <c:v>0</c:v>
                </c:pt>
                <c:pt idx="1">
                  <c:v>400</c:v>
                </c:pt>
              </c:numCache>
            </c:numRef>
          </c:xVal>
          <c:yVal>
            <c:numRef>
              <c:f>Sheet1!$F$2:$F$3</c:f>
              <c:numCache>
                <c:formatCode>General</c:formatCode>
                <c:ptCount val="2"/>
                <c:pt idx="0">
                  <c:v>0.90910000000000002</c:v>
                </c:pt>
                <c:pt idx="1">
                  <c:v>0.90910000000000002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D700-479B-B987-CCBAFB02DA51}"/>
            </c:ext>
          </c:extLst>
        </c:ser>
        <c:ser>
          <c:idx val="4"/>
          <c:order val="4"/>
          <c:tx>
            <c:strRef>
              <c:f>Sheet1!$H$1</c:f>
              <c:strCache>
                <c:ptCount val="1"/>
                <c:pt idx="0">
                  <c:v>Horizontal Unexpected</c:v>
                </c:pt>
              </c:strCache>
            </c:strRef>
          </c:tx>
          <c:spPr>
            <a:ln w="19050" cap="rnd">
              <a:solidFill>
                <a:schemeClr val="bg2"/>
              </a:solidFill>
              <a:prstDash val="sysDot"/>
              <a:round/>
              <a:tailEnd type="oval"/>
            </a:ln>
            <a:effectLst/>
          </c:spPr>
          <c:marker>
            <c:symbol val="none"/>
          </c:marker>
          <c:xVal>
            <c:numRef>
              <c:f>Sheet1!$I$2:$I$3</c:f>
              <c:numCache>
                <c:formatCode>General</c:formatCode>
                <c:ptCount val="2"/>
                <c:pt idx="0">
                  <c:v>0</c:v>
                </c:pt>
                <c:pt idx="1">
                  <c:v>400</c:v>
                </c:pt>
              </c:numCache>
            </c:numRef>
          </c:xVal>
          <c:yVal>
            <c:numRef>
              <c:f>Sheet1!$H$2:$H$3</c:f>
              <c:numCache>
                <c:formatCode>General</c:formatCode>
                <c:ptCount val="2"/>
                <c:pt idx="0">
                  <c:v>9.0899999999999995E-2</c:v>
                </c:pt>
                <c:pt idx="1">
                  <c:v>9.0899999999999995E-2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D700-479B-B987-CCBAFB02DA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60836768"/>
        <c:axId val="460839648"/>
      </c:scatterChart>
      <c:scatterChart>
        <c:scatterStyle val="smoothMarker"/>
        <c:varyColors val="0"/>
        <c:ser>
          <c:idx val="5"/>
          <c:order val="5"/>
          <c:tx>
            <c:strRef>
              <c:f>Sheet1!$J$1</c:f>
              <c:strCache>
                <c:ptCount val="1"/>
                <c:pt idx="0">
                  <c:v>Change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none"/>
          </c:marker>
          <c:xVal>
            <c:numRef>
              <c:f>Sheet1!$K$2:$K$3</c:f>
              <c:numCache>
                <c:formatCode>General</c:formatCode>
                <c:ptCount val="2"/>
                <c:pt idx="0">
                  <c:v>1000</c:v>
                </c:pt>
                <c:pt idx="1">
                  <c:v>1000</c:v>
                </c:pt>
              </c:numCache>
            </c:numRef>
          </c:xVal>
          <c:yVal>
            <c:numRef>
              <c:f>Sheet1!$J$2:$J$3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D700-479B-B987-CCBAFB02DA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47695823"/>
        <c:axId val="447693423"/>
      </c:scatterChart>
      <c:valAx>
        <c:axId val="460836768"/>
        <c:scaling>
          <c:orientation val="minMax"/>
          <c:max val="10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Rating Diff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0839648"/>
        <c:crosses val="autoZero"/>
        <c:crossBetween val="midCat"/>
      </c:valAx>
      <c:valAx>
        <c:axId val="46083964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Prob of Outcome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0836768"/>
        <c:crosses val="autoZero"/>
        <c:crossBetween val="midCat"/>
      </c:valAx>
      <c:valAx>
        <c:axId val="447693423"/>
        <c:scaling>
          <c:orientation val="minMax"/>
          <c:max val="50"/>
        </c:scaling>
        <c:delete val="0"/>
        <c:axPos val="r"/>
        <c:title>
          <c:tx>
            <c:rich>
              <a:bodyPr rot="-5400000" spcFirstLastPara="1" vertOverflow="ellipsis" vert="horz" wrap="square" anchor="t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Rating Change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t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7695823"/>
        <c:crosses val="max"/>
        <c:crossBetween val="midCat"/>
      </c:valAx>
      <c:valAx>
        <c:axId val="44769582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4769342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legendEntry>
        <c:idx val="4"/>
        <c:delete val="1"/>
      </c:legendEntry>
      <c:legendEntry>
        <c:idx val="5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e35c3613c9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e35c3613c9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e35c3613c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e35c3613c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e2b3de137c_0_4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e2b3de137c_0_4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>
          <a:extLst>
            <a:ext uri="{FF2B5EF4-FFF2-40B4-BE49-F238E27FC236}">
              <a16:creationId xmlns:a16="http://schemas.microsoft.com/office/drawing/2014/main" id="{527A8E50-853E-6A45-A9F7-28672FFB8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e2b3de137c_0_5:notes">
            <a:extLst>
              <a:ext uri="{FF2B5EF4-FFF2-40B4-BE49-F238E27FC236}">
                <a16:creationId xmlns:a16="http://schemas.microsoft.com/office/drawing/2014/main" id="{69D8C79C-0C17-C3CD-8F34-8BCC0C6D47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e2b3de137c_0_5:notes">
            <a:extLst>
              <a:ext uri="{FF2B5EF4-FFF2-40B4-BE49-F238E27FC236}">
                <a16:creationId xmlns:a16="http://schemas.microsoft.com/office/drawing/2014/main" id="{6E580720-F6FC-928F-94F0-297EBE9A56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40083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dirty="0"/>
              <a:t>Outcome-based approach presents limitations when attempting to evaluate performance within a single game.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6144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e2b3de137c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e2b3de137c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>
          <a:extLst>
            <a:ext uri="{FF2B5EF4-FFF2-40B4-BE49-F238E27FC236}">
              <a16:creationId xmlns:a16="http://schemas.microsoft.com/office/drawing/2014/main" id="{4F9D17AA-28A4-4131-81B6-60E365E2A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e35c3613c9_0_6:notes">
            <a:extLst>
              <a:ext uri="{FF2B5EF4-FFF2-40B4-BE49-F238E27FC236}">
                <a16:creationId xmlns:a16="http://schemas.microsoft.com/office/drawing/2014/main" id="{D7C61DF8-3E11-6F0B-9FCA-CD693D17E7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e35c3613c9_0_6:notes">
            <a:extLst>
              <a:ext uri="{FF2B5EF4-FFF2-40B4-BE49-F238E27FC236}">
                <a16:creationId xmlns:a16="http://schemas.microsoft.com/office/drawing/2014/main" id="{E257E145-B2FA-A5CD-0980-C3CD9DF3D6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64630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>
          <a:extLst>
            <a:ext uri="{FF2B5EF4-FFF2-40B4-BE49-F238E27FC236}">
              <a16:creationId xmlns:a16="http://schemas.microsoft.com/office/drawing/2014/main" id="{5B5AAA23-C1E2-232F-360F-2BFDA6DAE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e2b3de137c_0_19744:notes">
            <a:extLst>
              <a:ext uri="{FF2B5EF4-FFF2-40B4-BE49-F238E27FC236}">
                <a16:creationId xmlns:a16="http://schemas.microsoft.com/office/drawing/2014/main" id="{5DF294A6-4B3E-58E1-F6D8-52E802D7CE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e2b3de137c_0_19744:notes">
            <a:extLst>
              <a:ext uri="{FF2B5EF4-FFF2-40B4-BE49-F238E27FC236}">
                <a16:creationId xmlns:a16="http://schemas.microsoft.com/office/drawing/2014/main" id="{02175981-2841-637F-884A-AF89D2BDF0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44031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>
          <a:extLst>
            <a:ext uri="{FF2B5EF4-FFF2-40B4-BE49-F238E27FC236}">
              <a16:creationId xmlns:a16="http://schemas.microsoft.com/office/drawing/2014/main" id="{885A9A54-B3B0-871C-0F52-88FD83FA8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e2b3de137c_0_19774:notes">
            <a:extLst>
              <a:ext uri="{FF2B5EF4-FFF2-40B4-BE49-F238E27FC236}">
                <a16:creationId xmlns:a16="http://schemas.microsoft.com/office/drawing/2014/main" id="{BB2F493C-BA96-7183-40C6-8ED0516F41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e2b3de137c_0_19774:notes">
            <a:extLst>
              <a:ext uri="{FF2B5EF4-FFF2-40B4-BE49-F238E27FC236}">
                <a16:creationId xmlns:a16="http://schemas.microsoft.com/office/drawing/2014/main" id="{7908017C-FAB9-5990-2F8E-5715C1EFF6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33497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e2b3de137c_0_5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e2b3de137c_0_5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>
          <a:extLst>
            <a:ext uri="{FF2B5EF4-FFF2-40B4-BE49-F238E27FC236}">
              <a16:creationId xmlns:a16="http://schemas.microsoft.com/office/drawing/2014/main" id="{2F597B21-CB15-BC5E-8452-E80479734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e2b3de137c_0_567:notes">
            <a:extLst>
              <a:ext uri="{FF2B5EF4-FFF2-40B4-BE49-F238E27FC236}">
                <a16:creationId xmlns:a16="http://schemas.microsoft.com/office/drawing/2014/main" id="{79EA3D08-5E50-DD6E-E9F8-683B53F7F1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e2b3de137c_0_567:notes">
            <a:extLst>
              <a:ext uri="{FF2B5EF4-FFF2-40B4-BE49-F238E27FC236}">
                <a16:creationId xmlns:a16="http://schemas.microsoft.com/office/drawing/2014/main" id="{5563CEDF-DFDD-9607-518B-40946BC3AA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11721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F6C2F17-4AAE-4318-076E-78438C735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e2b3de137c_0_473:notes">
            <a:extLst>
              <a:ext uri="{FF2B5EF4-FFF2-40B4-BE49-F238E27FC236}">
                <a16:creationId xmlns:a16="http://schemas.microsoft.com/office/drawing/2014/main" id="{E31F39A6-2ACA-CA33-BB3A-1F5590054B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e2b3de137c_0_473:notes">
            <a:extLst>
              <a:ext uri="{FF2B5EF4-FFF2-40B4-BE49-F238E27FC236}">
                <a16:creationId xmlns:a16="http://schemas.microsoft.com/office/drawing/2014/main" id="{2E2930CF-4281-DF98-5675-A8E48FD486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38025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5">
          <a:extLst>
            <a:ext uri="{FF2B5EF4-FFF2-40B4-BE49-F238E27FC236}">
              <a16:creationId xmlns:a16="http://schemas.microsoft.com/office/drawing/2014/main" id="{DAFFD5E1-EC64-BE9F-2D15-56D984DFA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ge2b3de137c_0_20058:notes">
            <a:extLst>
              <a:ext uri="{FF2B5EF4-FFF2-40B4-BE49-F238E27FC236}">
                <a16:creationId xmlns:a16="http://schemas.microsoft.com/office/drawing/2014/main" id="{FB5E6B5C-3A17-80AF-A210-CE2E7BDB57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7" name="Google Shape;1447;ge2b3de137c_0_20058:notes">
            <a:extLst>
              <a:ext uri="{FF2B5EF4-FFF2-40B4-BE49-F238E27FC236}">
                <a16:creationId xmlns:a16="http://schemas.microsoft.com/office/drawing/2014/main" id="{B1F129C4-5411-50B3-4727-6BF22AEA6D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46775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5">
          <a:extLst>
            <a:ext uri="{FF2B5EF4-FFF2-40B4-BE49-F238E27FC236}">
              <a16:creationId xmlns:a16="http://schemas.microsoft.com/office/drawing/2014/main" id="{293F6BAF-1BB8-951D-FBBE-C73A493C2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ge2b3de137c_0_20058:notes">
            <a:extLst>
              <a:ext uri="{FF2B5EF4-FFF2-40B4-BE49-F238E27FC236}">
                <a16:creationId xmlns:a16="http://schemas.microsoft.com/office/drawing/2014/main" id="{EFF854DA-28E5-F255-1CEC-9BFA4EBC03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7" name="Google Shape;1447;ge2b3de137c_0_20058:notes">
            <a:extLst>
              <a:ext uri="{FF2B5EF4-FFF2-40B4-BE49-F238E27FC236}">
                <a16:creationId xmlns:a16="http://schemas.microsoft.com/office/drawing/2014/main" id="{116B4356-3F1A-FB48-469C-A29C8F4773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76795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4A86564-0D91-7809-5BA0-A8AC8892B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e2b3de137c_0_473:notes">
            <a:extLst>
              <a:ext uri="{FF2B5EF4-FFF2-40B4-BE49-F238E27FC236}">
                <a16:creationId xmlns:a16="http://schemas.microsoft.com/office/drawing/2014/main" id="{AE9BAAAF-13F1-45B5-9351-629AE2F244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e2b3de137c_0_473:notes">
            <a:extLst>
              <a:ext uri="{FF2B5EF4-FFF2-40B4-BE49-F238E27FC236}">
                <a16:creationId xmlns:a16="http://schemas.microsoft.com/office/drawing/2014/main" id="{3BC7560C-E212-3079-DAD1-124C5B562E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93102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1">
          <a:extLst>
            <a:ext uri="{FF2B5EF4-FFF2-40B4-BE49-F238E27FC236}">
              <a16:creationId xmlns:a16="http://schemas.microsoft.com/office/drawing/2014/main" id="{391979E3-20B8-4547-6A72-3B0D78793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e2b3de137c_0_19653:notes">
            <a:extLst>
              <a:ext uri="{FF2B5EF4-FFF2-40B4-BE49-F238E27FC236}">
                <a16:creationId xmlns:a16="http://schemas.microsoft.com/office/drawing/2014/main" id="{7C428F5F-A7BE-0F01-6767-3BCB25FE9F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3" name="Google Shape;1183;ge2b3de137c_0_19653:notes">
            <a:extLst>
              <a:ext uri="{FF2B5EF4-FFF2-40B4-BE49-F238E27FC236}">
                <a16:creationId xmlns:a16="http://schemas.microsoft.com/office/drawing/2014/main" id="{B1DD868A-2C12-231C-8B1B-44441BF5DA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93031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>
          <a:extLst>
            <a:ext uri="{FF2B5EF4-FFF2-40B4-BE49-F238E27FC236}">
              <a16:creationId xmlns:a16="http://schemas.microsoft.com/office/drawing/2014/main" id="{2074FBA9-CFCB-DEDC-ABE7-CA7C12954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e2b3de137c_0_210:notes">
            <a:extLst>
              <a:ext uri="{FF2B5EF4-FFF2-40B4-BE49-F238E27FC236}">
                <a16:creationId xmlns:a16="http://schemas.microsoft.com/office/drawing/2014/main" id="{28D82244-163A-8480-DDA3-E0622140CA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e2b3de137c_0_210:notes">
            <a:extLst>
              <a:ext uri="{FF2B5EF4-FFF2-40B4-BE49-F238E27FC236}">
                <a16:creationId xmlns:a16="http://schemas.microsoft.com/office/drawing/2014/main" id="{70BE179D-50BE-B5A7-D3B3-625E78C92B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61602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1FC1AAB-5550-DB55-C316-89701C0E3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e2b3de137c_0_473:notes">
            <a:extLst>
              <a:ext uri="{FF2B5EF4-FFF2-40B4-BE49-F238E27FC236}">
                <a16:creationId xmlns:a16="http://schemas.microsoft.com/office/drawing/2014/main" id="{8E4FDF96-C7E8-282E-B8AB-4D99968133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e2b3de137c_0_473:notes">
            <a:extLst>
              <a:ext uri="{FF2B5EF4-FFF2-40B4-BE49-F238E27FC236}">
                <a16:creationId xmlns:a16="http://schemas.microsoft.com/office/drawing/2014/main" id="{52863EB5-70D3-C3FA-006F-B43A6386A9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75196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e2b3de137c_0_5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e2b3de137c_0_5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>
          <a:extLst>
            <a:ext uri="{FF2B5EF4-FFF2-40B4-BE49-F238E27FC236}">
              <a16:creationId xmlns:a16="http://schemas.microsoft.com/office/drawing/2014/main" id="{9F65D507-6F20-279A-2E80-7C51A22A8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e2b3de137c_0_87:notes">
            <a:extLst>
              <a:ext uri="{FF2B5EF4-FFF2-40B4-BE49-F238E27FC236}">
                <a16:creationId xmlns:a16="http://schemas.microsoft.com/office/drawing/2014/main" id="{A83A6985-242E-FCE8-3AB5-49988B69FE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e2b3de137c_0_87:notes">
            <a:extLst>
              <a:ext uri="{FF2B5EF4-FFF2-40B4-BE49-F238E27FC236}">
                <a16:creationId xmlns:a16="http://schemas.microsoft.com/office/drawing/2014/main" id="{F56D18E8-2525-D1F7-30FC-A23B3D7E4A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21204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e2b3de137c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e2b3de137c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>
          <a:extLst>
            <a:ext uri="{FF2B5EF4-FFF2-40B4-BE49-F238E27FC236}">
              <a16:creationId xmlns:a16="http://schemas.microsoft.com/office/drawing/2014/main" id="{2D6F13AF-6153-68E0-C0A0-7C82428FB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e2b3de137c_0_87:notes">
            <a:extLst>
              <a:ext uri="{FF2B5EF4-FFF2-40B4-BE49-F238E27FC236}">
                <a16:creationId xmlns:a16="http://schemas.microsoft.com/office/drawing/2014/main" id="{4177059E-6D27-56D0-0F52-6364347158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e2b3de137c_0_87:notes">
            <a:extLst>
              <a:ext uri="{FF2B5EF4-FFF2-40B4-BE49-F238E27FC236}">
                <a16:creationId xmlns:a16="http://schemas.microsoft.com/office/drawing/2014/main" id="{06226602-7D20-693E-5ADD-443D3DF13D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45366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e2b3de137c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e2b3de137c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e35c3613c9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e35c3613c9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>
          <a:extLst>
            <a:ext uri="{FF2B5EF4-FFF2-40B4-BE49-F238E27FC236}">
              <a16:creationId xmlns:a16="http://schemas.microsoft.com/office/drawing/2014/main" id="{5CE356F2-1ECC-C564-D5EC-4ADDF7F82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e35c3613c9_0_6:notes">
            <a:extLst>
              <a:ext uri="{FF2B5EF4-FFF2-40B4-BE49-F238E27FC236}">
                <a16:creationId xmlns:a16="http://schemas.microsoft.com/office/drawing/2014/main" id="{933BF7C0-57F5-C23D-E889-2975B916CF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e35c3613c9_0_6:notes">
            <a:extLst>
              <a:ext uri="{FF2B5EF4-FFF2-40B4-BE49-F238E27FC236}">
                <a16:creationId xmlns:a16="http://schemas.microsoft.com/office/drawing/2014/main" id="{B2F278CD-B3EB-8233-4E8A-592B3D4DB1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61791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8666CF82-FE1F-51BE-FC9D-E33B7D585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e2b3de137c_0_473:notes">
            <a:extLst>
              <a:ext uri="{FF2B5EF4-FFF2-40B4-BE49-F238E27FC236}">
                <a16:creationId xmlns:a16="http://schemas.microsoft.com/office/drawing/2014/main" id="{CB4561E6-B697-4B59-DB6E-302CC8241A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e2b3de137c_0_473:notes">
            <a:extLst>
              <a:ext uri="{FF2B5EF4-FFF2-40B4-BE49-F238E27FC236}">
                <a16:creationId xmlns:a16="http://schemas.microsoft.com/office/drawing/2014/main" id="{11EAE55F-688D-EB10-775C-8C1FBB2760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57797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ge2b3de137c_0_196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2" name="Google Shape;1212;ge2b3de137c_0_196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0">
          <a:extLst>
            <a:ext uri="{FF2B5EF4-FFF2-40B4-BE49-F238E27FC236}">
              <a16:creationId xmlns:a16="http://schemas.microsoft.com/office/drawing/2014/main" id="{090E3D1D-1FEC-17CE-563D-67CF79A6B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ge2b3de137c_0_19657:notes">
            <a:extLst>
              <a:ext uri="{FF2B5EF4-FFF2-40B4-BE49-F238E27FC236}">
                <a16:creationId xmlns:a16="http://schemas.microsoft.com/office/drawing/2014/main" id="{C9400B27-37F1-4AB0-F77C-EC2395CC16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2" name="Google Shape;1212;ge2b3de137c_0_19657:notes">
            <a:extLst>
              <a:ext uri="{FF2B5EF4-FFF2-40B4-BE49-F238E27FC236}">
                <a16:creationId xmlns:a16="http://schemas.microsoft.com/office/drawing/2014/main" id="{8E13CB9E-0062-902F-144D-669611CD1C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49448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>
          <a:extLst>
            <a:ext uri="{FF2B5EF4-FFF2-40B4-BE49-F238E27FC236}">
              <a16:creationId xmlns:a16="http://schemas.microsoft.com/office/drawing/2014/main" id="{A430AF20-3122-1082-B0B1-F1040908E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e35c3613c9_0_6:notes">
            <a:extLst>
              <a:ext uri="{FF2B5EF4-FFF2-40B4-BE49-F238E27FC236}">
                <a16:creationId xmlns:a16="http://schemas.microsoft.com/office/drawing/2014/main" id="{0FB7CF27-9431-00BA-0661-47B3A45017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e35c3613c9_0_6:notes">
            <a:extLst>
              <a:ext uri="{FF2B5EF4-FFF2-40B4-BE49-F238E27FC236}">
                <a16:creationId xmlns:a16="http://schemas.microsoft.com/office/drawing/2014/main" id="{79F7FDE5-F49C-99C9-07F0-1AABDB176C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00985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>
          <a:extLst>
            <a:ext uri="{FF2B5EF4-FFF2-40B4-BE49-F238E27FC236}">
              <a16:creationId xmlns:a16="http://schemas.microsoft.com/office/drawing/2014/main" id="{898A34BA-D9FA-D603-8E5B-359C0BD6B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e2b3de137c_0_591:notes">
            <a:extLst>
              <a:ext uri="{FF2B5EF4-FFF2-40B4-BE49-F238E27FC236}">
                <a16:creationId xmlns:a16="http://schemas.microsoft.com/office/drawing/2014/main" id="{41494226-D98A-4A1B-AD4F-15C655DED8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e2b3de137c_0_591:notes">
            <a:extLst>
              <a:ext uri="{FF2B5EF4-FFF2-40B4-BE49-F238E27FC236}">
                <a16:creationId xmlns:a16="http://schemas.microsoft.com/office/drawing/2014/main" id="{63EA4B09-976C-2B39-6646-23E5190614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427376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>
          <a:extLst>
            <a:ext uri="{FF2B5EF4-FFF2-40B4-BE49-F238E27FC236}">
              <a16:creationId xmlns:a16="http://schemas.microsoft.com/office/drawing/2014/main" id="{F3C7DB66-BB14-63A3-7089-FEFC0E56B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e2b3de137c_0_87:notes">
            <a:extLst>
              <a:ext uri="{FF2B5EF4-FFF2-40B4-BE49-F238E27FC236}">
                <a16:creationId xmlns:a16="http://schemas.microsoft.com/office/drawing/2014/main" id="{8134B375-B556-1600-DEDB-846CF0BF2D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e2b3de137c_0_87:notes">
            <a:extLst>
              <a:ext uri="{FF2B5EF4-FFF2-40B4-BE49-F238E27FC236}">
                <a16:creationId xmlns:a16="http://schemas.microsoft.com/office/drawing/2014/main" id="{B19DD73F-81F6-C5E9-DBA7-2440004390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763723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>
          <a:extLst>
            <a:ext uri="{FF2B5EF4-FFF2-40B4-BE49-F238E27FC236}">
              <a16:creationId xmlns:a16="http://schemas.microsoft.com/office/drawing/2014/main" id="{C2C35237-FA96-C002-9CDB-336DAE26E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e2b3de137c_0_87:notes">
            <a:extLst>
              <a:ext uri="{FF2B5EF4-FFF2-40B4-BE49-F238E27FC236}">
                <a16:creationId xmlns:a16="http://schemas.microsoft.com/office/drawing/2014/main" id="{8E70A206-5D4F-D9F5-B241-D38B164985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e2b3de137c_0_87:notes">
            <a:extLst>
              <a:ext uri="{FF2B5EF4-FFF2-40B4-BE49-F238E27FC236}">
                <a16:creationId xmlns:a16="http://schemas.microsoft.com/office/drawing/2014/main" id="{2BCB679E-CFD3-DF63-AFE1-0308015FB6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406589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F14A7F1-0D9A-7AE3-0F8F-B2F655564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e2b3de137c_0_473:notes">
            <a:extLst>
              <a:ext uri="{FF2B5EF4-FFF2-40B4-BE49-F238E27FC236}">
                <a16:creationId xmlns:a16="http://schemas.microsoft.com/office/drawing/2014/main" id="{C1F1E090-5A37-EE34-1820-6255765653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e2b3de137c_0_473:notes">
            <a:extLst>
              <a:ext uri="{FF2B5EF4-FFF2-40B4-BE49-F238E27FC236}">
                <a16:creationId xmlns:a16="http://schemas.microsoft.com/office/drawing/2014/main" id="{2408A5F7-1CD4-369E-D957-9738EA0690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445516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1942891-7B15-5194-EEA8-55186B58F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e2b3de137c_0_473:notes">
            <a:extLst>
              <a:ext uri="{FF2B5EF4-FFF2-40B4-BE49-F238E27FC236}">
                <a16:creationId xmlns:a16="http://schemas.microsoft.com/office/drawing/2014/main" id="{307420C9-C7A4-6F6C-7B56-5F9DEA2834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e2b3de137c_0_473:notes">
            <a:extLst>
              <a:ext uri="{FF2B5EF4-FFF2-40B4-BE49-F238E27FC236}">
                <a16:creationId xmlns:a16="http://schemas.microsoft.com/office/drawing/2014/main" id="{15CF1986-6FF7-3583-22C2-2366AC1E34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095825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e2b3de137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e2b3de137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>
          <a:extLst>
            <a:ext uri="{FF2B5EF4-FFF2-40B4-BE49-F238E27FC236}">
              <a16:creationId xmlns:a16="http://schemas.microsoft.com/office/drawing/2014/main" id="{5E2D0030-66BF-9CCC-04B2-1832FA2DB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e2b3de137c_0_87:notes">
            <a:extLst>
              <a:ext uri="{FF2B5EF4-FFF2-40B4-BE49-F238E27FC236}">
                <a16:creationId xmlns:a16="http://schemas.microsoft.com/office/drawing/2014/main" id="{08EDAD36-6F70-18ED-7652-786B7F1A37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e2b3de137c_0_87:notes">
            <a:extLst>
              <a:ext uri="{FF2B5EF4-FFF2-40B4-BE49-F238E27FC236}">
                <a16:creationId xmlns:a16="http://schemas.microsoft.com/office/drawing/2014/main" id="{73F845CB-B3E1-CA6E-5402-CB1B0237EF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727696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e2b3de137c_0_198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5" name="Google Shape;1265;ge2b3de137c_0_198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ge2b3de137c_0_199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9" name="Google Shape;1329;ge2b3de137c_0_199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1"/>
          </p:nvPr>
        </p:nvSpPr>
        <p:spPr>
          <a:xfrm>
            <a:off x="1359850" y="3433125"/>
            <a:ext cx="2887200" cy="11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2"/>
          </p:nvPr>
        </p:nvSpPr>
        <p:spPr>
          <a:xfrm>
            <a:off x="1618413" y="28985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3"/>
          </p:nvPr>
        </p:nvSpPr>
        <p:spPr>
          <a:xfrm>
            <a:off x="4897050" y="3433125"/>
            <a:ext cx="2887200" cy="11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4"/>
          </p:nvPr>
        </p:nvSpPr>
        <p:spPr>
          <a:xfrm>
            <a:off x="5155588" y="28985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44" name="Google Shape;44;p5"/>
          <p:cNvSpPr/>
          <p:nvPr/>
        </p:nvSpPr>
        <p:spPr>
          <a:xfrm rot="5400000">
            <a:off x="491572" y="4393720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5"/>
          <p:cNvSpPr/>
          <p:nvPr/>
        </p:nvSpPr>
        <p:spPr>
          <a:xfrm rot="-5400000">
            <a:off x="8195572" y="-202380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5"/>
          <p:cNvSpPr/>
          <p:nvPr/>
        </p:nvSpPr>
        <p:spPr>
          <a:xfrm rot="10800000">
            <a:off x="111672" y="193445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8590622" y="4028695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_AND_TWO_COLUMNS_2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6"/>
          <p:cNvSpPr txBox="1">
            <a:spLocks noGrp="1"/>
          </p:cNvSpPr>
          <p:nvPr>
            <p:ph type="subTitle" idx="1"/>
          </p:nvPr>
        </p:nvSpPr>
        <p:spPr>
          <a:xfrm>
            <a:off x="720025" y="3783600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6"/>
          <p:cNvSpPr txBox="1">
            <a:spLocks noGrp="1"/>
          </p:cNvSpPr>
          <p:nvPr>
            <p:ph type="subTitle" idx="2"/>
          </p:nvPr>
        </p:nvSpPr>
        <p:spPr>
          <a:xfrm>
            <a:off x="719988" y="325767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159" name="Google Shape;159;p16"/>
          <p:cNvSpPr/>
          <p:nvPr/>
        </p:nvSpPr>
        <p:spPr>
          <a:xfrm rot="5400000">
            <a:off x="491572" y="4393720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6"/>
          <p:cNvSpPr/>
          <p:nvPr/>
        </p:nvSpPr>
        <p:spPr>
          <a:xfrm rot="-5400000">
            <a:off x="8195572" y="-202380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6"/>
          <p:cNvSpPr/>
          <p:nvPr/>
        </p:nvSpPr>
        <p:spPr>
          <a:xfrm rot="10800000">
            <a:off x="111672" y="193445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6"/>
          <p:cNvSpPr/>
          <p:nvPr/>
        </p:nvSpPr>
        <p:spPr>
          <a:xfrm>
            <a:off x="8590622" y="4028695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subTitle" idx="3"/>
          </p:nvPr>
        </p:nvSpPr>
        <p:spPr>
          <a:xfrm>
            <a:off x="6054000" y="3783600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ubTitle" idx="4"/>
          </p:nvPr>
        </p:nvSpPr>
        <p:spPr>
          <a:xfrm>
            <a:off x="6053963" y="325767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subTitle" idx="5"/>
          </p:nvPr>
        </p:nvSpPr>
        <p:spPr>
          <a:xfrm>
            <a:off x="720025" y="23534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 txBox="1">
            <a:spLocks noGrp="1"/>
          </p:cNvSpPr>
          <p:nvPr>
            <p:ph type="subTitle" idx="6"/>
          </p:nvPr>
        </p:nvSpPr>
        <p:spPr>
          <a:xfrm>
            <a:off x="719988" y="1827500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167" name="Google Shape;167;p16"/>
          <p:cNvSpPr txBox="1">
            <a:spLocks noGrp="1"/>
          </p:cNvSpPr>
          <p:nvPr>
            <p:ph type="subTitle" idx="7"/>
          </p:nvPr>
        </p:nvSpPr>
        <p:spPr>
          <a:xfrm>
            <a:off x="6054000" y="23534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6"/>
          <p:cNvSpPr txBox="1">
            <a:spLocks noGrp="1"/>
          </p:cNvSpPr>
          <p:nvPr>
            <p:ph type="subTitle" idx="8"/>
          </p:nvPr>
        </p:nvSpPr>
        <p:spPr>
          <a:xfrm>
            <a:off x="6053963" y="1827500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82840" y="1523850"/>
            <a:ext cx="2298696" cy="5825846"/>
          </a:xfrm>
          <a:custGeom>
            <a:avLst/>
            <a:gdLst/>
            <a:ahLst/>
            <a:cxnLst/>
            <a:rect l="l" t="t" r="r" b="b"/>
            <a:pathLst>
              <a:path w="16063" h="40711" extrusionOk="0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6562465" y="1523850"/>
            <a:ext cx="2298696" cy="5825846"/>
          </a:xfrm>
          <a:custGeom>
            <a:avLst/>
            <a:gdLst/>
            <a:ahLst/>
            <a:cxnLst/>
            <a:rect l="l" t="t" r="r" b="b"/>
            <a:pathLst>
              <a:path w="16063" h="40711" extrusionOk="0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2178025" y="1180900"/>
            <a:ext cx="4788000" cy="224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74425" y="3461900"/>
            <a:ext cx="4595100" cy="5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2132799" y="1034101"/>
            <a:ext cx="2582312" cy="5801740"/>
          </a:xfrm>
          <a:custGeom>
            <a:avLst/>
            <a:gdLst/>
            <a:ahLst/>
            <a:cxnLst/>
            <a:rect l="l" t="t" r="r" b="b"/>
            <a:pathLst>
              <a:path w="17011" h="38219" extrusionOk="0">
                <a:moveTo>
                  <a:pt x="8708" y="1"/>
                </a:moveTo>
                <a:cubicBezTo>
                  <a:pt x="8302" y="1"/>
                  <a:pt x="7760" y="299"/>
                  <a:pt x="7720" y="976"/>
                </a:cubicBezTo>
                <a:cubicBezTo>
                  <a:pt x="7679" y="1653"/>
                  <a:pt x="8100" y="1937"/>
                  <a:pt x="8100" y="1937"/>
                </a:cubicBezTo>
                <a:lnTo>
                  <a:pt x="8100" y="2439"/>
                </a:lnTo>
                <a:cubicBezTo>
                  <a:pt x="7314" y="2601"/>
                  <a:pt x="6542" y="3291"/>
                  <a:pt x="6542" y="3291"/>
                </a:cubicBezTo>
                <a:cubicBezTo>
                  <a:pt x="6542" y="3291"/>
                  <a:pt x="6339" y="2926"/>
                  <a:pt x="6027" y="2682"/>
                </a:cubicBezTo>
                <a:cubicBezTo>
                  <a:pt x="5979" y="2643"/>
                  <a:pt x="5925" y="2624"/>
                  <a:pt x="5871" y="2624"/>
                </a:cubicBezTo>
                <a:cubicBezTo>
                  <a:pt x="5664" y="2624"/>
                  <a:pt x="5442" y="2884"/>
                  <a:pt x="5431" y="3237"/>
                </a:cubicBezTo>
                <a:cubicBezTo>
                  <a:pt x="5421" y="3527"/>
                  <a:pt x="5347" y="3714"/>
                  <a:pt x="5247" y="3714"/>
                </a:cubicBezTo>
                <a:cubicBezTo>
                  <a:pt x="5216" y="3714"/>
                  <a:pt x="5182" y="3696"/>
                  <a:pt x="5147" y="3657"/>
                </a:cubicBezTo>
                <a:cubicBezTo>
                  <a:pt x="4662" y="3211"/>
                  <a:pt x="4324" y="3049"/>
                  <a:pt x="4134" y="3049"/>
                </a:cubicBezTo>
                <a:cubicBezTo>
                  <a:pt x="3920" y="3049"/>
                  <a:pt x="3892" y="3252"/>
                  <a:pt x="4050" y="3481"/>
                </a:cubicBezTo>
                <a:cubicBezTo>
                  <a:pt x="4348" y="3914"/>
                  <a:pt x="5256" y="5093"/>
                  <a:pt x="5581" y="5743"/>
                </a:cubicBezTo>
                <a:cubicBezTo>
                  <a:pt x="5810" y="6204"/>
                  <a:pt x="5919" y="7571"/>
                  <a:pt x="5960" y="8465"/>
                </a:cubicBezTo>
                <a:cubicBezTo>
                  <a:pt x="5960" y="8560"/>
                  <a:pt x="5987" y="9250"/>
                  <a:pt x="5987" y="9250"/>
                </a:cubicBezTo>
                <a:cubicBezTo>
                  <a:pt x="5973" y="9250"/>
                  <a:pt x="5960" y="9264"/>
                  <a:pt x="5946" y="9264"/>
                </a:cubicBezTo>
                <a:cubicBezTo>
                  <a:pt x="5729" y="9223"/>
                  <a:pt x="5621" y="9196"/>
                  <a:pt x="5608" y="9196"/>
                </a:cubicBezTo>
                <a:cubicBezTo>
                  <a:pt x="5567" y="9186"/>
                  <a:pt x="5525" y="9182"/>
                  <a:pt x="5484" y="9182"/>
                </a:cubicBezTo>
                <a:cubicBezTo>
                  <a:pt x="5242" y="9182"/>
                  <a:pt x="5015" y="9345"/>
                  <a:pt x="4958" y="9589"/>
                </a:cubicBezTo>
                <a:cubicBezTo>
                  <a:pt x="4889" y="9887"/>
                  <a:pt x="5066" y="10171"/>
                  <a:pt x="5350" y="10252"/>
                </a:cubicBezTo>
                <a:cubicBezTo>
                  <a:pt x="5391" y="10252"/>
                  <a:pt x="5621" y="10306"/>
                  <a:pt x="6014" y="10375"/>
                </a:cubicBezTo>
                <a:cubicBezTo>
                  <a:pt x="6027" y="10429"/>
                  <a:pt x="6041" y="10496"/>
                  <a:pt x="6054" y="10604"/>
                </a:cubicBezTo>
                <a:cubicBezTo>
                  <a:pt x="5824" y="10564"/>
                  <a:pt x="5689" y="10523"/>
                  <a:pt x="5689" y="10523"/>
                </a:cubicBezTo>
                <a:cubicBezTo>
                  <a:pt x="5623" y="10508"/>
                  <a:pt x="5557" y="10500"/>
                  <a:pt x="5491" y="10500"/>
                </a:cubicBezTo>
                <a:cubicBezTo>
                  <a:pt x="5100" y="10500"/>
                  <a:pt x="4738" y="10766"/>
                  <a:pt x="4646" y="11160"/>
                </a:cubicBezTo>
                <a:cubicBezTo>
                  <a:pt x="4524" y="11634"/>
                  <a:pt x="4808" y="12094"/>
                  <a:pt x="5283" y="12217"/>
                </a:cubicBezTo>
                <a:cubicBezTo>
                  <a:pt x="5323" y="12217"/>
                  <a:pt x="5689" y="12311"/>
                  <a:pt x="6285" y="12392"/>
                </a:cubicBezTo>
                <a:cubicBezTo>
                  <a:pt x="6298" y="12514"/>
                  <a:pt x="6312" y="12636"/>
                  <a:pt x="6325" y="12771"/>
                </a:cubicBezTo>
                <a:cubicBezTo>
                  <a:pt x="5283" y="12677"/>
                  <a:pt x="4633" y="12569"/>
                  <a:pt x="4605" y="12555"/>
                </a:cubicBezTo>
                <a:cubicBezTo>
                  <a:pt x="4555" y="12546"/>
                  <a:pt x="4505" y="12542"/>
                  <a:pt x="4455" y="12542"/>
                </a:cubicBezTo>
                <a:cubicBezTo>
                  <a:pt x="4040" y="12542"/>
                  <a:pt x="3676" y="12836"/>
                  <a:pt x="3603" y="13259"/>
                </a:cubicBezTo>
                <a:cubicBezTo>
                  <a:pt x="3508" y="13733"/>
                  <a:pt x="3820" y="14180"/>
                  <a:pt x="4293" y="14261"/>
                </a:cubicBezTo>
                <a:cubicBezTo>
                  <a:pt x="4375" y="14275"/>
                  <a:pt x="5187" y="14423"/>
                  <a:pt x="6460" y="14532"/>
                </a:cubicBezTo>
                <a:cubicBezTo>
                  <a:pt x="6447" y="16997"/>
                  <a:pt x="6081" y="21994"/>
                  <a:pt x="4971" y="26111"/>
                </a:cubicBezTo>
                <a:cubicBezTo>
                  <a:pt x="4443" y="27831"/>
                  <a:pt x="3996" y="29483"/>
                  <a:pt x="3996" y="29483"/>
                </a:cubicBezTo>
                <a:cubicBezTo>
                  <a:pt x="3996" y="29483"/>
                  <a:pt x="3264" y="29916"/>
                  <a:pt x="3075" y="30960"/>
                </a:cubicBezTo>
                <a:cubicBezTo>
                  <a:pt x="2872" y="32002"/>
                  <a:pt x="1531" y="32666"/>
                  <a:pt x="1139" y="32977"/>
                </a:cubicBezTo>
                <a:cubicBezTo>
                  <a:pt x="745" y="33289"/>
                  <a:pt x="868" y="33708"/>
                  <a:pt x="1639" y="34237"/>
                </a:cubicBezTo>
                <a:cubicBezTo>
                  <a:pt x="109" y="34968"/>
                  <a:pt x="1" y="36187"/>
                  <a:pt x="2087" y="37365"/>
                </a:cubicBezTo>
                <a:cubicBezTo>
                  <a:pt x="3345" y="38069"/>
                  <a:pt x="6569" y="38219"/>
                  <a:pt x="8695" y="38219"/>
                </a:cubicBezTo>
                <a:lnTo>
                  <a:pt x="9427" y="38219"/>
                </a:lnTo>
                <a:cubicBezTo>
                  <a:pt x="9494" y="38219"/>
                  <a:pt x="9562" y="38205"/>
                  <a:pt x="9629" y="38205"/>
                </a:cubicBezTo>
                <a:lnTo>
                  <a:pt x="9873" y="38205"/>
                </a:lnTo>
                <a:cubicBezTo>
                  <a:pt x="9941" y="38205"/>
                  <a:pt x="10009" y="38192"/>
                  <a:pt x="10077" y="38192"/>
                </a:cubicBezTo>
                <a:lnTo>
                  <a:pt x="10293" y="38192"/>
                </a:lnTo>
                <a:cubicBezTo>
                  <a:pt x="10321" y="38192"/>
                  <a:pt x="10334" y="38177"/>
                  <a:pt x="10348" y="38177"/>
                </a:cubicBezTo>
                <a:lnTo>
                  <a:pt x="10577" y="38177"/>
                </a:lnTo>
                <a:cubicBezTo>
                  <a:pt x="10646" y="38164"/>
                  <a:pt x="10700" y="38164"/>
                  <a:pt x="10767" y="38164"/>
                </a:cubicBezTo>
                <a:lnTo>
                  <a:pt x="10821" y="38164"/>
                </a:lnTo>
                <a:cubicBezTo>
                  <a:pt x="10875" y="38150"/>
                  <a:pt x="10943" y="38150"/>
                  <a:pt x="10998" y="38150"/>
                </a:cubicBezTo>
                <a:lnTo>
                  <a:pt x="11065" y="38150"/>
                </a:lnTo>
                <a:cubicBezTo>
                  <a:pt x="11119" y="38137"/>
                  <a:pt x="11173" y="38137"/>
                  <a:pt x="11241" y="38137"/>
                </a:cubicBezTo>
                <a:cubicBezTo>
                  <a:pt x="11254" y="38137"/>
                  <a:pt x="11282" y="38137"/>
                  <a:pt x="11309" y="38123"/>
                </a:cubicBezTo>
                <a:lnTo>
                  <a:pt x="11471" y="38123"/>
                </a:lnTo>
                <a:cubicBezTo>
                  <a:pt x="11498" y="38110"/>
                  <a:pt x="11525" y="38110"/>
                  <a:pt x="11552" y="38110"/>
                </a:cubicBezTo>
                <a:cubicBezTo>
                  <a:pt x="11607" y="38110"/>
                  <a:pt x="11648" y="38096"/>
                  <a:pt x="11702" y="38096"/>
                </a:cubicBezTo>
                <a:lnTo>
                  <a:pt x="11796" y="38096"/>
                </a:lnTo>
                <a:cubicBezTo>
                  <a:pt x="11837" y="38083"/>
                  <a:pt x="11891" y="38083"/>
                  <a:pt x="11946" y="38083"/>
                </a:cubicBezTo>
                <a:cubicBezTo>
                  <a:pt x="11973" y="38069"/>
                  <a:pt x="12000" y="38069"/>
                  <a:pt x="12027" y="38069"/>
                </a:cubicBezTo>
                <a:cubicBezTo>
                  <a:pt x="12081" y="38069"/>
                  <a:pt x="12121" y="38056"/>
                  <a:pt x="12175" y="38056"/>
                </a:cubicBezTo>
                <a:cubicBezTo>
                  <a:pt x="12202" y="38056"/>
                  <a:pt x="12244" y="38056"/>
                  <a:pt x="12271" y="38042"/>
                </a:cubicBezTo>
                <a:cubicBezTo>
                  <a:pt x="12311" y="38042"/>
                  <a:pt x="12365" y="38042"/>
                  <a:pt x="12406" y="38029"/>
                </a:cubicBezTo>
                <a:cubicBezTo>
                  <a:pt x="12446" y="38029"/>
                  <a:pt x="12473" y="38029"/>
                  <a:pt x="12500" y="38015"/>
                </a:cubicBezTo>
                <a:cubicBezTo>
                  <a:pt x="12555" y="38015"/>
                  <a:pt x="12596" y="38015"/>
                  <a:pt x="12636" y="38002"/>
                </a:cubicBezTo>
                <a:cubicBezTo>
                  <a:pt x="12677" y="38002"/>
                  <a:pt x="12704" y="38002"/>
                  <a:pt x="12731" y="37988"/>
                </a:cubicBezTo>
                <a:cubicBezTo>
                  <a:pt x="12785" y="37988"/>
                  <a:pt x="12825" y="37988"/>
                  <a:pt x="12867" y="37975"/>
                </a:cubicBezTo>
                <a:cubicBezTo>
                  <a:pt x="12894" y="37975"/>
                  <a:pt x="12934" y="37975"/>
                  <a:pt x="12961" y="37961"/>
                </a:cubicBezTo>
                <a:cubicBezTo>
                  <a:pt x="13002" y="37961"/>
                  <a:pt x="13042" y="37948"/>
                  <a:pt x="13083" y="37948"/>
                </a:cubicBezTo>
                <a:cubicBezTo>
                  <a:pt x="13123" y="37948"/>
                  <a:pt x="13150" y="37934"/>
                  <a:pt x="13192" y="37934"/>
                </a:cubicBezTo>
                <a:cubicBezTo>
                  <a:pt x="13232" y="37934"/>
                  <a:pt x="13273" y="37921"/>
                  <a:pt x="13300" y="37921"/>
                </a:cubicBezTo>
                <a:cubicBezTo>
                  <a:pt x="13340" y="37907"/>
                  <a:pt x="13381" y="37907"/>
                  <a:pt x="13408" y="37894"/>
                </a:cubicBezTo>
                <a:cubicBezTo>
                  <a:pt x="13448" y="37894"/>
                  <a:pt x="13475" y="37894"/>
                  <a:pt x="13517" y="37880"/>
                </a:cubicBezTo>
                <a:cubicBezTo>
                  <a:pt x="13557" y="37880"/>
                  <a:pt x="13584" y="37867"/>
                  <a:pt x="13625" y="37867"/>
                </a:cubicBezTo>
                <a:cubicBezTo>
                  <a:pt x="13652" y="37852"/>
                  <a:pt x="13692" y="37852"/>
                  <a:pt x="13719" y="37852"/>
                </a:cubicBezTo>
                <a:cubicBezTo>
                  <a:pt x="13760" y="37839"/>
                  <a:pt x="13787" y="37839"/>
                  <a:pt x="13828" y="37825"/>
                </a:cubicBezTo>
                <a:cubicBezTo>
                  <a:pt x="13855" y="37825"/>
                  <a:pt x="13896" y="37812"/>
                  <a:pt x="13923" y="37812"/>
                </a:cubicBezTo>
                <a:cubicBezTo>
                  <a:pt x="13963" y="37798"/>
                  <a:pt x="13990" y="37798"/>
                  <a:pt x="14031" y="37785"/>
                </a:cubicBezTo>
                <a:cubicBezTo>
                  <a:pt x="14058" y="37785"/>
                  <a:pt x="14085" y="37771"/>
                  <a:pt x="14125" y="37771"/>
                </a:cubicBezTo>
                <a:cubicBezTo>
                  <a:pt x="14153" y="37758"/>
                  <a:pt x="14180" y="37758"/>
                  <a:pt x="14221" y="37744"/>
                </a:cubicBezTo>
                <a:cubicBezTo>
                  <a:pt x="14248" y="37744"/>
                  <a:pt x="14275" y="37731"/>
                  <a:pt x="14302" y="37731"/>
                </a:cubicBezTo>
                <a:cubicBezTo>
                  <a:pt x="14342" y="37717"/>
                  <a:pt x="14369" y="37704"/>
                  <a:pt x="14396" y="37704"/>
                </a:cubicBezTo>
                <a:cubicBezTo>
                  <a:pt x="14423" y="37690"/>
                  <a:pt x="14451" y="37690"/>
                  <a:pt x="14478" y="37677"/>
                </a:cubicBezTo>
                <a:cubicBezTo>
                  <a:pt x="14519" y="37677"/>
                  <a:pt x="14546" y="37663"/>
                  <a:pt x="14573" y="37650"/>
                </a:cubicBezTo>
                <a:cubicBezTo>
                  <a:pt x="14600" y="37650"/>
                  <a:pt x="14627" y="37636"/>
                  <a:pt x="14654" y="37636"/>
                </a:cubicBezTo>
                <a:cubicBezTo>
                  <a:pt x="14681" y="37623"/>
                  <a:pt x="14708" y="37623"/>
                  <a:pt x="14735" y="37609"/>
                </a:cubicBezTo>
                <a:cubicBezTo>
                  <a:pt x="14763" y="37596"/>
                  <a:pt x="14790" y="37596"/>
                  <a:pt x="14817" y="37582"/>
                </a:cubicBezTo>
                <a:cubicBezTo>
                  <a:pt x="14844" y="37569"/>
                  <a:pt x="14871" y="37569"/>
                  <a:pt x="14898" y="37555"/>
                </a:cubicBezTo>
                <a:cubicBezTo>
                  <a:pt x="14925" y="37542"/>
                  <a:pt x="14938" y="37542"/>
                  <a:pt x="14965" y="37527"/>
                </a:cubicBezTo>
                <a:cubicBezTo>
                  <a:pt x="14992" y="37527"/>
                  <a:pt x="15019" y="37514"/>
                  <a:pt x="15046" y="37500"/>
                </a:cubicBezTo>
                <a:cubicBezTo>
                  <a:pt x="15060" y="37487"/>
                  <a:pt x="15088" y="37487"/>
                  <a:pt x="15101" y="37473"/>
                </a:cubicBezTo>
                <a:cubicBezTo>
                  <a:pt x="15128" y="37460"/>
                  <a:pt x="15155" y="37446"/>
                  <a:pt x="15182" y="37446"/>
                </a:cubicBezTo>
                <a:cubicBezTo>
                  <a:pt x="15196" y="37433"/>
                  <a:pt x="15209" y="37433"/>
                  <a:pt x="15223" y="37419"/>
                </a:cubicBezTo>
                <a:cubicBezTo>
                  <a:pt x="15263" y="37406"/>
                  <a:pt x="15304" y="37379"/>
                  <a:pt x="15344" y="37365"/>
                </a:cubicBezTo>
                <a:cubicBezTo>
                  <a:pt x="15873" y="37067"/>
                  <a:pt x="16252" y="36783"/>
                  <a:pt x="16523" y="36485"/>
                </a:cubicBezTo>
                <a:cubicBezTo>
                  <a:pt x="16617" y="36377"/>
                  <a:pt x="16699" y="36268"/>
                  <a:pt x="16753" y="36160"/>
                </a:cubicBezTo>
                <a:cubicBezTo>
                  <a:pt x="16807" y="36092"/>
                  <a:pt x="16834" y="36025"/>
                  <a:pt x="16861" y="35956"/>
                </a:cubicBezTo>
                <a:cubicBezTo>
                  <a:pt x="17011" y="35564"/>
                  <a:pt x="16929" y="35198"/>
                  <a:pt x="16672" y="34873"/>
                </a:cubicBezTo>
                <a:cubicBezTo>
                  <a:pt x="16617" y="34806"/>
                  <a:pt x="16563" y="34752"/>
                  <a:pt x="16496" y="34698"/>
                </a:cubicBezTo>
                <a:cubicBezTo>
                  <a:pt x="16319" y="34535"/>
                  <a:pt x="16076" y="34372"/>
                  <a:pt x="15792" y="34237"/>
                </a:cubicBezTo>
                <a:cubicBezTo>
                  <a:pt x="16577" y="33708"/>
                  <a:pt x="16686" y="33289"/>
                  <a:pt x="16292" y="32977"/>
                </a:cubicBezTo>
                <a:cubicBezTo>
                  <a:pt x="15900" y="32666"/>
                  <a:pt x="14559" y="32002"/>
                  <a:pt x="14369" y="30960"/>
                </a:cubicBezTo>
                <a:cubicBezTo>
                  <a:pt x="14167" y="29916"/>
                  <a:pt x="13448" y="29483"/>
                  <a:pt x="13448" y="29483"/>
                </a:cubicBezTo>
                <a:cubicBezTo>
                  <a:pt x="13448" y="29483"/>
                  <a:pt x="13002" y="27831"/>
                  <a:pt x="12460" y="26111"/>
                </a:cubicBezTo>
                <a:cubicBezTo>
                  <a:pt x="11363" y="22007"/>
                  <a:pt x="10984" y="17011"/>
                  <a:pt x="10984" y="14546"/>
                </a:cubicBezTo>
                <a:cubicBezTo>
                  <a:pt x="11621" y="14492"/>
                  <a:pt x="12284" y="14423"/>
                  <a:pt x="12961" y="14315"/>
                </a:cubicBezTo>
                <a:cubicBezTo>
                  <a:pt x="13435" y="14234"/>
                  <a:pt x="13760" y="13787"/>
                  <a:pt x="13679" y="13313"/>
                </a:cubicBezTo>
                <a:cubicBezTo>
                  <a:pt x="13617" y="12883"/>
                  <a:pt x="13244" y="12586"/>
                  <a:pt x="12820" y="12586"/>
                </a:cubicBezTo>
                <a:cubicBezTo>
                  <a:pt x="12777" y="12586"/>
                  <a:pt x="12734" y="12589"/>
                  <a:pt x="12690" y="12596"/>
                </a:cubicBezTo>
                <a:cubicBezTo>
                  <a:pt x="12148" y="12690"/>
                  <a:pt x="11607" y="12744"/>
                  <a:pt x="11065" y="12798"/>
                </a:cubicBezTo>
                <a:cubicBezTo>
                  <a:pt x="11092" y="12663"/>
                  <a:pt x="11106" y="12542"/>
                  <a:pt x="11119" y="12406"/>
                </a:cubicBezTo>
                <a:cubicBezTo>
                  <a:pt x="11404" y="12365"/>
                  <a:pt x="11688" y="12311"/>
                  <a:pt x="11973" y="12257"/>
                </a:cubicBezTo>
                <a:cubicBezTo>
                  <a:pt x="12446" y="12162"/>
                  <a:pt x="12744" y="11702"/>
                  <a:pt x="12650" y="11227"/>
                </a:cubicBezTo>
                <a:cubicBezTo>
                  <a:pt x="12556" y="10829"/>
                  <a:pt x="12199" y="10543"/>
                  <a:pt x="11806" y="10543"/>
                </a:cubicBezTo>
                <a:cubicBezTo>
                  <a:pt x="11745" y="10543"/>
                  <a:pt x="11683" y="10550"/>
                  <a:pt x="11621" y="10564"/>
                </a:cubicBezTo>
                <a:lnTo>
                  <a:pt x="11417" y="10604"/>
                </a:lnTo>
                <a:lnTo>
                  <a:pt x="11417" y="10388"/>
                </a:lnTo>
                <a:cubicBezTo>
                  <a:pt x="11579" y="10361"/>
                  <a:pt x="11742" y="10321"/>
                  <a:pt x="11904" y="10293"/>
                </a:cubicBezTo>
                <a:cubicBezTo>
                  <a:pt x="12202" y="10225"/>
                  <a:pt x="12392" y="9941"/>
                  <a:pt x="12325" y="9643"/>
                </a:cubicBezTo>
                <a:cubicBezTo>
                  <a:pt x="12277" y="9391"/>
                  <a:pt x="12038" y="9214"/>
                  <a:pt x="11786" y="9214"/>
                </a:cubicBezTo>
                <a:cubicBezTo>
                  <a:pt x="11754" y="9214"/>
                  <a:pt x="11721" y="9217"/>
                  <a:pt x="11688" y="9223"/>
                </a:cubicBezTo>
                <a:cubicBezTo>
                  <a:pt x="11621" y="9237"/>
                  <a:pt x="11566" y="9250"/>
                  <a:pt x="11512" y="9264"/>
                </a:cubicBezTo>
                <a:cubicBezTo>
                  <a:pt x="11485" y="9264"/>
                  <a:pt x="11471" y="9264"/>
                  <a:pt x="11458" y="9250"/>
                </a:cubicBezTo>
                <a:cubicBezTo>
                  <a:pt x="11458" y="9169"/>
                  <a:pt x="11458" y="8952"/>
                  <a:pt x="11471" y="8654"/>
                </a:cubicBezTo>
                <a:cubicBezTo>
                  <a:pt x="11471" y="8519"/>
                  <a:pt x="11485" y="8343"/>
                  <a:pt x="11498" y="8167"/>
                </a:cubicBezTo>
                <a:cubicBezTo>
                  <a:pt x="11498" y="8004"/>
                  <a:pt x="11512" y="7815"/>
                  <a:pt x="11525" y="7625"/>
                </a:cubicBezTo>
                <a:cubicBezTo>
                  <a:pt x="11552" y="7246"/>
                  <a:pt x="11594" y="6854"/>
                  <a:pt x="11648" y="6529"/>
                </a:cubicBezTo>
                <a:cubicBezTo>
                  <a:pt x="11688" y="6271"/>
                  <a:pt x="11742" y="6054"/>
                  <a:pt x="11796" y="5892"/>
                </a:cubicBezTo>
                <a:cubicBezTo>
                  <a:pt x="11810" y="5837"/>
                  <a:pt x="11837" y="5783"/>
                  <a:pt x="11850" y="5743"/>
                </a:cubicBezTo>
                <a:cubicBezTo>
                  <a:pt x="12189" y="5093"/>
                  <a:pt x="13083" y="3914"/>
                  <a:pt x="13381" y="3481"/>
                </a:cubicBezTo>
                <a:cubicBezTo>
                  <a:pt x="13435" y="3400"/>
                  <a:pt x="13475" y="3318"/>
                  <a:pt x="13490" y="3251"/>
                </a:cubicBezTo>
                <a:lnTo>
                  <a:pt x="13490" y="3197"/>
                </a:lnTo>
                <a:cubicBezTo>
                  <a:pt x="13479" y="3109"/>
                  <a:pt x="13416" y="3052"/>
                  <a:pt x="13302" y="3052"/>
                </a:cubicBezTo>
                <a:cubicBezTo>
                  <a:pt x="13136" y="3052"/>
                  <a:pt x="12859" y="3173"/>
                  <a:pt x="12473" y="3495"/>
                </a:cubicBezTo>
                <a:cubicBezTo>
                  <a:pt x="12406" y="3549"/>
                  <a:pt x="12352" y="3603"/>
                  <a:pt x="12284" y="3657"/>
                </a:cubicBezTo>
                <a:cubicBezTo>
                  <a:pt x="12250" y="3691"/>
                  <a:pt x="12226" y="3715"/>
                  <a:pt x="12203" y="3715"/>
                </a:cubicBezTo>
                <a:cubicBezTo>
                  <a:pt x="12199" y="3715"/>
                  <a:pt x="12194" y="3714"/>
                  <a:pt x="12189" y="3712"/>
                </a:cubicBezTo>
                <a:cubicBezTo>
                  <a:pt x="12162" y="3712"/>
                  <a:pt x="12148" y="3685"/>
                  <a:pt x="12121" y="3643"/>
                </a:cubicBezTo>
                <a:cubicBezTo>
                  <a:pt x="12108" y="3630"/>
                  <a:pt x="12108" y="3603"/>
                  <a:pt x="12094" y="3576"/>
                </a:cubicBezTo>
                <a:cubicBezTo>
                  <a:pt x="12067" y="3495"/>
                  <a:pt x="12040" y="3373"/>
                  <a:pt x="12013" y="3237"/>
                </a:cubicBezTo>
                <a:cubicBezTo>
                  <a:pt x="11959" y="3048"/>
                  <a:pt x="11864" y="2912"/>
                  <a:pt x="11756" y="2818"/>
                </a:cubicBezTo>
                <a:cubicBezTo>
                  <a:pt x="11648" y="2722"/>
                  <a:pt x="11512" y="2682"/>
                  <a:pt x="11404" y="2682"/>
                </a:cubicBezTo>
                <a:cubicBezTo>
                  <a:pt x="11282" y="2682"/>
                  <a:pt x="11119" y="2899"/>
                  <a:pt x="11011" y="3075"/>
                </a:cubicBezTo>
                <a:cubicBezTo>
                  <a:pt x="10984" y="3116"/>
                  <a:pt x="10971" y="3143"/>
                  <a:pt x="10956" y="3170"/>
                </a:cubicBezTo>
                <a:cubicBezTo>
                  <a:pt x="10943" y="3183"/>
                  <a:pt x="10929" y="3197"/>
                  <a:pt x="10929" y="3210"/>
                </a:cubicBezTo>
                <a:lnTo>
                  <a:pt x="10889" y="3291"/>
                </a:lnTo>
                <a:cubicBezTo>
                  <a:pt x="10889" y="3291"/>
                  <a:pt x="10131" y="2601"/>
                  <a:pt x="9331" y="2439"/>
                </a:cubicBezTo>
                <a:lnTo>
                  <a:pt x="9331" y="1937"/>
                </a:lnTo>
                <a:cubicBezTo>
                  <a:pt x="9331" y="1937"/>
                  <a:pt x="9440" y="1870"/>
                  <a:pt x="9548" y="1707"/>
                </a:cubicBezTo>
                <a:cubicBezTo>
                  <a:pt x="9643" y="1558"/>
                  <a:pt x="9738" y="1314"/>
                  <a:pt x="9725" y="976"/>
                </a:cubicBezTo>
                <a:cubicBezTo>
                  <a:pt x="9711" y="895"/>
                  <a:pt x="9698" y="814"/>
                  <a:pt x="9683" y="745"/>
                </a:cubicBezTo>
                <a:cubicBezTo>
                  <a:pt x="9670" y="718"/>
                  <a:pt x="9670" y="705"/>
                  <a:pt x="9656" y="678"/>
                </a:cubicBezTo>
                <a:cubicBezTo>
                  <a:pt x="9643" y="637"/>
                  <a:pt x="9629" y="583"/>
                  <a:pt x="9616" y="543"/>
                </a:cubicBezTo>
                <a:cubicBezTo>
                  <a:pt x="9602" y="516"/>
                  <a:pt x="9575" y="501"/>
                  <a:pt x="9562" y="474"/>
                </a:cubicBezTo>
                <a:cubicBezTo>
                  <a:pt x="9548" y="447"/>
                  <a:pt x="9521" y="407"/>
                  <a:pt x="9508" y="380"/>
                </a:cubicBezTo>
                <a:lnTo>
                  <a:pt x="9440" y="312"/>
                </a:lnTo>
                <a:lnTo>
                  <a:pt x="9386" y="258"/>
                </a:lnTo>
                <a:cubicBezTo>
                  <a:pt x="9345" y="231"/>
                  <a:pt x="9318" y="204"/>
                  <a:pt x="9291" y="176"/>
                </a:cubicBezTo>
                <a:cubicBezTo>
                  <a:pt x="9277" y="176"/>
                  <a:pt x="9250" y="163"/>
                  <a:pt x="9237" y="149"/>
                </a:cubicBezTo>
                <a:cubicBezTo>
                  <a:pt x="9196" y="122"/>
                  <a:pt x="9156" y="109"/>
                  <a:pt x="9115" y="95"/>
                </a:cubicBezTo>
                <a:cubicBezTo>
                  <a:pt x="9115" y="82"/>
                  <a:pt x="9102" y="82"/>
                  <a:pt x="9088" y="82"/>
                </a:cubicBezTo>
                <a:cubicBezTo>
                  <a:pt x="9048" y="55"/>
                  <a:pt x="8993" y="41"/>
                  <a:pt x="8952" y="28"/>
                </a:cubicBezTo>
                <a:lnTo>
                  <a:pt x="8939" y="28"/>
                </a:lnTo>
                <a:cubicBezTo>
                  <a:pt x="8885" y="14"/>
                  <a:pt x="8844" y="14"/>
                  <a:pt x="879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 rot="10800000">
            <a:off x="562674" y="-1388749"/>
            <a:ext cx="2582312" cy="5801740"/>
          </a:xfrm>
          <a:custGeom>
            <a:avLst/>
            <a:gdLst/>
            <a:ahLst/>
            <a:cxnLst/>
            <a:rect l="l" t="t" r="r" b="b"/>
            <a:pathLst>
              <a:path w="17011" h="38219" extrusionOk="0">
                <a:moveTo>
                  <a:pt x="8708" y="1"/>
                </a:moveTo>
                <a:cubicBezTo>
                  <a:pt x="8302" y="1"/>
                  <a:pt x="7760" y="299"/>
                  <a:pt x="7720" y="976"/>
                </a:cubicBezTo>
                <a:cubicBezTo>
                  <a:pt x="7679" y="1653"/>
                  <a:pt x="8100" y="1937"/>
                  <a:pt x="8100" y="1937"/>
                </a:cubicBezTo>
                <a:lnTo>
                  <a:pt x="8100" y="2439"/>
                </a:lnTo>
                <a:cubicBezTo>
                  <a:pt x="7314" y="2601"/>
                  <a:pt x="6542" y="3291"/>
                  <a:pt x="6542" y="3291"/>
                </a:cubicBezTo>
                <a:cubicBezTo>
                  <a:pt x="6542" y="3291"/>
                  <a:pt x="6339" y="2926"/>
                  <a:pt x="6027" y="2682"/>
                </a:cubicBezTo>
                <a:cubicBezTo>
                  <a:pt x="5979" y="2643"/>
                  <a:pt x="5925" y="2624"/>
                  <a:pt x="5871" y="2624"/>
                </a:cubicBezTo>
                <a:cubicBezTo>
                  <a:pt x="5664" y="2624"/>
                  <a:pt x="5442" y="2884"/>
                  <a:pt x="5431" y="3237"/>
                </a:cubicBezTo>
                <a:cubicBezTo>
                  <a:pt x="5421" y="3527"/>
                  <a:pt x="5347" y="3714"/>
                  <a:pt x="5247" y="3714"/>
                </a:cubicBezTo>
                <a:cubicBezTo>
                  <a:pt x="5216" y="3714"/>
                  <a:pt x="5182" y="3696"/>
                  <a:pt x="5147" y="3657"/>
                </a:cubicBezTo>
                <a:cubicBezTo>
                  <a:pt x="4662" y="3211"/>
                  <a:pt x="4324" y="3049"/>
                  <a:pt x="4134" y="3049"/>
                </a:cubicBezTo>
                <a:cubicBezTo>
                  <a:pt x="3920" y="3049"/>
                  <a:pt x="3892" y="3252"/>
                  <a:pt x="4050" y="3481"/>
                </a:cubicBezTo>
                <a:cubicBezTo>
                  <a:pt x="4348" y="3914"/>
                  <a:pt x="5256" y="5093"/>
                  <a:pt x="5581" y="5743"/>
                </a:cubicBezTo>
                <a:cubicBezTo>
                  <a:pt x="5810" y="6204"/>
                  <a:pt x="5919" y="7571"/>
                  <a:pt x="5960" y="8465"/>
                </a:cubicBezTo>
                <a:cubicBezTo>
                  <a:pt x="5960" y="8560"/>
                  <a:pt x="5987" y="9250"/>
                  <a:pt x="5987" y="9250"/>
                </a:cubicBezTo>
                <a:cubicBezTo>
                  <a:pt x="5973" y="9250"/>
                  <a:pt x="5960" y="9264"/>
                  <a:pt x="5946" y="9264"/>
                </a:cubicBezTo>
                <a:cubicBezTo>
                  <a:pt x="5729" y="9223"/>
                  <a:pt x="5621" y="9196"/>
                  <a:pt x="5608" y="9196"/>
                </a:cubicBezTo>
                <a:cubicBezTo>
                  <a:pt x="5567" y="9186"/>
                  <a:pt x="5525" y="9182"/>
                  <a:pt x="5484" y="9182"/>
                </a:cubicBezTo>
                <a:cubicBezTo>
                  <a:pt x="5242" y="9182"/>
                  <a:pt x="5015" y="9345"/>
                  <a:pt x="4958" y="9589"/>
                </a:cubicBezTo>
                <a:cubicBezTo>
                  <a:pt x="4889" y="9887"/>
                  <a:pt x="5066" y="10171"/>
                  <a:pt x="5350" y="10252"/>
                </a:cubicBezTo>
                <a:cubicBezTo>
                  <a:pt x="5391" y="10252"/>
                  <a:pt x="5621" y="10306"/>
                  <a:pt x="6014" y="10375"/>
                </a:cubicBezTo>
                <a:cubicBezTo>
                  <a:pt x="6027" y="10429"/>
                  <a:pt x="6041" y="10496"/>
                  <a:pt x="6054" y="10604"/>
                </a:cubicBezTo>
                <a:cubicBezTo>
                  <a:pt x="5824" y="10564"/>
                  <a:pt x="5689" y="10523"/>
                  <a:pt x="5689" y="10523"/>
                </a:cubicBezTo>
                <a:cubicBezTo>
                  <a:pt x="5623" y="10508"/>
                  <a:pt x="5557" y="10500"/>
                  <a:pt x="5491" y="10500"/>
                </a:cubicBezTo>
                <a:cubicBezTo>
                  <a:pt x="5100" y="10500"/>
                  <a:pt x="4738" y="10766"/>
                  <a:pt x="4646" y="11160"/>
                </a:cubicBezTo>
                <a:cubicBezTo>
                  <a:pt x="4524" y="11634"/>
                  <a:pt x="4808" y="12094"/>
                  <a:pt x="5283" y="12217"/>
                </a:cubicBezTo>
                <a:cubicBezTo>
                  <a:pt x="5323" y="12217"/>
                  <a:pt x="5689" y="12311"/>
                  <a:pt x="6285" y="12392"/>
                </a:cubicBezTo>
                <a:cubicBezTo>
                  <a:pt x="6298" y="12514"/>
                  <a:pt x="6312" y="12636"/>
                  <a:pt x="6325" y="12771"/>
                </a:cubicBezTo>
                <a:cubicBezTo>
                  <a:pt x="5283" y="12677"/>
                  <a:pt x="4633" y="12569"/>
                  <a:pt x="4605" y="12555"/>
                </a:cubicBezTo>
                <a:cubicBezTo>
                  <a:pt x="4555" y="12546"/>
                  <a:pt x="4505" y="12542"/>
                  <a:pt x="4455" y="12542"/>
                </a:cubicBezTo>
                <a:cubicBezTo>
                  <a:pt x="4040" y="12542"/>
                  <a:pt x="3676" y="12836"/>
                  <a:pt x="3603" y="13259"/>
                </a:cubicBezTo>
                <a:cubicBezTo>
                  <a:pt x="3508" y="13733"/>
                  <a:pt x="3820" y="14180"/>
                  <a:pt x="4293" y="14261"/>
                </a:cubicBezTo>
                <a:cubicBezTo>
                  <a:pt x="4375" y="14275"/>
                  <a:pt x="5187" y="14423"/>
                  <a:pt x="6460" y="14532"/>
                </a:cubicBezTo>
                <a:cubicBezTo>
                  <a:pt x="6447" y="16997"/>
                  <a:pt x="6081" y="21994"/>
                  <a:pt x="4971" y="26111"/>
                </a:cubicBezTo>
                <a:cubicBezTo>
                  <a:pt x="4443" y="27831"/>
                  <a:pt x="3996" y="29483"/>
                  <a:pt x="3996" y="29483"/>
                </a:cubicBezTo>
                <a:cubicBezTo>
                  <a:pt x="3996" y="29483"/>
                  <a:pt x="3264" y="29916"/>
                  <a:pt x="3075" y="30960"/>
                </a:cubicBezTo>
                <a:cubicBezTo>
                  <a:pt x="2872" y="32002"/>
                  <a:pt x="1531" y="32666"/>
                  <a:pt x="1139" y="32977"/>
                </a:cubicBezTo>
                <a:cubicBezTo>
                  <a:pt x="745" y="33289"/>
                  <a:pt x="868" y="33708"/>
                  <a:pt x="1639" y="34237"/>
                </a:cubicBezTo>
                <a:cubicBezTo>
                  <a:pt x="109" y="34968"/>
                  <a:pt x="1" y="36187"/>
                  <a:pt x="2087" y="37365"/>
                </a:cubicBezTo>
                <a:cubicBezTo>
                  <a:pt x="3345" y="38069"/>
                  <a:pt x="6569" y="38219"/>
                  <a:pt x="8695" y="38219"/>
                </a:cubicBezTo>
                <a:lnTo>
                  <a:pt x="9427" y="38219"/>
                </a:lnTo>
                <a:cubicBezTo>
                  <a:pt x="9494" y="38219"/>
                  <a:pt x="9562" y="38205"/>
                  <a:pt x="9629" y="38205"/>
                </a:cubicBezTo>
                <a:lnTo>
                  <a:pt x="9873" y="38205"/>
                </a:lnTo>
                <a:cubicBezTo>
                  <a:pt x="9941" y="38205"/>
                  <a:pt x="10009" y="38192"/>
                  <a:pt x="10077" y="38192"/>
                </a:cubicBezTo>
                <a:lnTo>
                  <a:pt x="10293" y="38192"/>
                </a:lnTo>
                <a:cubicBezTo>
                  <a:pt x="10321" y="38192"/>
                  <a:pt x="10334" y="38177"/>
                  <a:pt x="10348" y="38177"/>
                </a:cubicBezTo>
                <a:lnTo>
                  <a:pt x="10577" y="38177"/>
                </a:lnTo>
                <a:cubicBezTo>
                  <a:pt x="10646" y="38164"/>
                  <a:pt x="10700" y="38164"/>
                  <a:pt x="10767" y="38164"/>
                </a:cubicBezTo>
                <a:lnTo>
                  <a:pt x="10821" y="38164"/>
                </a:lnTo>
                <a:cubicBezTo>
                  <a:pt x="10875" y="38150"/>
                  <a:pt x="10943" y="38150"/>
                  <a:pt x="10998" y="38150"/>
                </a:cubicBezTo>
                <a:lnTo>
                  <a:pt x="11065" y="38150"/>
                </a:lnTo>
                <a:cubicBezTo>
                  <a:pt x="11119" y="38137"/>
                  <a:pt x="11173" y="38137"/>
                  <a:pt x="11241" y="38137"/>
                </a:cubicBezTo>
                <a:cubicBezTo>
                  <a:pt x="11254" y="38137"/>
                  <a:pt x="11282" y="38137"/>
                  <a:pt x="11309" y="38123"/>
                </a:cubicBezTo>
                <a:lnTo>
                  <a:pt x="11471" y="38123"/>
                </a:lnTo>
                <a:cubicBezTo>
                  <a:pt x="11498" y="38110"/>
                  <a:pt x="11525" y="38110"/>
                  <a:pt x="11552" y="38110"/>
                </a:cubicBezTo>
                <a:cubicBezTo>
                  <a:pt x="11607" y="38110"/>
                  <a:pt x="11648" y="38096"/>
                  <a:pt x="11702" y="38096"/>
                </a:cubicBezTo>
                <a:lnTo>
                  <a:pt x="11796" y="38096"/>
                </a:lnTo>
                <a:cubicBezTo>
                  <a:pt x="11837" y="38083"/>
                  <a:pt x="11891" y="38083"/>
                  <a:pt x="11946" y="38083"/>
                </a:cubicBezTo>
                <a:cubicBezTo>
                  <a:pt x="11973" y="38069"/>
                  <a:pt x="12000" y="38069"/>
                  <a:pt x="12027" y="38069"/>
                </a:cubicBezTo>
                <a:cubicBezTo>
                  <a:pt x="12081" y="38069"/>
                  <a:pt x="12121" y="38056"/>
                  <a:pt x="12175" y="38056"/>
                </a:cubicBezTo>
                <a:cubicBezTo>
                  <a:pt x="12202" y="38056"/>
                  <a:pt x="12244" y="38056"/>
                  <a:pt x="12271" y="38042"/>
                </a:cubicBezTo>
                <a:cubicBezTo>
                  <a:pt x="12311" y="38042"/>
                  <a:pt x="12365" y="38042"/>
                  <a:pt x="12406" y="38029"/>
                </a:cubicBezTo>
                <a:cubicBezTo>
                  <a:pt x="12446" y="38029"/>
                  <a:pt x="12473" y="38029"/>
                  <a:pt x="12500" y="38015"/>
                </a:cubicBezTo>
                <a:cubicBezTo>
                  <a:pt x="12555" y="38015"/>
                  <a:pt x="12596" y="38015"/>
                  <a:pt x="12636" y="38002"/>
                </a:cubicBezTo>
                <a:cubicBezTo>
                  <a:pt x="12677" y="38002"/>
                  <a:pt x="12704" y="38002"/>
                  <a:pt x="12731" y="37988"/>
                </a:cubicBezTo>
                <a:cubicBezTo>
                  <a:pt x="12785" y="37988"/>
                  <a:pt x="12825" y="37988"/>
                  <a:pt x="12867" y="37975"/>
                </a:cubicBezTo>
                <a:cubicBezTo>
                  <a:pt x="12894" y="37975"/>
                  <a:pt x="12934" y="37975"/>
                  <a:pt x="12961" y="37961"/>
                </a:cubicBezTo>
                <a:cubicBezTo>
                  <a:pt x="13002" y="37961"/>
                  <a:pt x="13042" y="37948"/>
                  <a:pt x="13083" y="37948"/>
                </a:cubicBezTo>
                <a:cubicBezTo>
                  <a:pt x="13123" y="37948"/>
                  <a:pt x="13150" y="37934"/>
                  <a:pt x="13192" y="37934"/>
                </a:cubicBezTo>
                <a:cubicBezTo>
                  <a:pt x="13232" y="37934"/>
                  <a:pt x="13273" y="37921"/>
                  <a:pt x="13300" y="37921"/>
                </a:cubicBezTo>
                <a:cubicBezTo>
                  <a:pt x="13340" y="37907"/>
                  <a:pt x="13381" y="37907"/>
                  <a:pt x="13408" y="37894"/>
                </a:cubicBezTo>
                <a:cubicBezTo>
                  <a:pt x="13448" y="37894"/>
                  <a:pt x="13475" y="37894"/>
                  <a:pt x="13517" y="37880"/>
                </a:cubicBezTo>
                <a:cubicBezTo>
                  <a:pt x="13557" y="37880"/>
                  <a:pt x="13584" y="37867"/>
                  <a:pt x="13625" y="37867"/>
                </a:cubicBezTo>
                <a:cubicBezTo>
                  <a:pt x="13652" y="37852"/>
                  <a:pt x="13692" y="37852"/>
                  <a:pt x="13719" y="37852"/>
                </a:cubicBezTo>
                <a:cubicBezTo>
                  <a:pt x="13760" y="37839"/>
                  <a:pt x="13787" y="37839"/>
                  <a:pt x="13828" y="37825"/>
                </a:cubicBezTo>
                <a:cubicBezTo>
                  <a:pt x="13855" y="37825"/>
                  <a:pt x="13896" y="37812"/>
                  <a:pt x="13923" y="37812"/>
                </a:cubicBezTo>
                <a:cubicBezTo>
                  <a:pt x="13963" y="37798"/>
                  <a:pt x="13990" y="37798"/>
                  <a:pt x="14031" y="37785"/>
                </a:cubicBezTo>
                <a:cubicBezTo>
                  <a:pt x="14058" y="37785"/>
                  <a:pt x="14085" y="37771"/>
                  <a:pt x="14125" y="37771"/>
                </a:cubicBezTo>
                <a:cubicBezTo>
                  <a:pt x="14153" y="37758"/>
                  <a:pt x="14180" y="37758"/>
                  <a:pt x="14221" y="37744"/>
                </a:cubicBezTo>
                <a:cubicBezTo>
                  <a:pt x="14248" y="37744"/>
                  <a:pt x="14275" y="37731"/>
                  <a:pt x="14302" y="37731"/>
                </a:cubicBezTo>
                <a:cubicBezTo>
                  <a:pt x="14342" y="37717"/>
                  <a:pt x="14369" y="37704"/>
                  <a:pt x="14396" y="37704"/>
                </a:cubicBezTo>
                <a:cubicBezTo>
                  <a:pt x="14423" y="37690"/>
                  <a:pt x="14451" y="37690"/>
                  <a:pt x="14478" y="37677"/>
                </a:cubicBezTo>
                <a:cubicBezTo>
                  <a:pt x="14519" y="37677"/>
                  <a:pt x="14546" y="37663"/>
                  <a:pt x="14573" y="37650"/>
                </a:cubicBezTo>
                <a:cubicBezTo>
                  <a:pt x="14600" y="37650"/>
                  <a:pt x="14627" y="37636"/>
                  <a:pt x="14654" y="37636"/>
                </a:cubicBezTo>
                <a:cubicBezTo>
                  <a:pt x="14681" y="37623"/>
                  <a:pt x="14708" y="37623"/>
                  <a:pt x="14735" y="37609"/>
                </a:cubicBezTo>
                <a:cubicBezTo>
                  <a:pt x="14763" y="37596"/>
                  <a:pt x="14790" y="37596"/>
                  <a:pt x="14817" y="37582"/>
                </a:cubicBezTo>
                <a:cubicBezTo>
                  <a:pt x="14844" y="37569"/>
                  <a:pt x="14871" y="37569"/>
                  <a:pt x="14898" y="37555"/>
                </a:cubicBezTo>
                <a:cubicBezTo>
                  <a:pt x="14925" y="37542"/>
                  <a:pt x="14938" y="37542"/>
                  <a:pt x="14965" y="37527"/>
                </a:cubicBezTo>
                <a:cubicBezTo>
                  <a:pt x="14992" y="37527"/>
                  <a:pt x="15019" y="37514"/>
                  <a:pt x="15046" y="37500"/>
                </a:cubicBezTo>
                <a:cubicBezTo>
                  <a:pt x="15060" y="37487"/>
                  <a:pt x="15088" y="37487"/>
                  <a:pt x="15101" y="37473"/>
                </a:cubicBezTo>
                <a:cubicBezTo>
                  <a:pt x="15128" y="37460"/>
                  <a:pt x="15155" y="37446"/>
                  <a:pt x="15182" y="37446"/>
                </a:cubicBezTo>
                <a:cubicBezTo>
                  <a:pt x="15196" y="37433"/>
                  <a:pt x="15209" y="37433"/>
                  <a:pt x="15223" y="37419"/>
                </a:cubicBezTo>
                <a:cubicBezTo>
                  <a:pt x="15263" y="37406"/>
                  <a:pt x="15304" y="37379"/>
                  <a:pt x="15344" y="37365"/>
                </a:cubicBezTo>
                <a:cubicBezTo>
                  <a:pt x="15873" y="37067"/>
                  <a:pt x="16252" y="36783"/>
                  <a:pt x="16523" y="36485"/>
                </a:cubicBezTo>
                <a:cubicBezTo>
                  <a:pt x="16617" y="36377"/>
                  <a:pt x="16699" y="36268"/>
                  <a:pt x="16753" y="36160"/>
                </a:cubicBezTo>
                <a:cubicBezTo>
                  <a:pt x="16807" y="36092"/>
                  <a:pt x="16834" y="36025"/>
                  <a:pt x="16861" y="35956"/>
                </a:cubicBezTo>
                <a:cubicBezTo>
                  <a:pt x="17011" y="35564"/>
                  <a:pt x="16929" y="35198"/>
                  <a:pt x="16672" y="34873"/>
                </a:cubicBezTo>
                <a:cubicBezTo>
                  <a:pt x="16617" y="34806"/>
                  <a:pt x="16563" y="34752"/>
                  <a:pt x="16496" y="34698"/>
                </a:cubicBezTo>
                <a:cubicBezTo>
                  <a:pt x="16319" y="34535"/>
                  <a:pt x="16076" y="34372"/>
                  <a:pt x="15792" y="34237"/>
                </a:cubicBezTo>
                <a:cubicBezTo>
                  <a:pt x="16577" y="33708"/>
                  <a:pt x="16686" y="33289"/>
                  <a:pt x="16292" y="32977"/>
                </a:cubicBezTo>
                <a:cubicBezTo>
                  <a:pt x="15900" y="32666"/>
                  <a:pt x="14559" y="32002"/>
                  <a:pt x="14369" y="30960"/>
                </a:cubicBezTo>
                <a:cubicBezTo>
                  <a:pt x="14167" y="29916"/>
                  <a:pt x="13448" y="29483"/>
                  <a:pt x="13448" y="29483"/>
                </a:cubicBezTo>
                <a:cubicBezTo>
                  <a:pt x="13448" y="29483"/>
                  <a:pt x="13002" y="27831"/>
                  <a:pt x="12460" y="26111"/>
                </a:cubicBezTo>
                <a:cubicBezTo>
                  <a:pt x="11363" y="22007"/>
                  <a:pt x="10984" y="17011"/>
                  <a:pt x="10984" y="14546"/>
                </a:cubicBezTo>
                <a:cubicBezTo>
                  <a:pt x="11621" y="14492"/>
                  <a:pt x="12284" y="14423"/>
                  <a:pt x="12961" y="14315"/>
                </a:cubicBezTo>
                <a:cubicBezTo>
                  <a:pt x="13435" y="14234"/>
                  <a:pt x="13760" y="13787"/>
                  <a:pt x="13679" y="13313"/>
                </a:cubicBezTo>
                <a:cubicBezTo>
                  <a:pt x="13617" y="12883"/>
                  <a:pt x="13244" y="12586"/>
                  <a:pt x="12820" y="12586"/>
                </a:cubicBezTo>
                <a:cubicBezTo>
                  <a:pt x="12777" y="12586"/>
                  <a:pt x="12734" y="12589"/>
                  <a:pt x="12690" y="12596"/>
                </a:cubicBezTo>
                <a:cubicBezTo>
                  <a:pt x="12148" y="12690"/>
                  <a:pt x="11607" y="12744"/>
                  <a:pt x="11065" y="12798"/>
                </a:cubicBezTo>
                <a:cubicBezTo>
                  <a:pt x="11092" y="12663"/>
                  <a:pt x="11106" y="12542"/>
                  <a:pt x="11119" y="12406"/>
                </a:cubicBezTo>
                <a:cubicBezTo>
                  <a:pt x="11404" y="12365"/>
                  <a:pt x="11688" y="12311"/>
                  <a:pt x="11973" y="12257"/>
                </a:cubicBezTo>
                <a:cubicBezTo>
                  <a:pt x="12446" y="12162"/>
                  <a:pt x="12744" y="11702"/>
                  <a:pt x="12650" y="11227"/>
                </a:cubicBezTo>
                <a:cubicBezTo>
                  <a:pt x="12556" y="10829"/>
                  <a:pt x="12199" y="10543"/>
                  <a:pt x="11806" y="10543"/>
                </a:cubicBezTo>
                <a:cubicBezTo>
                  <a:pt x="11745" y="10543"/>
                  <a:pt x="11683" y="10550"/>
                  <a:pt x="11621" y="10564"/>
                </a:cubicBezTo>
                <a:lnTo>
                  <a:pt x="11417" y="10604"/>
                </a:lnTo>
                <a:lnTo>
                  <a:pt x="11417" y="10388"/>
                </a:lnTo>
                <a:cubicBezTo>
                  <a:pt x="11579" y="10361"/>
                  <a:pt x="11742" y="10321"/>
                  <a:pt x="11904" y="10293"/>
                </a:cubicBezTo>
                <a:cubicBezTo>
                  <a:pt x="12202" y="10225"/>
                  <a:pt x="12392" y="9941"/>
                  <a:pt x="12325" y="9643"/>
                </a:cubicBezTo>
                <a:cubicBezTo>
                  <a:pt x="12277" y="9391"/>
                  <a:pt x="12038" y="9214"/>
                  <a:pt x="11786" y="9214"/>
                </a:cubicBezTo>
                <a:cubicBezTo>
                  <a:pt x="11754" y="9214"/>
                  <a:pt x="11721" y="9217"/>
                  <a:pt x="11688" y="9223"/>
                </a:cubicBezTo>
                <a:cubicBezTo>
                  <a:pt x="11621" y="9237"/>
                  <a:pt x="11566" y="9250"/>
                  <a:pt x="11512" y="9264"/>
                </a:cubicBezTo>
                <a:cubicBezTo>
                  <a:pt x="11485" y="9264"/>
                  <a:pt x="11471" y="9264"/>
                  <a:pt x="11458" y="9250"/>
                </a:cubicBezTo>
                <a:cubicBezTo>
                  <a:pt x="11458" y="9169"/>
                  <a:pt x="11458" y="8952"/>
                  <a:pt x="11471" y="8654"/>
                </a:cubicBezTo>
                <a:cubicBezTo>
                  <a:pt x="11471" y="8519"/>
                  <a:pt x="11485" y="8343"/>
                  <a:pt x="11498" y="8167"/>
                </a:cubicBezTo>
                <a:cubicBezTo>
                  <a:pt x="11498" y="8004"/>
                  <a:pt x="11512" y="7815"/>
                  <a:pt x="11525" y="7625"/>
                </a:cubicBezTo>
                <a:cubicBezTo>
                  <a:pt x="11552" y="7246"/>
                  <a:pt x="11594" y="6854"/>
                  <a:pt x="11648" y="6529"/>
                </a:cubicBezTo>
                <a:cubicBezTo>
                  <a:pt x="11688" y="6271"/>
                  <a:pt x="11742" y="6054"/>
                  <a:pt x="11796" y="5892"/>
                </a:cubicBezTo>
                <a:cubicBezTo>
                  <a:pt x="11810" y="5837"/>
                  <a:pt x="11837" y="5783"/>
                  <a:pt x="11850" y="5743"/>
                </a:cubicBezTo>
                <a:cubicBezTo>
                  <a:pt x="12189" y="5093"/>
                  <a:pt x="13083" y="3914"/>
                  <a:pt x="13381" y="3481"/>
                </a:cubicBezTo>
                <a:cubicBezTo>
                  <a:pt x="13435" y="3400"/>
                  <a:pt x="13475" y="3318"/>
                  <a:pt x="13490" y="3251"/>
                </a:cubicBezTo>
                <a:lnTo>
                  <a:pt x="13490" y="3197"/>
                </a:lnTo>
                <a:cubicBezTo>
                  <a:pt x="13479" y="3109"/>
                  <a:pt x="13416" y="3052"/>
                  <a:pt x="13302" y="3052"/>
                </a:cubicBezTo>
                <a:cubicBezTo>
                  <a:pt x="13136" y="3052"/>
                  <a:pt x="12859" y="3173"/>
                  <a:pt x="12473" y="3495"/>
                </a:cubicBezTo>
                <a:cubicBezTo>
                  <a:pt x="12406" y="3549"/>
                  <a:pt x="12352" y="3603"/>
                  <a:pt x="12284" y="3657"/>
                </a:cubicBezTo>
                <a:cubicBezTo>
                  <a:pt x="12250" y="3691"/>
                  <a:pt x="12226" y="3715"/>
                  <a:pt x="12203" y="3715"/>
                </a:cubicBezTo>
                <a:cubicBezTo>
                  <a:pt x="12199" y="3715"/>
                  <a:pt x="12194" y="3714"/>
                  <a:pt x="12189" y="3712"/>
                </a:cubicBezTo>
                <a:cubicBezTo>
                  <a:pt x="12162" y="3712"/>
                  <a:pt x="12148" y="3685"/>
                  <a:pt x="12121" y="3643"/>
                </a:cubicBezTo>
                <a:cubicBezTo>
                  <a:pt x="12108" y="3630"/>
                  <a:pt x="12108" y="3603"/>
                  <a:pt x="12094" y="3576"/>
                </a:cubicBezTo>
                <a:cubicBezTo>
                  <a:pt x="12067" y="3495"/>
                  <a:pt x="12040" y="3373"/>
                  <a:pt x="12013" y="3237"/>
                </a:cubicBezTo>
                <a:cubicBezTo>
                  <a:pt x="11959" y="3048"/>
                  <a:pt x="11864" y="2912"/>
                  <a:pt x="11756" y="2818"/>
                </a:cubicBezTo>
                <a:cubicBezTo>
                  <a:pt x="11648" y="2722"/>
                  <a:pt x="11512" y="2682"/>
                  <a:pt x="11404" y="2682"/>
                </a:cubicBezTo>
                <a:cubicBezTo>
                  <a:pt x="11282" y="2682"/>
                  <a:pt x="11119" y="2899"/>
                  <a:pt x="11011" y="3075"/>
                </a:cubicBezTo>
                <a:cubicBezTo>
                  <a:pt x="10984" y="3116"/>
                  <a:pt x="10971" y="3143"/>
                  <a:pt x="10956" y="3170"/>
                </a:cubicBezTo>
                <a:cubicBezTo>
                  <a:pt x="10943" y="3183"/>
                  <a:pt x="10929" y="3197"/>
                  <a:pt x="10929" y="3210"/>
                </a:cubicBezTo>
                <a:lnTo>
                  <a:pt x="10889" y="3291"/>
                </a:lnTo>
                <a:cubicBezTo>
                  <a:pt x="10889" y="3291"/>
                  <a:pt x="10131" y="2601"/>
                  <a:pt x="9331" y="2439"/>
                </a:cubicBezTo>
                <a:lnTo>
                  <a:pt x="9331" y="1937"/>
                </a:lnTo>
                <a:cubicBezTo>
                  <a:pt x="9331" y="1937"/>
                  <a:pt x="9440" y="1870"/>
                  <a:pt x="9548" y="1707"/>
                </a:cubicBezTo>
                <a:cubicBezTo>
                  <a:pt x="9643" y="1558"/>
                  <a:pt x="9738" y="1314"/>
                  <a:pt x="9725" y="976"/>
                </a:cubicBezTo>
                <a:cubicBezTo>
                  <a:pt x="9711" y="895"/>
                  <a:pt x="9698" y="814"/>
                  <a:pt x="9683" y="745"/>
                </a:cubicBezTo>
                <a:cubicBezTo>
                  <a:pt x="9670" y="718"/>
                  <a:pt x="9670" y="705"/>
                  <a:pt x="9656" y="678"/>
                </a:cubicBezTo>
                <a:cubicBezTo>
                  <a:pt x="9643" y="637"/>
                  <a:pt x="9629" y="583"/>
                  <a:pt x="9616" y="543"/>
                </a:cubicBezTo>
                <a:cubicBezTo>
                  <a:pt x="9602" y="516"/>
                  <a:pt x="9575" y="501"/>
                  <a:pt x="9562" y="474"/>
                </a:cubicBezTo>
                <a:cubicBezTo>
                  <a:pt x="9548" y="447"/>
                  <a:pt x="9521" y="407"/>
                  <a:pt x="9508" y="380"/>
                </a:cubicBezTo>
                <a:lnTo>
                  <a:pt x="9440" y="312"/>
                </a:lnTo>
                <a:lnTo>
                  <a:pt x="9386" y="258"/>
                </a:lnTo>
                <a:cubicBezTo>
                  <a:pt x="9345" y="231"/>
                  <a:pt x="9318" y="204"/>
                  <a:pt x="9291" y="176"/>
                </a:cubicBezTo>
                <a:cubicBezTo>
                  <a:pt x="9277" y="176"/>
                  <a:pt x="9250" y="163"/>
                  <a:pt x="9237" y="149"/>
                </a:cubicBezTo>
                <a:cubicBezTo>
                  <a:pt x="9196" y="122"/>
                  <a:pt x="9156" y="109"/>
                  <a:pt x="9115" y="95"/>
                </a:cubicBezTo>
                <a:cubicBezTo>
                  <a:pt x="9115" y="82"/>
                  <a:pt x="9102" y="82"/>
                  <a:pt x="9088" y="82"/>
                </a:cubicBezTo>
                <a:cubicBezTo>
                  <a:pt x="9048" y="55"/>
                  <a:pt x="8993" y="41"/>
                  <a:pt x="8952" y="28"/>
                </a:cubicBezTo>
                <a:lnTo>
                  <a:pt x="8939" y="28"/>
                </a:lnTo>
                <a:cubicBezTo>
                  <a:pt x="8885" y="14"/>
                  <a:pt x="8844" y="14"/>
                  <a:pt x="879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4820350" y="2659450"/>
            <a:ext cx="3185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 b="1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2" hasCustomPrompt="1"/>
          </p:nvPr>
        </p:nvSpPr>
        <p:spPr>
          <a:xfrm>
            <a:off x="4820350" y="887025"/>
            <a:ext cx="31854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5140600" y="3499575"/>
            <a:ext cx="2544900" cy="7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6"/>
          <p:cNvSpPr/>
          <p:nvPr/>
        </p:nvSpPr>
        <p:spPr>
          <a:xfrm rot="5400000">
            <a:off x="491572" y="4393720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6"/>
          <p:cNvSpPr/>
          <p:nvPr/>
        </p:nvSpPr>
        <p:spPr>
          <a:xfrm rot="-5400000">
            <a:off x="8195572" y="-202380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6"/>
          <p:cNvSpPr/>
          <p:nvPr/>
        </p:nvSpPr>
        <p:spPr>
          <a:xfrm rot="10800000">
            <a:off x="111672" y="193445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6"/>
          <p:cNvSpPr/>
          <p:nvPr/>
        </p:nvSpPr>
        <p:spPr>
          <a:xfrm>
            <a:off x="8590622" y="4028695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>
            <a:spLocks noGrp="1"/>
          </p:cNvSpPr>
          <p:nvPr>
            <p:ph type="body" idx="1"/>
          </p:nvPr>
        </p:nvSpPr>
        <p:spPr>
          <a:xfrm>
            <a:off x="720000" y="1692550"/>
            <a:ext cx="4655400" cy="23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alphaLcPeriod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romanLcPeriod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arabicPeriod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alphaLcPeriod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romanLcPeriod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arabicPeriod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alphaLcPeriod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57" name="Google Shape;57;p7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58" name="Google Shape;58;p7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7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7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7"/>
            <p:cNvSpPr/>
            <p:nvPr/>
          </p:nvSpPr>
          <p:spPr>
            <a:xfrm rot="-5400000" flipH="1">
              <a:off x="8376924" y="454693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7"/>
            <p:cNvSpPr/>
            <p:nvPr/>
          </p:nvSpPr>
          <p:spPr>
            <a:xfrm>
              <a:off x="116074" y="43172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" name="Google Shape;63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8"/>
          <p:cNvGrpSpPr/>
          <p:nvPr/>
        </p:nvGrpSpPr>
        <p:grpSpPr>
          <a:xfrm>
            <a:off x="209625" y="144000"/>
            <a:ext cx="8724275" cy="4855625"/>
            <a:chOff x="209625" y="144000"/>
            <a:chExt cx="8724275" cy="4855625"/>
          </a:xfrm>
        </p:grpSpPr>
        <p:sp>
          <p:nvSpPr>
            <p:cNvPr id="66" name="Google Shape;66;p8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8"/>
            <p:cNvSpPr/>
            <p:nvPr/>
          </p:nvSpPr>
          <p:spPr>
            <a:xfrm>
              <a:off x="209625" y="144000"/>
              <a:ext cx="247800" cy="2478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8"/>
            <p:cNvSpPr/>
            <p:nvPr/>
          </p:nvSpPr>
          <p:spPr>
            <a:xfrm>
              <a:off x="209625" y="4751825"/>
              <a:ext cx="247800" cy="2478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8"/>
            <p:cNvSpPr/>
            <p:nvPr/>
          </p:nvSpPr>
          <p:spPr>
            <a:xfrm>
              <a:off x="8686100" y="144000"/>
              <a:ext cx="247800" cy="2478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8"/>
            <p:cNvSpPr/>
            <p:nvPr/>
          </p:nvSpPr>
          <p:spPr>
            <a:xfrm>
              <a:off x="8686100" y="4751825"/>
              <a:ext cx="247800" cy="2478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" name="Google Shape;71;p8"/>
          <p:cNvSpPr txBox="1">
            <a:spLocks noGrp="1"/>
          </p:cNvSpPr>
          <p:nvPr>
            <p:ph type="title"/>
          </p:nvPr>
        </p:nvSpPr>
        <p:spPr>
          <a:xfrm>
            <a:off x="1388100" y="930075"/>
            <a:ext cx="6367800" cy="328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87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/>
          <p:nvPr/>
        </p:nvSpPr>
        <p:spPr>
          <a:xfrm>
            <a:off x="3904176" y="540000"/>
            <a:ext cx="2529280" cy="6410354"/>
          </a:xfrm>
          <a:custGeom>
            <a:avLst/>
            <a:gdLst/>
            <a:ahLst/>
            <a:cxnLst/>
            <a:rect l="l" t="t" r="r" b="b"/>
            <a:pathLst>
              <a:path w="16063" h="40711" extrusionOk="0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9"/>
          <p:cNvSpPr/>
          <p:nvPr/>
        </p:nvSpPr>
        <p:spPr>
          <a:xfrm rot="-5400000">
            <a:off x="6565639" y="140623"/>
            <a:ext cx="1498325" cy="2218378"/>
          </a:xfrm>
          <a:custGeom>
            <a:avLst/>
            <a:gdLst/>
            <a:ahLst/>
            <a:cxnLst/>
            <a:rect l="l" t="t" r="r" b="b"/>
            <a:pathLst>
              <a:path w="9331" h="13815" extrusionOk="0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9"/>
          <p:cNvSpPr/>
          <p:nvPr/>
        </p:nvSpPr>
        <p:spPr>
          <a:xfrm rot="10800000">
            <a:off x="3260709" y="-313806"/>
            <a:ext cx="1242832" cy="2608847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9"/>
          <p:cNvSpPr/>
          <p:nvPr/>
        </p:nvSpPr>
        <p:spPr>
          <a:xfrm>
            <a:off x="6345932" y="2088501"/>
            <a:ext cx="1937723" cy="4353526"/>
          </a:xfrm>
          <a:custGeom>
            <a:avLst/>
            <a:gdLst/>
            <a:ahLst/>
            <a:cxnLst/>
            <a:rect l="l" t="t" r="r" b="b"/>
            <a:pathLst>
              <a:path w="17011" h="38219" extrusionOk="0">
                <a:moveTo>
                  <a:pt x="8708" y="1"/>
                </a:moveTo>
                <a:cubicBezTo>
                  <a:pt x="8302" y="1"/>
                  <a:pt x="7760" y="299"/>
                  <a:pt x="7720" y="976"/>
                </a:cubicBezTo>
                <a:cubicBezTo>
                  <a:pt x="7679" y="1653"/>
                  <a:pt x="8100" y="1937"/>
                  <a:pt x="8100" y="1937"/>
                </a:cubicBezTo>
                <a:lnTo>
                  <a:pt x="8100" y="2439"/>
                </a:lnTo>
                <a:cubicBezTo>
                  <a:pt x="7314" y="2601"/>
                  <a:pt x="6542" y="3291"/>
                  <a:pt x="6542" y="3291"/>
                </a:cubicBezTo>
                <a:cubicBezTo>
                  <a:pt x="6542" y="3291"/>
                  <a:pt x="6339" y="2926"/>
                  <a:pt x="6027" y="2682"/>
                </a:cubicBezTo>
                <a:cubicBezTo>
                  <a:pt x="5979" y="2643"/>
                  <a:pt x="5925" y="2624"/>
                  <a:pt x="5871" y="2624"/>
                </a:cubicBezTo>
                <a:cubicBezTo>
                  <a:pt x="5664" y="2624"/>
                  <a:pt x="5442" y="2884"/>
                  <a:pt x="5431" y="3237"/>
                </a:cubicBezTo>
                <a:cubicBezTo>
                  <a:pt x="5421" y="3527"/>
                  <a:pt x="5347" y="3714"/>
                  <a:pt x="5247" y="3714"/>
                </a:cubicBezTo>
                <a:cubicBezTo>
                  <a:pt x="5216" y="3714"/>
                  <a:pt x="5182" y="3696"/>
                  <a:pt x="5147" y="3657"/>
                </a:cubicBezTo>
                <a:cubicBezTo>
                  <a:pt x="4662" y="3211"/>
                  <a:pt x="4324" y="3049"/>
                  <a:pt x="4134" y="3049"/>
                </a:cubicBezTo>
                <a:cubicBezTo>
                  <a:pt x="3920" y="3049"/>
                  <a:pt x="3892" y="3252"/>
                  <a:pt x="4050" y="3481"/>
                </a:cubicBezTo>
                <a:cubicBezTo>
                  <a:pt x="4348" y="3914"/>
                  <a:pt x="5256" y="5093"/>
                  <a:pt x="5581" y="5743"/>
                </a:cubicBezTo>
                <a:cubicBezTo>
                  <a:pt x="5810" y="6204"/>
                  <a:pt x="5919" y="7571"/>
                  <a:pt x="5960" y="8465"/>
                </a:cubicBezTo>
                <a:cubicBezTo>
                  <a:pt x="5960" y="8560"/>
                  <a:pt x="5987" y="9250"/>
                  <a:pt x="5987" y="9250"/>
                </a:cubicBezTo>
                <a:cubicBezTo>
                  <a:pt x="5973" y="9250"/>
                  <a:pt x="5960" y="9264"/>
                  <a:pt x="5946" y="9264"/>
                </a:cubicBezTo>
                <a:cubicBezTo>
                  <a:pt x="5729" y="9223"/>
                  <a:pt x="5621" y="9196"/>
                  <a:pt x="5608" y="9196"/>
                </a:cubicBezTo>
                <a:cubicBezTo>
                  <a:pt x="5567" y="9186"/>
                  <a:pt x="5525" y="9182"/>
                  <a:pt x="5484" y="9182"/>
                </a:cubicBezTo>
                <a:cubicBezTo>
                  <a:pt x="5242" y="9182"/>
                  <a:pt x="5015" y="9345"/>
                  <a:pt x="4958" y="9589"/>
                </a:cubicBezTo>
                <a:cubicBezTo>
                  <a:pt x="4889" y="9887"/>
                  <a:pt x="5066" y="10171"/>
                  <a:pt x="5350" y="10252"/>
                </a:cubicBezTo>
                <a:cubicBezTo>
                  <a:pt x="5391" y="10252"/>
                  <a:pt x="5621" y="10306"/>
                  <a:pt x="6014" y="10375"/>
                </a:cubicBezTo>
                <a:cubicBezTo>
                  <a:pt x="6027" y="10429"/>
                  <a:pt x="6041" y="10496"/>
                  <a:pt x="6054" y="10604"/>
                </a:cubicBezTo>
                <a:cubicBezTo>
                  <a:pt x="5824" y="10564"/>
                  <a:pt x="5689" y="10523"/>
                  <a:pt x="5689" y="10523"/>
                </a:cubicBezTo>
                <a:cubicBezTo>
                  <a:pt x="5623" y="10508"/>
                  <a:pt x="5557" y="10500"/>
                  <a:pt x="5491" y="10500"/>
                </a:cubicBezTo>
                <a:cubicBezTo>
                  <a:pt x="5100" y="10500"/>
                  <a:pt x="4738" y="10766"/>
                  <a:pt x="4646" y="11160"/>
                </a:cubicBezTo>
                <a:cubicBezTo>
                  <a:pt x="4524" y="11634"/>
                  <a:pt x="4808" y="12094"/>
                  <a:pt x="5283" y="12217"/>
                </a:cubicBezTo>
                <a:cubicBezTo>
                  <a:pt x="5323" y="12217"/>
                  <a:pt x="5689" y="12311"/>
                  <a:pt x="6285" y="12392"/>
                </a:cubicBezTo>
                <a:cubicBezTo>
                  <a:pt x="6298" y="12514"/>
                  <a:pt x="6312" y="12636"/>
                  <a:pt x="6325" y="12771"/>
                </a:cubicBezTo>
                <a:cubicBezTo>
                  <a:pt x="5283" y="12677"/>
                  <a:pt x="4633" y="12569"/>
                  <a:pt x="4605" y="12555"/>
                </a:cubicBezTo>
                <a:cubicBezTo>
                  <a:pt x="4555" y="12546"/>
                  <a:pt x="4505" y="12542"/>
                  <a:pt x="4455" y="12542"/>
                </a:cubicBezTo>
                <a:cubicBezTo>
                  <a:pt x="4040" y="12542"/>
                  <a:pt x="3676" y="12836"/>
                  <a:pt x="3603" y="13259"/>
                </a:cubicBezTo>
                <a:cubicBezTo>
                  <a:pt x="3508" y="13733"/>
                  <a:pt x="3820" y="14180"/>
                  <a:pt x="4293" y="14261"/>
                </a:cubicBezTo>
                <a:cubicBezTo>
                  <a:pt x="4375" y="14275"/>
                  <a:pt x="5187" y="14423"/>
                  <a:pt x="6460" y="14532"/>
                </a:cubicBezTo>
                <a:cubicBezTo>
                  <a:pt x="6447" y="16997"/>
                  <a:pt x="6081" y="21994"/>
                  <a:pt x="4971" y="26111"/>
                </a:cubicBezTo>
                <a:cubicBezTo>
                  <a:pt x="4443" y="27831"/>
                  <a:pt x="3996" y="29483"/>
                  <a:pt x="3996" y="29483"/>
                </a:cubicBezTo>
                <a:cubicBezTo>
                  <a:pt x="3996" y="29483"/>
                  <a:pt x="3264" y="29916"/>
                  <a:pt x="3075" y="30960"/>
                </a:cubicBezTo>
                <a:cubicBezTo>
                  <a:pt x="2872" y="32002"/>
                  <a:pt x="1531" y="32666"/>
                  <a:pt x="1139" y="32977"/>
                </a:cubicBezTo>
                <a:cubicBezTo>
                  <a:pt x="745" y="33289"/>
                  <a:pt x="868" y="33708"/>
                  <a:pt x="1639" y="34237"/>
                </a:cubicBezTo>
                <a:cubicBezTo>
                  <a:pt x="109" y="34968"/>
                  <a:pt x="1" y="36187"/>
                  <a:pt x="2087" y="37365"/>
                </a:cubicBezTo>
                <a:cubicBezTo>
                  <a:pt x="3345" y="38069"/>
                  <a:pt x="6569" y="38219"/>
                  <a:pt x="8695" y="38219"/>
                </a:cubicBezTo>
                <a:lnTo>
                  <a:pt x="9427" y="38219"/>
                </a:lnTo>
                <a:cubicBezTo>
                  <a:pt x="9494" y="38219"/>
                  <a:pt x="9562" y="38205"/>
                  <a:pt x="9629" y="38205"/>
                </a:cubicBezTo>
                <a:lnTo>
                  <a:pt x="9873" y="38205"/>
                </a:lnTo>
                <a:cubicBezTo>
                  <a:pt x="9941" y="38205"/>
                  <a:pt x="10009" y="38192"/>
                  <a:pt x="10077" y="38192"/>
                </a:cubicBezTo>
                <a:lnTo>
                  <a:pt x="10293" y="38192"/>
                </a:lnTo>
                <a:cubicBezTo>
                  <a:pt x="10321" y="38192"/>
                  <a:pt x="10334" y="38177"/>
                  <a:pt x="10348" y="38177"/>
                </a:cubicBezTo>
                <a:lnTo>
                  <a:pt x="10577" y="38177"/>
                </a:lnTo>
                <a:cubicBezTo>
                  <a:pt x="10646" y="38164"/>
                  <a:pt x="10700" y="38164"/>
                  <a:pt x="10767" y="38164"/>
                </a:cubicBezTo>
                <a:lnTo>
                  <a:pt x="10821" y="38164"/>
                </a:lnTo>
                <a:cubicBezTo>
                  <a:pt x="10875" y="38150"/>
                  <a:pt x="10943" y="38150"/>
                  <a:pt x="10998" y="38150"/>
                </a:cubicBezTo>
                <a:lnTo>
                  <a:pt x="11065" y="38150"/>
                </a:lnTo>
                <a:cubicBezTo>
                  <a:pt x="11119" y="38137"/>
                  <a:pt x="11173" y="38137"/>
                  <a:pt x="11241" y="38137"/>
                </a:cubicBezTo>
                <a:cubicBezTo>
                  <a:pt x="11254" y="38137"/>
                  <a:pt x="11282" y="38137"/>
                  <a:pt x="11309" y="38123"/>
                </a:cubicBezTo>
                <a:lnTo>
                  <a:pt x="11471" y="38123"/>
                </a:lnTo>
                <a:cubicBezTo>
                  <a:pt x="11498" y="38110"/>
                  <a:pt x="11525" y="38110"/>
                  <a:pt x="11552" y="38110"/>
                </a:cubicBezTo>
                <a:cubicBezTo>
                  <a:pt x="11607" y="38110"/>
                  <a:pt x="11648" y="38096"/>
                  <a:pt x="11702" y="38096"/>
                </a:cubicBezTo>
                <a:lnTo>
                  <a:pt x="11796" y="38096"/>
                </a:lnTo>
                <a:cubicBezTo>
                  <a:pt x="11837" y="38083"/>
                  <a:pt x="11891" y="38083"/>
                  <a:pt x="11946" y="38083"/>
                </a:cubicBezTo>
                <a:cubicBezTo>
                  <a:pt x="11973" y="38069"/>
                  <a:pt x="12000" y="38069"/>
                  <a:pt x="12027" y="38069"/>
                </a:cubicBezTo>
                <a:cubicBezTo>
                  <a:pt x="12081" y="38069"/>
                  <a:pt x="12121" y="38056"/>
                  <a:pt x="12175" y="38056"/>
                </a:cubicBezTo>
                <a:cubicBezTo>
                  <a:pt x="12202" y="38056"/>
                  <a:pt x="12244" y="38056"/>
                  <a:pt x="12271" y="38042"/>
                </a:cubicBezTo>
                <a:cubicBezTo>
                  <a:pt x="12311" y="38042"/>
                  <a:pt x="12365" y="38042"/>
                  <a:pt x="12406" y="38029"/>
                </a:cubicBezTo>
                <a:cubicBezTo>
                  <a:pt x="12446" y="38029"/>
                  <a:pt x="12473" y="38029"/>
                  <a:pt x="12500" y="38015"/>
                </a:cubicBezTo>
                <a:cubicBezTo>
                  <a:pt x="12555" y="38015"/>
                  <a:pt x="12596" y="38015"/>
                  <a:pt x="12636" y="38002"/>
                </a:cubicBezTo>
                <a:cubicBezTo>
                  <a:pt x="12677" y="38002"/>
                  <a:pt x="12704" y="38002"/>
                  <a:pt x="12731" y="37988"/>
                </a:cubicBezTo>
                <a:cubicBezTo>
                  <a:pt x="12785" y="37988"/>
                  <a:pt x="12825" y="37988"/>
                  <a:pt x="12867" y="37975"/>
                </a:cubicBezTo>
                <a:cubicBezTo>
                  <a:pt x="12894" y="37975"/>
                  <a:pt x="12934" y="37975"/>
                  <a:pt x="12961" y="37961"/>
                </a:cubicBezTo>
                <a:cubicBezTo>
                  <a:pt x="13002" y="37961"/>
                  <a:pt x="13042" y="37948"/>
                  <a:pt x="13083" y="37948"/>
                </a:cubicBezTo>
                <a:cubicBezTo>
                  <a:pt x="13123" y="37948"/>
                  <a:pt x="13150" y="37934"/>
                  <a:pt x="13192" y="37934"/>
                </a:cubicBezTo>
                <a:cubicBezTo>
                  <a:pt x="13232" y="37934"/>
                  <a:pt x="13273" y="37921"/>
                  <a:pt x="13300" y="37921"/>
                </a:cubicBezTo>
                <a:cubicBezTo>
                  <a:pt x="13340" y="37907"/>
                  <a:pt x="13381" y="37907"/>
                  <a:pt x="13408" y="37894"/>
                </a:cubicBezTo>
                <a:cubicBezTo>
                  <a:pt x="13448" y="37894"/>
                  <a:pt x="13475" y="37894"/>
                  <a:pt x="13517" y="37880"/>
                </a:cubicBezTo>
                <a:cubicBezTo>
                  <a:pt x="13557" y="37880"/>
                  <a:pt x="13584" y="37867"/>
                  <a:pt x="13625" y="37867"/>
                </a:cubicBezTo>
                <a:cubicBezTo>
                  <a:pt x="13652" y="37852"/>
                  <a:pt x="13692" y="37852"/>
                  <a:pt x="13719" y="37852"/>
                </a:cubicBezTo>
                <a:cubicBezTo>
                  <a:pt x="13760" y="37839"/>
                  <a:pt x="13787" y="37839"/>
                  <a:pt x="13828" y="37825"/>
                </a:cubicBezTo>
                <a:cubicBezTo>
                  <a:pt x="13855" y="37825"/>
                  <a:pt x="13896" y="37812"/>
                  <a:pt x="13923" y="37812"/>
                </a:cubicBezTo>
                <a:cubicBezTo>
                  <a:pt x="13963" y="37798"/>
                  <a:pt x="13990" y="37798"/>
                  <a:pt x="14031" y="37785"/>
                </a:cubicBezTo>
                <a:cubicBezTo>
                  <a:pt x="14058" y="37785"/>
                  <a:pt x="14085" y="37771"/>
                  <a:pt x="14125" y="37771"/>
                </a:cubicBezTo>
                <a:cubicBezTo>
                  <a:pt x="14153" y="37758"/>
                  <a:pt x="14180" y="37758"/>
                  <a:pt x="14221" y="37744"/>
                </a:cubicBezTo>
                <a:cubicBezTo>
                  <a:pt x="14248" y="37744"/>
                  <a:pt x="14275" y="37731"/>
                  <a:pt x="14302" y="37731"/>
                </a:cubicBezTo>
                <a:cubicBezTo>
                  <a:pt x="14342" y="37717"/>
                  <a:pt x="14369" y="37704"/>
                  <a:pt x="14396" y="37704"/>
                </a:cubicBezTo>
                <a:cubicBezTo>
                  <a:pt x="14423" y="37690"/>
                  <a:pt x="14451" y="37690"/>
                  <a:pt x="14478" y="37677"/>
                </a:cubicBezTo>
                <a:cubicBezTo>
                  <a:pt x="14519" y="37677"/>
                  <a:pt x="14546" y="37663"/>
                  <a:pt x="14573" y="37650"/>
                </a:cubicBezTo>
                <a:cubicBezTo>
                  <a:pt x="14600" y="37650"/>
                  <a:pt x="14627" y="37636"/>
                  <a:pt x="14654" y="37636"/>
                </a:cubicBezTo>
                <a:cubicBezTo>
                  <a:pt x="14681" y="37623"/>
                  <a:pt x="14708" y="37623"/>
                  <a:pt x="14735" y="37609"/>
                </a:cubicBezTo>
                <a:cubicBezTo>
                  <a:pt x="14763" y="37596"/>
                  <a:pt x="14790" y="37596"/>
                  <a:pt x="14817" y="37582"/>
                </a:cubicBezTo>
                <a:cubicBezTo>
                  <a:pt x="14844" y="37569"/>
                  <a:pt x="14871" y="37569"/>
                  <a:pt x="14898" y="37555"/>
                </a:cubicBezTo>
                <a:cubicBezTo>
                  <a:pt x="14925" y="37542"/>
                  <a:pt x="14938" y="37542"/>
                  <a:pt x="14965" y="37527"/>
                </a:cubicBezTo>
                <a:cubicBezTo>
                  <a:pt x="14992" y="37527"/>
                  <a:pt x="15019" y="37514"/>
                  <a:pt x="15046" y="37500"/>
                </a:cubicBezTo>
                <a:cubicBezTo>
                  <a:pt x="15060" y="37487"/>
                  <a:pt x="15088" y="37487"/>
                  <a:pt x="15101" y="37473"/>
                </a:cubicBezTo>
                <a:cubicBezTo>
                  <a:pt x="15128" y="37460"/>
                  <a:pt x="15155" y="37446"/>
                  <a:pt x="15182" y="37446"/>
                </a:cubicBezTo>
                <a:cubicBezTo>
                  <a:pt x="15196" y="37433"/>
                  <a:pt x="15209" y="37433"/>
                  <a:pt x="15223" y="37419"/>
                </a:cubicBezTo>
                <a:cubicBezTo>
                  <a:pt x="15263" y="37406"/>
                  <a:pt x="15304" y="37379"/>
                  <a:pt x="15344" y="37365"/>
                </a:cubicBezTo>
                <a:cubicBezTo>
                  <a:pt x="15873" y="37067"/>
                  <a:pt x="16252" y="36783"/>
                  <a:pt x="16523" y="36485"/>
                </a:cubicBezTo>
                <a:cubicBezTo>
                  <a:pt x="16617" y="36377"/>
                  <a:pt x="16699" y="36268"/>
                  <a:pt x="16753" y="36160"/>
                </a:cubicBezTo>
                <a:cubicBezTo>
                  <a:pt x="16807" y="36092"/>
                  <a:pt x="16834" y="36025"/>
                  <a:pt x="16861" y="35956"/>
                </a:cubicBezTo>
                <a:cubicBezTo>
                  <a:pt x="17011" y="35564"/>
                  <a:pt x="16929" y="35198"/>
                  <a:pt x="16672" y="34873"/>
                </a:cubicBezTo>
                <a:cubicBezTo>
                  <a:pt x="16617" y="34806"/>
                  <a:pt x="16563" y="34752"/>
                  <a:pt x="16496" y="34698"/>
                </a:cubicBezTo>
                <a:cubicBezTo>
                  <a:pt x="16319" y="34535"/>
                  <a:pt x="16076" y="34372"/>
                  <a:pt x="15792" y="34237"/>
                </a:cubicBezTo>
                <a:cubicBezTo>
                  <a:pt x="16577" y="33708"/>
                  <a:pt x="16686" y="33289"/>
                  <a:pt x="16292" y="32977"/>
                </a:cubicBezTo>
                <a:cubicBezTo>
                  <a:pt x="15900" y="32666"/>
                  <a:pt x="14559" y="32002"/>
                  <a:pt x="14369" y="30960"/>
                </a:cubicBezTo>
                <a:cubicBezTo>
                  <a:pt x="14167" y="29916"/>
                  <a:pt x="13448" y="29483"/>
                  <a:pt x="13448" y="29483"/>
                </a:cubicBezTo>
                <a:cubicBezTo>
                  <a:pt x="13448" y="29483"/>
                  <a:pt x="13002" y="27831"/>
                  <a:pt x="12460" y="26111"/>
                </a:cubicBezTo>
                <a:cubicBezTo>
                  <a:pt x="11363" y="22007"/>
                  <a:pt x="10984" y="17011"/>
                  <a:pt x="10984" y="14546"/>
                </a:cubicBezTo>
                <a:cubicBezTo>
                  <a:pt x="11621" y="14492"/>
                  <a:pt x="12284" y="14423"/>
                  <a:pt x="12961" y="14315"/>
                </a:cubicBezTo>
                <a:cubicBezTo>
                  <a:pt x="13435" y="14234"/>
                  <a:pt x="13760" y="13787"/>
                  <a:pt x="13679" y="13313"/>
                </a:cubicBezTo>
                <a:cubicBezTo>
                  <a:pt x="13617" y="12883"/>
                  <a:pt x="13244" y="12586"/>
                  <a:pt x="12820" y="12586"/>
                </a:cubicBezTo>
                <a:cubicBezTo>
                  <a:pt x="12777" y="12586"/>
                  <a:pt x="12734" y="12589"/>
                  <a:pt x="12690" y="12596"/>
                </a:cubicBezTo>
                <a:cubicBezTo>
                  <a:pt x="12148" y="12690"/>
                  <a:pt x="11607" y="12744"/>
                  <a:pt x="11065" y="12798"/>
                </a:cubicBezTo>
                <a:cubicBezTo>
                  <a:pt x="11092" y="12663"/>
                  <a:pt x="11106" y="12542"/>
                  <a:pt x="11119" y="12406"/>
                </a:cubicBezTo>
                <a:cubicBezTo>
                  <a:pt x="11404" y="12365"/>
                  <a:pt x="11688" y="12311"/>
                  <a:pt x="11973" y="12257"/>
                </a:cubicBezTo>
                <a:cubicBezTo>
                  <a:pt x="12446" y="12162"/>
                  <a:pt x="12744" y="11702"/>
                  <a:pt x="12650" y="11227"/>
                </a:cubicBezTo>
                <a:cubicBezTo>
                  <a:pt x="12556" y="10829"/>
                  <a:pt x="12199" y="10543"/>
                  <a:pt x="11806" y="10543"/>
                </a:cubicBezTo>
                <a:cubicBezTo>
                  <a:pt x="11745" y="10543"/>
                  <a:pt x="11683" y="10550"/>
                  <a:pt x="11621" y="10564"/>
                </a:cubicBezTo>
                <a:lnTo>
                  <a:pt x="11417" y="10604"/>
                </a:lnTo>
                <a:lnTo>
                  <a:pt x="11417" y="10388"/>
                </a:lnTo>
                <a:cubicBezTo>
                  <a:pt x="11579" y="10361"/>
                  <a:pt x="11742" y="10321"/>
                  <a:pt x="11904" y="10293"/>
                </a:cubicBezTo>
                <a:cubicBezTo>
                  <a:pt x="12202" y="10225"/>
                  <a:pt x="12392" y="9941"/>
                  <a:pt x="12325" y="9643"/>
                </a:cubicBezTo>
                <a:cubicBezTo>
                  <a:pt x="12277" y="9391"/>
                  <a:pt x="12038" y="9214"/>
                  <a:pt x="11786" y="9214"/>
                </a:cubicBezTo>
                <a:cubicBezTo>
                  <a:pt x="11754" y="9214"/>
                  <a:pt x="11721" y="9217"/>
                  <a:pt x="11688" y="9223"/>
                </a:cubicBezTo>
                <a:cubicBezTo>
                  <a:pt x="11621" y="9237"/>
                  <a:pt x="11566" y="9250"/>
                  <a:pt x="11512" y="9264"/>
                </a:cubicBezTo>
                <a:cubicBezTo>
                  <a:pt x="11485" y="9264"/>
                  <a:pt x="11471" y="9264"/>
                  <a:pt x="11458" y="9250"/>
                </a:cubicBezTo>
                <a:cubicBezTo>
                  <a:pt x="11458" y="9169"/>
                  <a:pt x="11458" y="8952"/>
                  <a:pt x="11471" y="8654"/>
                </a:cubicBezTo>
                <a:cubicBezTo>
                  <a:pt x="11471" y="8519"/>
                  <a:pt x="11485" y="8343"/>
                  <a:pt x="11498" y="8167"/>
                </a:cubicBezTo>
                <a:cubicBezTo>
                  <a:pt x="11498" y="8004"/>
                  <a:pt x="11512" y="7815"/>
                  <a:pt x="11525" y="7625"/>
                </a:cubicBezTo>
                <a:cubicBezTo>
                  <a:pt x="11552" y="7246"/>
                  <a:pt x="11594" y="6854"/>
                  <a:pt x="11648" y="6529"/>
                </a:cubicBezTo>
                <a:cubicBezTo>
                  <a:pt x="11688" y="6271"/>
                  <a:pt x="11742" y="6054"/>
                  <a:pt x="11796" y="5892"/>
                </a:cubicBezTo>
                <a:cubicBezTo>
                  <a:pt x="11810" y="5837"/>
                  <a:pt x="11837" y="5783"/>
                  <a:pt x="11850" y="5743"/>
                </a:cubicBezTo>
                <a:cubicBezTo>
                  <a:pt x="12189" y="5093"/>
                  <a:pt x="13083" y="3914"/>
                  <a:pt x="13381" y="3481"/>
                </a:cubicBezTo>
                <a:cubicBezTo>
                  <a:pt x="13435" y="3400"/>
                  <a:pt x="13475" y="3318"/>
                  <a:pt x="13490" y="3251"/>
                </a:cubicBezTo>
                <a:lnTo>
                  <a:pt x="13490" y="3197"/>
                </a:lnTo>
                <a:cubicBezTo>
                  <a:pt x="13479" y="3109"/>
                  <a:pt x="13416" y="3052"/>
                  <a:pt x="13302" y="3052"/>
                </a:cubicBezTo>
                <a:cubicBezTo>
                  <a:pt x="13136" y="3052"/>
                  <a:pt x="12859" y="3173"/>
                  <a:pt x="12473" y="3495"/>
                </a:cubicBezTo>
                <a:cubicBezTo>
                  <a:pt x="12406" y="3549"/>
                  <a:pt x="12352" y="3603"/>
                  <a:pt x="12284" y="3657"/>
                </a:cubicBezTo>
                <a:cubicBezTo>
                  <a:pt x="12250" y="3691"/>
                  <a:pt x="12226" y="3715"/>
                  <a:pt x="12203" y="3715"/>
                </a:cubicBezTo>
                <a:cubicBezTo>
                  <a:pt x="12199" y="3715"/>
                  <a:pt x="12194" y="3714"/>
                  <a:pt x="12189" y="3712"/>
                </a:cubicBezTo>
                <a:cubicBezTo>
                  <a:pt x="12162" y="3712"/>
                  <a:pt x="12148" y="3685"/>
                  <a:pt x="12121" y="3643"/>
                </a:cubicBezTo>
                <a:cubicBezTo>
                  <a:pt x="12108" y="3630"/>
                  <a:pt x="12108" y="3603"/>
                  <a:pt x="12094" y="3576"/>
                </a:cubicBezTo>
                <a:cubicBezTo>
                  <a:pt x="12067" y="3495"/>
                  <a:pt x="12040" y="3373"/>
                  <a:pt x="12013" y="3237"/>
                </a:cubicBezTo>
                <a:cubicBezTo>
                  <a:pt x="11959" y="3048"/>
                  <a:pt x="11864" y="2912"/>
                  <a:pt x="11756" y="2818"/>
                </a:cubicBezTo>
                <a:cubicBezTo>
                  <a:pt x="11648" y="2722"/>
                  <a:pt x="11512" y="2682"/>
                  <a:pt x="11404" y="2682"/>
                </a:cubicBezTo>
                <a:cubicBezTo>
                  <a:pt x="11282" y="2682"/>
                  <a:pt x="11119" y="2899"/>
                  <a:pt x="11011" y="3075"/>
                </a:cubicBezTo>
                <a:cubicBezTo>
                  <a:pt x="10984" y="3116"/>
                  <a:pt x="10971" y="3143"/>
                  <a:pt x="10956" y="3170"/>
                </a:cubicBezTo>
                <a:cubicBezTo>
                  <a:pt x="10943" y="3183"/>
                  <a:pt x="10929" y="3197"/>
                  <a:pt x="10929" y="3210"/>
                </a:cubicBezTo>
                <a:lnTo>
                  <a:pt x="10889" y="3291"/>
                </a:lnTo>
                <a:cubicBezTo>
                  <a:pt x="10889" y="3291"/>
                  <a:pt x="10131" y="2601"/>
                  <a:pt x="9331" y="2439"/>
                </a:cubicBezTo>
                <a:lnTo>
                  <a:pt x="9331" y="1937"/>
                </a:lnTo>
                <a:cubicBezTo>
                  <a:pt x="9331" y="1937"/>
                  <a:pt x="9440" y="1870"/>
                  <a:pt x="9548" y="1707"/>
                </a:cubicBezTo>
                <a:cubicBezTo>
                  <a:pt x="9643" y="1558"/>
                  <a:pt x="9738" y="1314"/>
                  <a:pt x="9725" y="976"/>
                </a:cubicBezTo>
                <a:cubicBezTo>
                  <a:pt x="9711" y="895"/>
                  <a:pt x="9698" y="814"/>
                  <a:pt x="9683" y="745"/>
                </a:cubicBezTo>
                <a:cubicBezTo>
                  <a:pt x="9670" y="718"/>
                  <a:pt x="9670" y="705"/>
                  <a:pt x="9656" y="678"/>
                </a:cubicBezTo>
                <a:cubicBezTo>
                  <a:pt x="9643" y="637"/>
                  <a:pt x="9629" y="583"/>
                  <a:pt x="9616" y="543"/>
                </a:cubicBezTo>
                <a:cubicBezTo>
                  <a:pt x="9602" y="516"/>
                  <a:pt x="9575" y="501"/>
                  <a:pt x="9562" y="474"/>
                </a:cubicBezTo>
                <a:cubicBezTo>
                  <a:pt x="9548" y="447"/>
                  <a:pt x="9521" y="407"/>
                  <a:pt x="9508" y="380"/>
                </a:cubicBezTo>
                <a:lnTo>
                  <a:pt x="9440" y="312"/>
                </a:lnTo>
                <a:lnTo>
                  <a:pt x="9386" y="258"/>
                </a:lnTo>
                <a:cubicBezTo>
                  <a:pt x="9345" y="231"/>
                  <a:pt x="9318" y="204"/>
                  <a:pt x="9291" y="176"/>
                </a:cubicBezTo>
                <a:cubicBezTo>
                  <a:pt x="9277" y="176"/>
                  <a:pt x="9250" y="163"/>
                  <a:pt x="9237" y="149"/>
                </a:cubicBezTo>
                <a:cubicBezTo>
                  <a:pt x="9196" y="122"/>
                  <a:pt x="9156" y="109"/>
                  <a:pt x="9115" y="95"/>
                </a:cubicBezTo>
                <a:cubicBezTo>
                  <a:pt x="9115" y="82"/>
                  <a:pt x="9102" y="82"/>
                  <a:pt x="9088" y="82"/>
                </a:cubicBezTo>
                <a:cubicBezTo>
                  <a:pt x="9048" y="55"/>
                  <a:pt x="8993" y="41"/>
                  <a:pt x="8952" y="28"/>
                </a:cubicBezTo>
                <a:lnTo>
                  <a:pt x="8939" y="28"/>
                </a:lnTo>
                <a:cubicBezTo>
                  <a:pt x="8885" y="14"/>
                  <a:pt x="8844" y="14"/>
                  <a:pt x="879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9"/>
          <p:cNvSpPr/>
          <p:nvPr/>
        </p:nvSpPr>
        <p:spPr>
          <a:xfrm rot="5400000" flipH="1">
            <a:off x="1080039" y="140623"/>
            <a:ext cx="1498325" cy="2218378"/>
          </a:xfrm>
          <a:custGeom>
            <a:avLst/>
            <a:gdLst/>
            <a:ahLst/>
            <a:cxnLst/>
            <a:rect l="l" t="t" r="r" b="b"/>
            <a:pathLst>
              <a:path w="9331" h="13815" extrusionOk="0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title"/>
          </p:nvPr>
        </p:nvSpPr>
        <p:spPr>
          <a:xfrm>
            <a:off x="720000" y="2310300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200"/>
              <a:buNone/>
              <a:defRPr sz="81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subTitle" idx="1"/>
          </p:nvPr>
        </p:nvSpPr>
        <p:spPr>
          <a:xfrm>
            <a:off x="720000" y="3651600"/>
            <a:ext cx="3475200" cy="95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0" name="Google Shape;80;p9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9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9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9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9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/>
          <p:nvPr/>
        </p:nvSpPr>
        <p:spPr>
          <a:xfrm>
            <a:off x="1235225" y="470300"/>
            <a:ext cx="2442901" cy="6191431"/>
          </a:xfrm>
          <a:custGeom>
            <a:avLst/>
            <a:gdLst/>
            <a:ahLst/>
            <a:cxnLst/>
            <a:rect l="l" t="t" r="r" b="b"/>
            <a:pathLst>
              <a:path w="16063" h="40711" extrusionOk="0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1"/>
          <p:cNvSpPr/>
          <p:nvPr/>
        </p:nvSpPr>
        <p:spPr>
          <a:xfrm rot="5400000" flipH="1">
            <a:off x="3525284" y="2967881"/>
            <a:ext cx="1127185" cy="1668852"/>
          </a:xfrm>
          <a:custGeom>
            <a:avLst/>
            <a:gdLst/>
            <a:ahLst/>
            <a:cxnLst/>
            <a:rect l="l" t="t" r="r" b="b"/>
            <a:pathLst>
              <a:path w="9331" h="13815" extrusionOk="0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1"/>
          <p:cNvSpPr/>
          <p:nvPr/>
        </p:nvSpPr>
        <p:spPr>
          <a:xfrm rot="10800000">
            <a:off x="875385" y="-295531"/>
            <a:ext cx="932089" cy="1956606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1"/>
          <p:cNvSpPr/>
          <p:nvPr/>
        </p:nvSpPr>
        <p:spPr>
          <a:xfrm rot="5400000">
            <a:off x="-1198893" y="1625551"/>
            <a:ext cx="1937723" cy="4353526"/>
          </a:xfrm>
          <a:custGeom>
            <a:avLst/>
            <a:gdLst/>
            <a:ahLst/>
            <a:cxnLst/>
            <a:rect l="l" t="t" r="r" b="b"/>
            <a:pathLst>
              <a:path w="17011" h="38219" extrusionOk="0">
                <a:moveTo>
                  <a:pt x="8708" y="1"/>
                </a:moveTo>
                <a:cubicBezTo>
                  <a:pt x="8302" y="1"/>
                  <a:pt x="7760" y="299"/>
                  <a:pt x="7720" y="976"/>
                </a:cubicBezTo>
                <a:cubicBezTo>
                  <a:pt x="7679" y="1653"/>
                  <a:pt x="8100" y="1937"/>
                  <a:pt x="8100" y="1937"/>
                </a:cubicBezTo>
                <a:lnTo>
                  <a:pt x="8100" y="2439"/>
                </a:lnTo>
                <a:cubicBezTo>
                  <a:pt x="7314" y="2601"/>
                  <a:pt x="6542" y="3291"/>
                  <a:pt x="6542" y="3291"/>
                </a:cubicBezTo>
                <a:cubicBezTo>
                  <a:pt x="6542" y="3291"/>
                  <a:pt x="6339" y="2926"/>
                  <a:pt x="6027" y="2682"/>
                </a:cubicBezTo>
                <a:cubicBezTo>
                  <a:pt x="5979" y="2643"/>
                  <a:pt x="5925" y="2624"/>
                  <a:pt x="5871" y="2624"/>
                </a:cubicBezTo>
                <a:cubicBezTo>
                  <a:pt x="5664" y="2624"/>
                  <a:pt x="5442" y="2884"/>
                  <a:pt x="5431" y="3237"/>
                </a:cubicBezTo>
                <a:cubicBezTo>
                  <a:pt x="5421" y="3527"/>
                  <a:pt x="5347" y="3714"/>
                  <a:pt x="5247" y="3714"/>
                </a:cubicBezTo>
                <a:cubicBezTo>
                  <a:pt x="5216" y="3714"/>
                  <a:pt x="5182" y="3696"/>
                  <a:pt x="5147" y="3657"/>
                </a:cubicBezTo>
                <a:cubicBezTo>
                  <a:pt x="4662" y="3211"/>
                  <a:pt x="4324" y="3049"/>
                  <a:pt x="4134" y="3049"/>
                </a:cubicBezTo>
                <a:cubicBezTo>
                  <a:pt x="3920" y="3049"/>
                  <a:pt x="3892" y="3252"/>
                  <a:pt x="4050" y="3481"/>
                </a:cubicBezTo>
                <a:cubicBezTo>
                  <a:pt x="4348" y="3914"/>
                  <a:pt x="5256" y="5093"/>
                  <a:pt x="5581" y="5743"/>
                </a:cubicBezTo>
                <a:cubicBezTo>
                  <a:pt x="5810" y="6204"/>
                  <a:pt x="5919" y="7571"/>
                  <a:pt x="5960" y="8465"/>
                </a:cubicBezTo>
                <a:cubicBezTo>
                  <a:pt x="5960" y="8560"/>
                  <a:pt x="5987" y="9250"/>
                  <a:pt x="5987" y="9250"/>
                </a:cubicBezTo>
                <a:cubicBezTo>
                  <a:pt x="5973" y="9250"/>
                  <a:pt x="5960" y="9264"/>
                  <a:pt x="5946" y="9264"/>
                </a:cubicBezTo>
                <a:cubicBezTo>
                  <a:pt x="5729" y="9223"/>
                  <a:pt x="5621" y="9196"/>
                  <a:pt x="5608" y="9196"/>
                </a:cubicBezTo>
                <a:cubicBezTo>
                  <a:pt x="5567" y="9186"/>
                  <a:pt x="5525" y="9182"/>
                  <a:pt x="5484" y="9182"/>
                </a:cubicBezTo>
                <a:cubicBezTo>
                  <a:pt x="5242" y="9182"/>
                  <a:pt x="5015" y="9345"/>
                  <a:pt x="4958" y="9589"/>
                </a:cubicBezTo>
                <a:cubicBezTo>
                  <a:pt x="4889" y="9887"/>
                  <a:pt x="5066" y="10171"/>
                  <a:pt x="5350" y="10252"/>
                </a:cubicBezTo>
                <a:cubicBezTo>
                  <a:pt x="5391" y="10252"/>
                  <a:pt x="5621" y="10306"/>
                  <a:pt x="6014" y="10375"/>
                </a:cubicBezTo>
                <a:cubicBezTo>
                  <a:pt x="6027" y="10429"/>
                  <a:pt x="6041" y="10496"/>
                  <a:pt x="6054" y="10604"/>
                </a:cubicBezTo>
                <a:cubicBezTo>
                  <a:pt x="5824" y="10564"/>
                  <a:pt x="5689" y="10523"/>
                  <a:pt x="5689" y="10523"/>
                </a:cubicBezTo>
                <a:cubicBezTo>
                  <a:pt x="5623" y="10508"/>
                  <a:pt x="5557" y="10500"/>
                  <a:pt x="5491" y="10500"/>
                </a:cubicBezTo>
                <a:cubicBezTo>
                  <a:pt x="5100" y="10500"/>
                  <a:pt x="4738" y="10766"/>
                  <a:pt x="4646" y="11160"/>
                </a:cubicBezTo>
                <a:cubicBezTo>
                  <a:pt x="4524" y="11634"/>
                  <a:pt x="4808" y="12094"/>
                  <a:pt x="5283" y="12217"/>
                </a:cubicBezTo>
                <a:cubicBezTo>
                  <a:pt x="5323" y="12217"/>
                  <a:pt x="5689" y="12311"/>
                  <a:pt x="6285" y="12392"/>
                </a:cubicBezTo>
                <a:cubicBezTo>
                  <a:pt x="6298" y="12514"/>
                  <a:pt x="6312" y="12636"/>
                  <a:pt x="6325" y="12771"/>
                </a:cubicBezTo>
                <a:cubicBezTo>
                  <a:pt x="5283" y="12677"/>
                  <a:pt x="4633" y="12569"/>
                  <a:pt x="4605" y="12555"/>
                </a:cubicBezTo>
                <a:cubicBezTo>
                  <a:pt x="4555" y="12546"/>
                  <a:pt x="4505" y="12542"/>
                  <a:pt x="4455" y="12542"/>
                </a:cubicBezTo>
                <a:cubicBezTo>
                  <a:pt x="4040" y="12542"/>
                  <a:pt x="3676" y="12836"/>
                  <a:pt x="3603" y="13259"/>
                </a:cubicBezTo>
                <a:cubicBezTo>
                  <a:pt x="3508" y="13733"/>
                  <a:pt x="3820" y="14180"/>
                  <a:pt x="4293" y="14261"/>
                </a:cubicBezTo>
                <a:cubicBezTo>
                  <a:pt x="4375" y="14275"/>
                  <a:pt x="5187" y="14423"/>
                  <a:pt x="6460" y="14532"/>
                </a:cubicBezTo>
                <a:cubicBezTo>
                  <a:pt x="6447" y="16997"/>
                  <a:pt x="6081" y="21994"/>
                  <a:pt x="4971" y="26111"/>
                </a:cubicBezTo>
                <a:cubicBezTo>
                  <a:pt x="4443" y="27831"/>
                  <a:pt x="3996" y="29483"/>
                  <a:pt x="3996" y="29483"/>
                </a:cubicBezTo>
                <a:cubicBezTo>
                  <a:pt x="3996" y="29483"/>
                  <a:pt x="3264" y="29916"/>
                  <a:pt x="3075" y="30960"/>
                </a:cubicBezTo>
                <a:cubicBezTo>
                  <a:pt x="2872" y="32002"/>
                  <a:pt x="1531" y="32666"/>
                  <a:pt x="1139" y="32977"/>
                </a:cubicBezTo>
                <a:cubicBezTo>
                  <a:pt x="745" y="33289"/>
                  <a:pt x="868" y="33708"/>
                  <a:pt x="1639" y="34237"/>
                </a:cubicBezTo>
                <a:cubicBezTo>
                  <a:pt x="109" y="34968"/>
                  <a:pt x="1" y="36187"/>
                  <a:pt x="2087" y="37365"/>
                </a:cubicBezTo>
                <a:cubicBezTo>
                  <a:pt x="3345" y="38069"/>
                  <a:pt x="6569" y="38219"/>
                  <a:pt x="8695" y="38219"/>
                </a:cubicBezTo>
                <a:lnTo>
                  <a:pt x="9427" y="38219"/>
                </a:lnTo>
                <a:cubicBezTo>
                  <a:pt x="9494" y="38219"/>
                  <a:pt x="9562" y="38205"/>
                  <a:pt x="9629" y="38205"/>
                </a:cubicBezTo>
                <a:lnTo>
                  <a:pt x="9873" y="38205"/>
                </a:lnTo>
                <a:cubicBezTo>
                  <a:pt x="9941" y="38205"/>
                  <a:pt x="10009" y="38192"/>
                  <a:pt x="10077" y="38192"/>
                </a:cubicBezTo>
                <a:lnTo>
                  <a:pt x="10293" y="38192"/>
                </a:lnTo>
                <a:cubicBezTo>
                  <a:pt x="10321" y="38192"/>
                  <a:pt x="10334" y="38177"/>
                  <a:pt x="10348" y="38177"/>
                </a:cubicBezTo>
                <a:lnTo>
                  <a:pt x="10577" y="38177"/>
                </a:lnTo>
                <a:cubicBezTo>
                  <a:pt x="10646" y="38164"/>
                  <a:pt x="10700" y="38164"/>
                  <a:pt x="10767" y="38164"/>
                </a:cubicBezTo>
                <a:lnTo>
                  <a:pt x="10821" y="38164"/>
                </a:lnTo>
                <a:cubicBezTo>
                  <a:pt x="10875" y="38150"/>
                  <a:pt x="10943" y="38150"/>
                  <a:pt x="10998" y="38150"/>
                </a:cubicBezTo>
                <a:lnTo>
                  <a:pt x="11065" y="38150"/>
                </a:lnTo>
                <a:cubicBezTo>
                  <a:pt x="11119" y="38137"/>
                  <a:pt x="11173" y="38137"/>
                  <a:pt x="11241" y="38137"/>
                </a:cubicBezTo>
                <a:cubicBezTo>
                  <a:pt x="11254" y="38137"/>
                  <a:pt x="11282" y="38137"/>
                  <a:pt x="11309" y="38123"/>
                </a:cubicBezTo>
                <a:lnTo>
                  <a:pt x="11471" y="38123"/>
                </a:lnTo>
                <a:cubicBezTo>
                  <a:pt x="11498" y="38110"/>
                  <a:pt x="11525" y="38110"/>
                  <a:pt x="11552" y="38110"/>
                </a:cubicBezTo>
                <a:cubicBezTo>
                  <a:pt x="11607" y="38110"/>
                  <a:pt x="11648" y="38096"/>
                  <a:pt x="11702" y="38096"/>
                </a:cubicBezTo>
                <a:lnTo>
                  <a:pt x="11796" y="38096"/>
                </a:lnTo>
                <a:cubicBezTo>
                  <a:pt x="11837" y="38083"/>
                  <a:pt x="11891" y="38083"/>
                  <a:pt x="11946" y="38083"/>
                </a:cubicBezTo>
                <a:cubicBezTo>
                  <a:pt x="11973" y="38069"/>
                  <a:pt x="12000" y="38069"/>
                  <a:pt x="12027" y="38069"/>
                </a:cubicBezTo>
                <a:cubicBezTo>
                  <a:pt x="12081" y="38069"/>
                  <a:pt x="12121" y="38056"/>
                  <a:pt x="12175" y="38056"/>
                </a:cubicBezTo>
                <a:cubicBezTo>
                  <a:pt x="12202" y="38056"/>
                  <a:pt x="12244" y="38056"/>
                  <a:pt x="12271" y="38042"/>
                </a:cubicBezTo>
                <a:cubicBezTo>
                  <a:pt x="12311" y="38042"/>
                  <a:pt x="12365" y="38042"/>
                  <a:pt x="12406" y="38029"/>
                </a:cubicBezTo>
                <a:cubicBezTo>
                  <a:pt x="12446" y="38029"/>
                  <a:pt x="12473" y="38029"/>
                  <a:pt x="12500" y="38015"/>
                </a:cubicBezTo>
                <a:cubicBezTo>
                  <a:pt x="12555" y="38015"/>
                  <a:pt x="12596" y="38015"/>
                  <a:pt x="12636" y="38002"/>
                </a:cubicBezTo>
                <a:cubicBezTo>
                  <a:pt x="12677" y="38002"/>
                  <a:pt x="12704" y="38002"/>
                  <a:pt x="12731" y="37988"/>
                </a:cubicBezTo>
                <a:cubicBezTo>
                  <a:pt x="12785" y="37988"/>
                  <a:pt x="12825" y="37988"/>
                  <a:pt x="12867" y="37975"/>
                </a:cubicBezTo>
                <a:cubicBezTo>
                  <a:pt x="12894" y="37975"/>
                  <a:pt x="12934" y="37975"/>
                  <a:pt x="12961" y="37961"/>
                </a:cubicBezTo>
                <a:cubicBezTo>
                  <a:pt x="13002" y="37961"/>
                  <a:pt x="13042" y="37948"/>
                  <a:pt x="13083" y="37948"/>
                </a:cubicBezTo>
                <a:cubicBezTo>
                  <a:pt x="13123" y="37948"/>
                  <a:pt x="13150" y="37934"/>
                  <a:pt x="13192" y="37934"/>
                </a:cubicBezTo>
                <a:cubicBezTo>
                  <a:pt x="13232" y="37934"/>
                  <a:pt x="13273" y="37921"/>
                  <a:pt x="13300" y="37921"/>
                </a:cubicBezTo>
                <a:cubicBezTo>
                  <a:pt x="13340" y="37907"/>
                  <a:pt x="13381" y="37907"/>
                  <a:pt x="13408" y="37894"/>
                </a:cubicBezTo>
                <a:cubicBezTo>
                  <a:pt x="13448" y="37894"/>
                  <a:pt x="13475" y="37894"/>
                  <a:pt x="13517" y="37880"/>
                </a:cubicBezTo>
                <a:cubicBezTo>
                  <a:pt x="13557" y="37880"/>
                  <a:pt x="13584" y="37867"/>
                  <a:pt x="13625" y="37867"/>
                </a:cubicBezTo>
                <a:cubicBezTo>
                  <a:pt x="13652" y="37852"/>
                  <a:pt x="13692" y="37852"/>
                  <a:pt x="13719" y="37852"/>
                </a:cubicBezTo>
                <a:cubicBezTo>
                  <a:pt x="13760" y="37839"/>
                  <a:pt x="13787" y="37839"/>
                  <a:pt x="13828" y="37825"/>
                </a:cubicBezTo>
                <a:cubicBezTo>
                  <a:pt x="13855" y="37825"/>
                  <a:pt x="13896" y="37812"/>
                  <a:pt x="13923" y="37812"/>
                </a:cubicBezTo>
                <a:cubicBezTo>
                  <a:pt x="13963" y="37798"/>
                  <a:pt x="13990" y="37798"/>
                  <a:pt x="14031" y="37785"/>
                </a:cubicBezTo>
                <a:cubicBezTo>
                  <a:pt x="14058" y="37785"/>
                  <a:pt x="14085" y="37771"/>
                  <a:pt x="14125" y="37771"/>
                </a:cubicBezTo>
                <a:cubicBezTo>
                  <a:pt x="14153" y="37758"/>
                  <a:pt x="14180" y="37758"/>
                  <a:pt x="14221" y="37744"/>
                </a:cubicBezTo>
                <a:cubicBezTo>
                  <a:pt x="14248" y="37744"/>
                  <a:pt x="14275" y="37731"/>
                  <a:pt x="14302" y="37731"/>
                </a:cubicBezTo>
                <a:cubicBezTo>
                  <a:pt x="14342" y="37717"/>
                  <a:pt x="14369" y="37704"/>
                  <a:pt x="14396" y="37704"/>
                </a:cubicBezTo>
                <a:cubicBezTo>
                  <a:pt x="14423" y="37690"/>
                  <a:pt x="14451" y="37690"/>
                  <a:pt x="14478" y="37677"/>
                </a:cubicBezTo>
                <a:cubicBezTo>
                  <a:pt x="14519" y="37677"/>
                  <a:pt x="14546" y="37663"/>
                  <a:pt x="14573" y="37650"/>
                </a:cubicBezTo>
                <a:cubicBezTo>
                  <a:pt x="14600" y="37650"/>
                  <a:pt x="14627" y="37636"/>
                  <a:pt x="14654" y="37636"/>
                </a:cubicBezTo>
                <a:cubicBezTo>
                  <a:pt x="14681" y="37623"/>
                  <a:pt x="14708" y="37623"/>
                  <a:pt x="14735" y="37609"/>
                </a:cubicBezTo>
                <a:cubicBezTo>
                  <a:pt x="14763" y="37596"/>
                  <a:pt x="14790" y="37596"/>
                  <a:pt x="14817" y="37582"/>
                </a:cubicBezTo>
                <a:cubicBezTo>
                  <a:pt x="14844" y="37569"/>
                  <a:pt x="14871" y="37569"/>
                  <a:pt x="14898" y="37555"/>
                </a:cubicBezTo>
                <a:cubicBezTo>
                  <a:pt x="14925" y="37542"/>
                  <a:pt x="14938" y="37542"/>
                  <a:pt x="14965" y="37527"/>
                </a:cubicBezTo>
                <a:cubicBezTo>
                  <a:pt x="14992" y="37527"/>
                  <a:pt x="15019" y="37514"/>
                  <a:pt x="15046" y="37500"/>
                </a:cubicBezTo>
                <a:cubicBezTo>
                  <a:pt x="15060" y="37487"/>
                  <a:pt x="15088" y="37487"/>
                  <a:pt x="15101" y="37473"/>
                </a:cubicBezTo>
                <a:cubicBezTo>
                  <a:pt x="15128" y="37460"/>
                  <a:pt x="15155" y="37446"/>
                  <a:pt x="15182" y="37446"/>
                </a:cubicBezTo>
                <a:cubicBezTo>
                  <a:pt x="15196" y="37433"/>
                  <a:pt x="15209" y="37433"/>
                  <a:pt x="15223" y="37419"/>
                </a:cubicBezTo>
                <a:cubicBezTo>
                  <a:pt x="15263" y="37406"/>
                  <a:pt x="15304" y="37379"/>
                  <a:pt x="15344" y="37365"/>
                </a:cubicBezTo>
                <a:cubicBezTo>
                  <a:pt x="15873" y="37067"/>
                  <a:pt x="16252" y="36783"/>
                  <a:pt x="16523" y="36485"/>
                </a:cubicBezTo>
                <a:cubicBezTo>
                  <a:pt x="16617" y="36377"/>
                  <a:pt x="16699" y="36268"/>
                  <a:pt x="16753" y="36160"/>
                </a:cubicBezTo>
                <a:cubicBezTo>
                  <a:pt x="16807" y="36092"/>
                  <a:pt x="16834" y="36025"/>
                  <a:pt x="16861" y="35956"/>
                </a:cubicBezTo>
                <a:cubicBezTo>
                  <a:pt x="17011" y="35564"/>
                  <a:pt x="16929" y="35198"/>
                  <a:pt x="16672" y="34873"/>
                </a:cubicBezTo>
                <a:cubicBezTo>
                  <a:pt x="16617" y="34806"/>
                  <a:pt x="16563" y="34752"/>
                  <a:pt x="16496" y="34698"/>
                </a:cubicBezTo>
                <a:cubicBezTo>
                  <a:pt x="16319" y="34535"/>
                  <a:pt x="16076" y="34372"/>
                  <a:pt x="15792" y="34237"/>
                </a:cubicBezTo>
                <a:cubicBezTo>
                  <a:pt x="16577" y="33708"/>
                  <a:pt x="16686" y="33289"/>
                  <a:pt x="16292" y="32977"/>
                </a:cubicBezTo>
                <a:cubicBezTo>
                  <a:pt x="15900" y="32666"/>
                  <a:pt x="14559" y="32002"/>
                  <a:pt x="14369" y="30960"/>
                </a:cubicBezTo>
                <a:cubicBezTo>
                  <a:pt x="14167" y="29916"/>
                  <a:pt x="13448" y="29483"/>
                  <a:pt x="13448" y="29483"/>
                </a:cubicBezTo>
                <a:cubicBezTo>
                  <a:pt x="13448" y="29483"/>
                  <a:pt x="13002" y="27831"/>
                  <a:pt x="12460" y="26111"/>
                </a:cubicBezTo>
                <a:cubicBezTo>
                  <a:pt x="11363" y="22007"/>
                  <a:pt x="10984" y="17011"/>
                  <a:pt x="10984" y="14546"/>
                </a:cubicBezTo>
                <a:cubicBezTo>
                  <a:pt x="11621" y="14492"/>
                  <a:pt x="12284" y="14423"/>
                  <a:pt x="12961" y="14315"/>
                </a:cubicBezTo>
                <a:cubicBezTo>
                  <a:pt x="13435" y="14234"/>
                  <a:pt x="13760" y="13787"/>
                  <a:pt x="13679" y="13313"/>
                </a:cubicBezTo>
                <a:cubicBezTo>
                  <a:pt x="13617" y="12883"/>
                  <a:pt x="13244" y="12586"/>
                  <a:pt x="12820" y="12586"/>
                </a:cubicBezTo>
                <a:cubicBezTo>
                  <a:pt x="12777" y="12586"/>
                  <a:pt x="12734" y="12589"/>
                  <a:pt x="12690" y="12596"/>
                </a:cubicBezTo>
                <a:cubicBezTo>
                  <a:pt x="12148" y="12690"/>
                  <a:pt x="11607" y="12744"/>
                  <a:pt x="11065" y="12798"/>
                </a:cubicBezTo>
                <a:cubicBezTo>
                  <a:pt x="11092" y="12663"/>
                  <a:pt x="11106" y="12542"/>
                  <a:pt x="11119" y="12406"/>
                </a:cubicBezTo>
                <a:cubicBezTo>
                  <a:pt x="11404" y="12365"/>
                  <a:pt x="11688" y="12311"/>
                  <a:pt x="11973" y="12257"/>
                </a:cubicBezTo>
                <a:cubicBezTo>
                  <a:pt x="12446" y="12162"/>
                  <a:pt x="12744" y="11702"/>
                  <a:pt x="12650" y="11227"/>
                </a:cubicBezTo>
                <a:cubicBezTo>
                  <a:pt x="12556" y="10829"/>
                  <a:pt x="12199" y="10543"/>
                  <a:pt x="11806" y="10543"/>
                </a:cubicBezTo>
                <a:cubicBezTo>
                  <a:pt x="11745" y="10543"/>
                  <a:pt x="11683" y="10550"/>
                  <a:pt x="11621" y="10564"/>
                </a:cubicBezTo>
                <a:lnTo>
                  <a:pt x="11417" y="10604"/>
                </a:lnTo>
                <a:lnTo>
                  <a:pt x="11417" y="10388"/>
                </a:lnTo>
                <a:cubicBezTo>
                  <a:pt x="11579" y="10361"/>
                  <a:pt x="11742" y="10321"/>
                  <a:pt x="11904" y="10293"/>
                </a:cubicBezTo>
                <a:cubicBezTo>
                  <a:pt x="12202" y="10225"/>
                  <a:pt x="12392" y="9941"/>
                  <a:pt x="12325" y="9643"/>
                </a:cubicBezTo>
                <a:cubicBezTo>
                  <a:pt x="12277" y="9391"/>
                  <a:pt x="12038" y="9214"/>
                  <a:pt x="11786" y="9214"/>
                </a:cubicBezTo>
                <a:cubicBezTo>
                  <a:pt x="11754" y="9214"/>
                  <a:pt x="11721" y="9217"/>
                  <a:pt x="11688" y="9223"/>
                </a:cubicBezTo>
                <a:cubicBezTo>
                  <a:pt x="11621" y="9237"/>
                  <a:pt x="11566" y="9250"/>
                  <a:pt x="11512" y="9264"/>
                </a:cubicBezTo>
                <a:cubicBezTo>
                  <a:pt x="11485" y="9264"/>
                  <a:pt x="11471" y="9264"/>
                  <a:pt x="11458" y="9250"/>
                </a:cubicBezTo>
                <a:cubicBezTo>
                  <a:pt x="11458" y="9169"/>
                  <a:pt x="11458" y="8952"/>
                  <a:pt x="11471" y="8654"/>
                </a:cubicBezTo>
                <a:cubicBezTo>
                  <a:pt x="11471" y="8519"/>
                  <a:pt x="11485" y="8343"/>
                  <a:pt x="11498" y="8167"/>
                </a:cubicBezTo>
                <a:cubicBezTo>
                  <a:pt x="11498" y="8004"/>
                  <a:pt x="11512" y="7815"/>
                  <a:pt x="11525" y="7625"/>
                </a:cubicBezTo>
                <a:cubicBezTo>
                  <a:pt x="11552" y="7246"/>
                  <a:pt x="11594" y="6854"/>
                  <a:pt x="11648" y="6529"/>
                </a:cubicBezTo>
                <a:cubicBezTo>
                  <a:pt x="11688" y="6271"/>
                  <a:pt x="11742" y="6054"/>
                  <a:pt x="11796" y="5892"/>
                </a:cubicBezTo>
                <a:cubicBezTo>
                  <a:pt x="11810" y="5837"/>
                  <a:pt x="11837" y="5783"/>
                  <a:pt x="11850" y="5743"/>
                </a:cubicBezTo>
                <a:cubicBezTo>
                  <a:pt x="12189" y="5093"/>
                  <a:pt x="13083" y="3914"/>
                  <a:pt x="13381" y="3481"/>
                </a:cubicBezTo>
                <a:cubicBezTo>
                  <a:pt x="13435" y="3400"/>
                  <a:pt x="13475" y="3318"/>
                  <a:pt x="13490" y="3251"/>
                </a:cubicBezTo>
                <a:lnTo>
                  <a:pt x="13490" y="3197"/>
                </a:lnTo>
                <a:cubicBezTo>
                  <a:pt x="13479" y="3109"/>
                  <a:pt x="13416" y="3052"/>
                  <a:pt x="13302" y="3052"/>
                </a:cubicBezTo>
                <a:cubicBezTo>
                  <a:pt x="13136" y="3052"/>
                  <a:pt x="12859" y="3173"/>
                  <a:pt x="12473" y="3495"/>
                </a:cubicBezTo>
                <a:cubicBezTo>
                  <a:pt x="12406" y="3549"/>
                  <a:pt x="12352" y="3603"/>
                  <a:pt x="12284" y="3657"/>
                </a:cubicBezTo>
                <a:cubicBezTo>
                  <a:pt x="12250" y="3691"/>
                  <a:pt x="12226" y="3715"/>
                  <a:pt x="12203" y="3715"/>
                </a:cubicBezTo>
                <a:cubicBezTo>
                  <a:pt x="12199" y="3715"/>
                  <a:pt x="12194" y="3714"/>
                  <a:pt x="12189" y="3712"/>
                </a:cubicBezTo>
                <a:cubicBezTo>
                  <a:pt x="12162" y="3712"/>
                  <a:pt x="12148" y="3685"/>
                  <a:pt x="12121" y="3643"/>
                </a:cubicBezTo>
                <a:cubicBezTo>
                  <a:pt x="12108" y="3630"/>
                  <a:pt x="12108" y="3603"/>
                  <a:pt x="12094" y="3576"/>
                </a:cubicBezTo>
                <a:cubicBezTo>
                  <a:pt x="12067" y="3495"/>
                  <a:pt x="12040" y="3373"/>
                  <a:pt x="12013" y="3237"/>
                </a:cubicBezTo>
                <a:cubicBezTo>
                  <a:pt x="11959" y="3048"/>
                  <a:pt x="11864" y="2912"/>
                  <a:pt x="11756" y="2818"/>
                </a:cubicBezTo>
                <a:cubicBezTo>
                  <a:pt x="11648" y="2722"/>
                  <a:pt x="11512" y="2682"/>
                  <a:pt x="11404" y="2682"/>
                </a:cubicBezTo>
                <a:cubicBezTo>
                  <a:pt x="11282" y="2682"/>
                  <a:pt x="11119" y="2899"/>
                  <a:pt x="11011" y="3075"/>
                </a:cubicBezTo>
                <a:cubicBezTo>
                  <a:pt x="10984" y="3116"/>
                  <a:pt x="10971" y="3143"/>
                  <a:pt x="10956" y="3170"/>
                </a:cubicBezTo>
                <a:cubicBezTo>
                  <a:pt x="10943" y="3183"/>
                  <a:pt x="10929" y="3197"/>
                  <a:pt x="10929" y="3210"/>
                </a:cubicBezTo>
                <a:lnTo>
                  <a:pt x="10889" y="3291"/>
                </a:lnTo>
                <a:cubicBezTo>
                  <a:pt x="10889" y="3291"/>
                  <a:pt x="10131" y="2601"/>
                  <a:pt x="9331" y="2439"/>
                </a:cubicBezTo>
                <a:lnTo>
                  <a:pt x="9331" y="1937"/>
                </a:lnTo>
                <a:cubicBezTo>
                  <a:pt x="9331" y="1937"/>
                  <a:pt x="9440" y="1870"/>
                  <a:pt x="9548" y="1707"/>
                </a:cubicBezTo>
                <a:cubicBezTo>
                  <a:pt x="9643" y="1558"/>
                  <a:pt x="9738" y="1314"/>
                  <a:pt x="9725" y="976"/>
                </a:cubicBezTo>
                <a:cubicBezTo>
                  <a:pt x="9711" y="895"/>
                  <a:pt x="9698" y="814"/>
                  <a:pt x="9683" y="745"/>
                </a:cubicBezTo>
                <a:cubicBezTo>
                  <a:pt x="9670" y="718"/>
                  <a:pt x="9670" y="705"/>
                  <a:pt x="9656" y="678"/>
                </a:cubicBezTo>
                <a:cubicBezTo>
                  <a:pt x="9643" y="637"/>
                  <a:pt x="9629" y="583"/>
                  <a:pt x="9616" y="543"/>
                </a:cubicBezTo>
                <a:cubicBezTo>
                  <a:pt x="9602" y="516"/>
                  <a:pt x="9575" y="501"/>
                  <a:pt x="9562" y="474"/>
                </a:cubicBezTo>
                <a:cubicBezTo>
                  <a:pt x="9548" y="447"/>
                  <a:pt x="9521" y="407"/>
                  <a:pt x="9508" y="380"/>
                </a:cubicBezTo>
                <a:lnTo>
                  <a:pt x="9440" y="312"/>
                </a:lnTo>
                <a:lnTo>
                  <a:pt x="9386" y="258"/>
                </a:lnTo>
                <a:cubicBezTo>
                  <a:pt x="9345" y="231"/>
                  <a:pt x="9318" y="204"/>
                  <a:pt x="9291" y="176"/>
                </a:cubicBezTo>
                <a:cubicBezTo>
                  <a:pt x="9277" y="176"/>
                  <a:pt x="9250" y="163"/>
                  <a:pt x="9237" y="149"/>
                </a:cubicBezTo>
                <a:cubicBezTo>
                  <a:pt x="9196" y="122"/>
                  <a:pt x="9156" y="109"/>
                  <a:pt x="9115" y="95"/>
                </a:cubicBezTo>
                <a:cubicBezTo>
                  <a:pt x="9115" y="82"/>
                  <a:pt x="9102" y="82"/>
                  <a:pt x="9088" y="82"/>
                </a:cubicBezTo>
                <a:cubicBezTo>
                  <a:pt x="9048" y="55"/>
                  <a:pt x="8993" y="41"/>
                  <a:pt x="8952" y="28"/>
                </a:cubicBezTo>
                <a:lnTo>
                  <a:pt x="8939" y="28"/>
                </a:lnTo>
                <a:cubicBezTo>
                  <a:pt x="8885" y="14"/>
                  <a:pt x="8844" y="14"/>
                  <a:pt x="879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1"/>
          <p:cNvSpPr/>
          <p:nvPr/>
        </p:nvSpPr>
        <p:spPr>
          <a:xfrm rot="5400000" flipH="1">
            <a:off x="-98266" y="1479981"/>
            <a:ext cx="1127185" cy="1668852"/>
          </a:xfrm>
          <a:custGeom>
            <a:avLst/>
            <a:gdLst/>
            <a:ahLst/>
            <a:cxnLst/>
            <a:rect l="l" t="t" r="r" b="b"/>
            <a:pathLst>
              <a:path w="9331" h="13815" extrusionOk="0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1"/>
          <p:cNvSpPr txBox="1">
            <a:spLocks noGrp="1"/>
          </p:cNvSpPr>
          <p:nvPr>
            <p:ph type="title" hasCustomPrompt="1"/>
          </p:nvPr>
        </p:nvSpPr>
        <p:spPr>
          <a:xfrm>
            <a:off x="3185300" y="870475"/>
            <a:ext cx="5238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9" name="Google Shape;99;p11"/>
          <p:cNvSpPr txBox="1">
            <a:spLocks noGrp="1"/>
          </p:cNvSpPr>
          <p:nvPr>
            <p:ph type="subTitle" idx="1"/>
          </p:nvPr>
        </p:nvSpPr>
        <p:spPr>
          <a:xfrm>
            <a:off x="5458800" y="2765788"/>
            <a:ext cx="2965200" cy="6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1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1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1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1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1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ITLE_AND_TWO_COLUMNS_1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2" hasCustomPrompt="1"/>
          </p:nvPr>
        </p:nvSpPr>
        <p:spPr>
          <a:xfrm>
            <a:off x="780188" y="1634450"/>
            <a:ext cx="1152600" cy="10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"/>
          </p:nvPr>
        </p:nvSpPr>
        <p:spPr>
          <a:xfrm>
            <a:off x="1932788" y="2245250"/>
            <a:ext cx="24903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3"/>
          </p:nvPr>
        </p:nvSpPr>
        <p:spPr>
          <a:xfrm>
            <a:off x="1932788" y="1710650"/>
            <a:ext cx="24903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4" hasCustomPrompt="1"/>
          </p:nvPr>
        </p:nvSpPr>
        <p:spPr>
          <a:xfrm>
            <a:off x="4720913" y="1634450"/>
            <a:ext cx="1152600" cy="10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5"/>
          </p:nvPr>
        </p:nvSpPr>
        <p:spPr>
          <a:xfrm>
            <a:off x="5873513" y="2245250"/>
            <a:ext cx="24903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6"/>
          </p:nvPr>
        </p:nvSpPr>
        <p:spPr>
          <a:xfrm>
            <a:off x="5873513" y="1710650"/>
            <a:ext cx="24903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7" hasCustomPrompt="1"/>
          </p:nvPr>
        </p:nvSpPr>
        <p:spPr>
          <a:xfrm>
            <a:off x="780188" y="3095650"/>
            <a:ext cx="1152600" cy="10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8"/>
          </p:nvPr>
        </p:nvSpPr>
        <p:spPr>
          <a:xfrm>
            <a:off x="1932788" y="3706450"/>
            <a:ext cx="24903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9"/>
          </p:nvPr>
        </p:nvSpPr>
        <p:spPr>
          <a:xfrm>
            <a:off x="1932788" y="3171850"/>
            <a:ext cx="24903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title" idx="13" hasCustomPrompt="1"/>
          </p:nvPr>
        </p:nvSpPr>
        <p:spPr>
          <a:xfrm>
            <a:off x="4720913" y="3095650"/>
            <a:ext cx="1152600" cy="10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>
            <a:spLocks noGrp="1"/>
          </p:cNvSpPr>
          <p:nvPr>
            <p:ph type="subTitle" idx="14"/>
          </p:nvPr>
        </p:nvSpPr>
        <p:spPr>
          <a:xfrm>
            <a:off x="5873513" y="3706450"/>
            <a:ext cx="24903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3"/>
          <p:cNvSpPr txBox="1">
            <a:spLocks noGrp="1"/>
          </p:cNvSpPr>
          <p:nvPr>
            <p:ph type="subTitle" idx="15"/>
          </p:nvPr>
        </p:nvSpPr>
        <p:spPr>
          <a:xfrm>
            <a:off x="5873513" y="3171850"/>
            <a:ext cx="24903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grpSp>
        <p:nvGrpSpPr>
          <p:cNvPr id="120" name="Google Shape;120;p13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121" name="Google Shape;121;p13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3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3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3"/>
            <p:cNvSpPr/>
            <p:nvPr/>
          </p:nvSpPr>
          <p:spPr>
            <a:xfrm rot="-5400000" flipH="1">
              <a:off x="8376924" y="454693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116074" y="43172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ONE_COLUMN_TEXT_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15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142" name="Google Shape;142;p15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5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5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5"/>
            <p:cNvSpPr/>
            <p:nvPr/>
          </p:nvSpPr>
          <p:spPr>
            <a:xfrm rot="-5400000" flipH="1">
              <a:off x="8376924" y="454693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5"/>
            <p:cNvSpPr/>
            <p:nvPr/>
          </p:nvSpPr>
          <p:spPr>
            <a:xfrm>
              <a:off x="116074" y="43172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" name="Google Shape;147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5"/>
          <p:cNvSpPr txBox="1">
            <a:spLocks noGrp="1"/>
          </p:cNvSpPr>
          <p:nvPr>
            <p:ph type="subTitle" idx="1"/>
          </p:nvPr>
        </p:nvSpPr>
        <p:spPr>
          <a:xfrm>
            <a:off x="720025" y="3433125"/>
            <a:ext cx="2370000" cy="101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5"/>
          <p:cNvSpPr txBox="1">
            <a:spLocks noGrp="1"/>
          </p:cNvSpPr>
          <p:nvPr>
            <p:ph type="subTitle" idx="2"/>
          </p:nvPr>
        </p:nvSpPr>
        <p:spPr>
          <a:xfrm>
            <a:off x="719988" y="28985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150" name="Google Shape;150;p15"/>
          <p:cNvSpPr txBox="1">
            <a:spLocks noGrp="1"/>
          </p:cNvSpPr>
          <p:nvPr>
            <p:ph type="subTitle" idx="3"/>
          </p:nvPr>
        </p:nvSpPr>
        <p:spPr>
          <a:xfrm>
            <a:off x="3387019" y="3433125"/>
            <a:ext cx="2370000" cy="101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5"/>
          <p:cNvSpPr txBox="1">
            <a:spLocks noGrp="1"/>
          </p:cNvSpPr>
          <p:nvPr>
            <p:ph type="subTitle" idx="4"/>
          </p:nvPr>
        </p:nvSpPr>
        <p:spPr>
          <a:xfrm>
            <a:off x="3386975" y="28985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152" name="Google Shape;152;p15"/>
          <p:cNvSpPr txBox="1">
            <a:spLocks noGrp="1"/>
          </p:cNvSpPr>
          <p:nvPr>
            <p:ph type="subTitle" idx="5"/>
          </p:nvPr>
        </p:nvSpPr>
        <p:spPr>
          <a:xfrm>
            <a:off x="6054025" y="3433125"/>
            <a:ext cx="2370000" cy="101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5"/>
          <p:cNvSpPr txBox="1">
            <a:spLocks noGrp="1"/>
          </p:cNvSpPr>
          <p:nvPr>
            <p:ph type="subTitle" idx="6"/>
          </p:nvPr>
        </p:nvSpPr>
        <p:spPr>
          <a:xfrm>
            <a:off x="6053975" y="28985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ONE_COLUMN_TEXT_1_2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oogle Shape;207;p19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208" name="Google Shape;208;p19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9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9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9"/>
            <p:cNvSpPr/>
            <p:nvPr/>
          </p:nvSpPr>
          <p:spPr>
            <a:xfrm rot="-5400000" flipH="1">
              <a:off x="8376924" y="454693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9"/>
            <p:cNvSpPr/>
            <p:nvPr/>
          </p:nvSpPr>
          <p:spPr>
            <a:xfrm>
              <a:off x="116074" y="43172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3" name="Google Shape;213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19"/>
          <p:cNvSpPr txBox="1">
            <a:spLocks noGrp="1"/>
          </p:cNvSpPr>
          <p:nvPr>
            <p:ph type="subTitle" idx="1"/>
          </p:nvPr>
        </p:nvSpPr>
        <p:spPr>
          <a:xfrm>
            <a:off x="719988" y="3671225"/>
            <a:ext cx="2370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9"/>
          <p:cNvSpPr txBox="1">
            <a:spLocks noGrp="1"/>
          </p:cNvSpPr>
          <p:nvPr>
            <p:ph type="subTitle" idx="2"/>
          </p:nvPr>
        </p:nvSpPr>
        <p:spPr>
          <a:xfrm>
            <a:off x="719988" y="32033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216" name="Google Shape;216;p19"/>
          <p:cNvSpPr txBox="1">
            <a:spLocks noGrp="1"/>
          </p:cNvSpPr>
          <p:nvPr>
            <p:ph type="subTitle" idx="3"/>
          </p:nvPr>
        </p:nvSpPr>
        <p:spPr>
          <a:xfrm>
            <a:off x="3389427" y="3671225"/>
            <a:ext cx="2370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19"/>
          <p:cNvSpPr txBox="1">
            <a:spLocks noGrp="1"/>
          </p:cNvSpPr>
          <p:nvPr>
            <p:ph type="subTitle" idx="4"/>
          </p:nvPr>
        </p:nvSpPr>
        <p:spPr>
          <a:xfrm>
            <a:off x="3389427" y="32033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218" name="Google Shape;218;p19"/>
          <p:cNvSpPr txBox="1">
            <a:spLocks noGrp="1"/>
          </p:cNvSpPr>
          <p:nvPr>
            <p:ph type="subTitle" idx="5"/>
          </p:nvPr>
        </p:nvSpPr>
        <p:spPr>
          <a:xfrm>
            <a:off x="6053969" y="3671225"/>
            <a:ext cx="2370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19"/>
          <p:cNvSpPr txBox="1">
            <a:spLocks noGrp="1"/>
          </p:cNvSpPr>
          <p:nvPr>
            <p:ph type="subTitle" idx="6"/>
          </p:nvPr>
        </p:nvSpPr>
        <p:spPr>
          <a:xfrm>
            <a:off x="6053969" y="32033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220" name="Google Shape;220;p19"/>
          <p:cNvSpPr txBox="1">
            <a:spLocks noGrp="1"/>
          </p:cNvSpPr>
          <p:nvPr>
            <p:ph type="title" idx="7" hasCustomPrompt="1"/>
          </p:nvPr>
        </p:nvSpPr>
        <p:spPr>
          <a:xfrm>
            <a:off x="719988" y="1707275"/>
            <a:ext cx="2370000" cy="104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21" name="Google Shape;221;p19"/>
          <p:cNvSpPr txBox="1">
            <a:spLocks noGrp="1"/>
          </p:cNvSpPr>
          <p:nvPr>
            <p:ph type="title" idx="8" hasCustomPrompt="1"/>
          </p:nvPr>
        </p:nvSpPr>
        <p:spPr>
          <a:xfrm>
            <a:off x="3389427" y="1707275"/>
            <a:ext cx="2370000" cy="104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22" name="Google Shape;222;p19"/>
          <p:cNvSpPr txBox="1">
            <a:spLocks noGrp="1"/>
          </p:cNvSpPr>
          <p:nvPr>
            <p:ph type="title" idx="9" hasCustomPrompt="1"/>
          </p:nvPr>
        </p:nvSpPr>
        <p:spPr>
          <a:xfrm>
            <a:off x="6053969" y="1707275"/>
            <a:ext cx="2370000" cy="104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234" name="Google Shape;234;p21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235" name="Google Shape;235;p21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1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1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1"/>
            <p:cNvSpPr/>
            <p:nvPr/>
          </p:nvSpPr>
          <p:spPr>
            <a:xfrm rot="-5400000" flipH="1">
              <a:off x="8376924" y="454693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1"/>
            <p:cNvSpPr/>
            <p:nvPr/>
          </p:nvSpPr>
          <p:spPr>
            <a:xfrm>
              <a:off x="116074" y="43172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_ONLY_1_1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242" name="Google Shape;242;p22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243" name="Google Shape;243;p22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2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2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2"/>
            <p:cNvSpPr/>
            <p:nvPr/>
          </p:nvSpPr>
          <p:spPr>
            <a:xfrm rot="-5400000" flipH="1">
              <a:off x="8376924" y="454693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2"/>
            <p:cNvSpPr/>
            <p:nvPr/>
          </p:nvSpPr>
          <p:spPr>
            <a:xfrm>
              <a:off x="116074" y="43172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8" name="Google Shape;248;p22"/>
          <p:cNvSpPr txBox="1">
            <a:spLocks noGrp="1"/>
          </p:cNvSpPr>
          <p:nvPr>
            <p:ph type="subTitle" idx="1"/>
          </p:nvPr>
        </p:nvSpPr>
        <p:spPr>
          <a:xfrm>
            <a:off x="1189850" y="2186950"/>
            <a:ext cx="2815500" cy="12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6"/>
          <p:cNvSpPr/>
          <p:nvPr/>
        </p:nvSpPr>
        <p:spPr>
          <a:xfrm>
            <a:off x="6637212" y="1523850"/>
            <a:ext cx="2149212" cy="4828780"/>
          </a:xfrm>
          <a:custGeom>
            <a:avLst/>
            <a:gdLst/>
            <a:ahLst/>
            <a:cxnLst/>
            <a:rect l="l" t="t" r="r" b="b"/>
            <a:pathLst>
              <a:path w="17011" h="38219" extrusionOk="0">
                <a:moveTo>
                  <a:pt x="8708" y="1"/>
                </a:moveTo>
                <a:cubicBezTo>
                  <a:pt x="8302" y="1"/>
                  <a:pt x="7760" y="299"/>
                  <a:pt x="7720" y="976"/>
                </a:cubicBezTo>
                <a:cubicBezTo>
                  <a:pt x="7679" y="1653"/>
                  <a:pt x="8100" y="1937"/>
                  <a:pt x="8100" y="1937"/>
                </a:cubicBezTo>
                <a:lnTo>
                  <a:pt x="8100" y="2439"/>
                </a:lnTo>
                <a:cubicBezTo>
                  <a:pt x="7314" y="2601"/>
                  <a:pt x="6542" y="3291"/>
                  <a:pt x="6542" y="3291"/>
                </a:cubicBezTo>
                <a:cubicBezTo>
                  <a:pt x="6542" y="3291"/>
                  <a:pt x="6339" y="2926"/>
                  <a:pt x="6027" y="2682"/>
                </a:cubicBezTo>
                <a:cubicBezTo>
                  <a:pt x="5979" y="2643"/>
                  <a:pt x="5925" y="2624"/>
                  <a:pt x="5871" y="2624"/>
                </a:cubicBezTo>
                <a:cubicBezTo>
                  <a:pt x="5664" y="2624"/>
                  <a:pt x="5442" y="2884"/>
                  <a:pt x="5431" y="3237"/>
                </a:cubicBezTo>
                <a:cubicBezTo>
                  <a:pt x="5421" y="3527"/>
                  <a:pt x="5347" y="3714"/>
                  <a:pt x="5247" y="3714"/>
                </a:cubicBezTo>
                <a:cubicBezTo>
                  <a:pt x="5216" y="3714"/>
                  <a:pt x="5182" y="3696"/>
                  <a:pt x="5147" y="3657"/>
                </a:cubicBezTo>
                <a:cubicBezTo>
                  <a:pt x="4662" y="3211"/>
                  <a:pt x="4324" y="3049"/>
                  <a:pt x="4134" y="3049"/>
                </a:cubicBezTo>
                <a:cubicBezTo>
                  <a:pt x="3920" y="3049"/>
                  <a:pt x="3892" y="3252"/>
                  <a:pt x="4050" y="3481"/>
                </a:cubicBezTo>
                <a:cubicBezTo>
                  <a:pt x="4348" y="3914"/>
                  <a:pt x="5256" y="5093"/>
                  <a:pt x="5581" y="5743"/>
                </a:cubicBezTo>
                <a:cubicBezTo>
                  <a:pt x="5810" y="6204"/>
                  <a:pt x="5919" y="7571"/>
                  <a:pt x="5960" y="8465"/>
                </a:cubicBezTo>
                <a:cubicBezTo>
                  <a:pt x="5960" y="8560"/>
                  <a:pt x="5987" y="9250"/>
                  <a:pt x="5987" y="9250"/>
                </a:cubicBezTo>
                <a:cubicBezTo>
                  <a:pt x="5973" y="9250"/>
                  <a:pt x="5960" y="9264"/>
                  <a:pt x="5946" y="9264"/>
                </a:cubicBezTo>
                <a:cubicBezTo>
                  <a:pt x="5729" y="9223"/>
                  <a:pt x="5621" y="9196"/>
                  <a:pt x="5608" y="9196"/>
                </a:cubicBezTo>
                <a:cubicBezTo>
                  <a:pt x="5567" y="9186"/>
                  <a:pt x="5525" y="9182"/>
                  <a:pt x="5484" y="9182"/>
                </a:cubicBezTo>
                <a:cubicBezTo>
                  <a:pt x="5242" y="9182"/>
                  <a:pt x="5015" y="9345"/>
                  <a:pt x="4958" y="9589"/>
                </a:cubicBezTo>
                <a:cubicBezTo>
                  <a:pt x="4889" y="9887"/>
                  <a:pt x="5066" y="10171"/>
                  <a:pt x="5350" y="10252"/>
                </a:cubicBezTo>
                <a:cubicBezTo>
                  <a:pt x="5391" y="10252"/>
                  <a:pt x="5621" y="10306"/>
                  <a:pt x="6014" y="10375"/>
                </a:cubicBezTo>
                <a:cubicBezTo>
                  <a:pt x="6027" y="10429"/>
                  <a:pt x="6041" y="10496"/>
                  <a:pt x="6054" y="10604"/>
                </a:cubicBezTo>
                <a:cubicBezTo>
                  <a:pt x="5824" y="10564"/>
                  <a:pt x="5689" y="10523"/>
                  <a:pt x="5689" y="10523"/>
                </a:cubicBezTo>
                <a:cubicBezTo>
                  <a:pt x="5623" y="10508"/>
                  <a:pt x="5557" y="10500"/>
                  <a:pt x="5491" y="10500"/>
                </a:cubicBezTo>
                <a:cubicBezTo>
                  <a:pt x="5100" y="10500"/>
                  <a:pt x="4738" y="10766"/>
                  <a:pt x="4646" y="11160"/>
                </a:cubicBezTo>
                <a:cubicBezTo>
                  <a:pt x="4524" y="11634"/>
                  <a:pt x="4808" y="12094"/>
                  <a:pt x="5283" y="12217"/>
                </a:cubicBezTo>
                <a:cubicBezTo>
                  <a:pt x="5323" y="12217"/>
                  <a:pt x="5689" y="12311"/>
                  <a:pt x="6285" y="12392"/>
                </a:cubicBezTo>
                <a:cubicBezTo>
                  <a:pt x="6298" y="12514"/>
                  <a:pt x="6312" y="12636"/>
                  <a:pt x="6325" y="12771"/>
                </a:cubicBezTo>
                <a:cubicBezTo>
                  <a:pt x="5283" y="12677"/>
                  <a:pt x="4633" y="12569"/>
                  <a:pt x="4605" y="12555"/>
                </a:cubicBezTo>
                <a:cubicBezTo>
                  <a:pt x="4555" y="12546"/>
                  <a:pt x="4505" y="12542"/>
                  <a:pt x="4455" y="12542"/>
                </a:cubicBezTo>
                <a:cubicBezTo>
                  <a:pt x="4040" y="12542"/>
                  <a:pt x="3676" y="12836"/>
                  <a:pt x="3603" y="13259"/>
                </a:cubicBezTo>
                <a:cubicBezTo>
                  <a:pt x="3508" y="13733"/>
                  <a:pt x="3820" y="14180"/>
                  <a:pt x="4293" y="14261"/>
                </a:cubicBezTo>
                <a:cubicBezTo>
                  <a:pt x="4375" y="14275"/>
                  <a:pt x="5187" y="14423"/>
                  <a:pt x="6460" y="14532"/>
                </a:cubicBezTo>
                <a:cubicBezTo>
                  <a:pt x="6447" y="16997"/>
                  <a:pt x="6081" y="21994"/>
                  <a:pt x="4971" y="26111"/>
                </a:cubicBezTo>
                <a:cubicBezTo>
                  <a:pt x="4443" y="27831"/>
                  <a:pt x="3996" y="29483"/>
                  <a:pt x="3996" y="29483"/>
                </a:cubicBezTo>
                <a:cubicBezTo>
                  <a:pt x="3996" y="29483"/>
                  <a:pt x="3264" y="29916"/>
                  <a:pt x="3075" y="30960"/>
                </a:cubicBezTo>
                <a:cubicBezTo>
                  <a:pt x="2872" y="32002"/>
                  <a:pt x="1531" y="32666"/>
                  <a:pt x="1139" y="32977"/>
                </a:cubicBezTo>
                <a:cubicBezTo>
                  <a:pt x="745" y="33289"/>
                  <a:pt x="868" y="33708"/>
                  <a:pt x="1639" y="34237"/>
                </a:cubicBezTo>
                <a:cubicBezTo>
                  <a:pt x="109" y="34968"/>
                  <a:pt x="1" y="36187"/>
                  <a:pt x="2087" y="37365"/>
                </a:cubicBezTo>
                <a:cubicBezTo>
                  <a:pt x="3345" y="38069"/>
                  <a:pt x="6569" y="38219"/>
                  <a:pt x="8695" y="38219"/>
                </a:cubicBezTo>
                <a:lnTo>
                  <a:pt x="9427" y="38219"/>
                </a:lnTo>
                <a:cubicBezTo>
                  <a:pt x="9494" y="38219"/>
                  <a:pt x="9562" y="38205"/>
                  <a:pt x="9629" y="38205"/>
                </a:cubicBezTo>
                <a:lnTo>
                  <a:pt x="9873" y="38205"/>
                </a:lnTo>
                <a:cubicBezTo>
                  <a:pt x="9941" y="38205"/>
                  <a:pt x="10009" y="38192"/>
                  <a:pt x="10077" y="38192"/>
                </a:cubicBezTo>
                <a:lnTo>
                  <a:pt x="10293" y="38192"/>
                </a:lnTo>
                <a:cubicBezTo>
                  <a:pt x="10321" y="38192"/>
                  <a:pt x="10334" y="38177"/>
                  <a:pt x="10348" y="38177"/>
                </a:cubicBezTo>
                <a:lnTo>
                  <a:pt x="10577" y="38177"/>
                </a:lnTo>
                <a:cubicBezTo>
                  <a:pt x="10646" y="38164"/>
                  <a:pt x="10700" y="38164"/>
                  <a:pt x="10767" y="38164"/>
                </a:cubicBezTo>
                <a:lnTo>
                  <a:pt x="10821" y="38164"/>
                </a:lnTo>
                <a:cubicBezTo>
                  <a:pt x="10875" y="38150"/>
                  <a:pt x="10943" y="38150"/>
                  <a:pt x="10998" y="38150"/>
                </a:cubicBezTo>
                <a:lnTo>
                  <a:pt x="11065" y="38150"/>
                </a:lnTo>
                <a:cubicBezTo>
                  <a:pt x="11119" y="38137"/>
                  <a:pt x="11173" y="38137"/>
                  <a:pt x="11241" y="38137"/>
                </a:cubicBezTo>
                <a:cubicBezTo>
                  <a:pt x="11254" y="38137"/>
                  <a:pt x="11282" y="38137"/>
                  <a:pt x="11309" y="38123"/>
                </a:cubicBezTo>
                <a:lnTo>
                  <a:pt x="11471" y="38123"/>
                </a:lnTo>
                <a:cubicBezTo>
                  <a:pt x="11498" y="38110"/>
                  <a:pt x="11525" y="38110"/>
                  <a:pt x="11552" y="38110"/>
                </a:cubicBezTo>
                <a:cubicBezTo>
                  <a:pt x="11607" y="38110"/>
                  <a:pt x="11648" y="38096"/>
                  <a:pt x="11702" y="38096"/>
                </a:cubicBezTo>
                <a:lnTo>
                  <a:pt x="11796" y="38096"/>
                </a:lnTo>
                <a:cubicBezTo>
                  <a:pt x="11837" y="38083"/>
                  <a:pt x="11891" y="38083"/>
                  <a:pt x="11946" y="38083"/>
                </a:cubicBezTo>
                <a:cubicBezTo>
                  <a:pt x="11973" y="38069"/>
                  <a:pt x="12000" y="38069"/>
                  <a:pt x="12027" y="38069"/>
                </a:cubicBezTo>
                <a:cubicBezTo>
                  <a:pt x="12081" y="38069"/>
                  <a:pt x="12121" y="38056"/>
                  <a:pt x="12175" y="38056"/>
                </a:cubicBezTo>
                <a:cubicBezTo>
                  <a:pt x="12202" y="38056"/>
                  <a:pt x="12244" y="38056"/>
                  <a:pt x="12271" y="38042"/>
                </a:cubicBezTo>
                <a:cubicBezTo>
                  <a:pt x="12311" y="38042"/>
                  <a:pt x="12365" y="38042"/>
                  <a:pt x="12406" y="38029"/>
                </a:cubicBezTo>
                <a:cubicBezTo>
                  <a:pt x="12446" y="38029"/>
                  <a:pt x="12473" y="38029"/>
                  <a:pt x="12500" y="38015"/>
                </a:cubicBezTo>
                <a:cubicBezTo>
                  <a:pt x="12555" y="38015"/>
                  <a:pt x="12596" y="38015"/>
                  <a:pt x="12636" y="38002"/>
                </a:cubicBezTo>
                <a:cubicBezTo>
                  <a:pt x="12677" y="38002"/>
                  <a:pt x="12704" y="38002"/>
                  <a:pt x="12731" y="37988"/>
                </a:cubicBezTo>
                <a:cubicBezTo>
                  <a:pt x="12785" y="37988"/>
                  <a:pt x="12825" y="37988"/>
                  <a:pt x="12867" y="37975"/>
                </a:cubicBezTo>
                <a:cubicBezTo>
                  <a:pt x="12894" y="37975"/>
                  <a:pt x="12934" y="37975"/>
                  <a:pt x="12961" y="37961"/>
                </a:cubicBezTo>
                <a:cubicBezTo>
                  <a:pt x="13002" y="37961"/>
                  <a:pt x="13042" y="37948"/>
                  <a:pt x="13083" y="37948"/>
                </a:cubicBezTo>
                <a:cubicBezTo>
                  <a:pt x="13123" y="37948"/>
                  <a:pt x="13150" y="37934"/>
                  <a:pt x="13192" y="37934"/>
                </a:cubicBezTo>
                <a:cubicBezTo>
                  <a:pt x="13232" y="37934"/>
                  <a:pt x="13273" y="37921"/>
                  <a:pt x="13300" y="37921"/>
                </a:cubicBezTo>
                <a:cubicBezTo>
                  <a:pt x="13340" y="37907"/>
                  <a:pt x="13381" y="37907"/>
                  <a:pt x="13408" y="37894"/>
                </a:cubicBezTo>
                <a:cubicBezTo>
                  <a:pt x="13448" y="37894"/>
                  <a:pt x="13475" y="37894"/>
                  <a:pt x="13517" y="37880"/>
                </a:cubicBezTo>
                <a:cubicBezTo>
                  <a:pt x="13557" y="37880"/>
                  <a:pt x="13584" y="37867"/>
                  <a:pt x="13625" y="37867"/>
                </a:cubicBezTo>
                <a:cubicBezTo>
                  <a:pt x="13652" y="37852"/>
                  <a:pt x="13692" y="37852"/>
                  <a:pt x="13719" y="37852"/>
                </a:cubicBezTo>
                <a:cubicBezTo>
                  <a:pt x="13760" y="37839"/>
                  <a:pt x="13787" y="37839"/>
                  <a:pt x="13828" y="37825"/>
                </a:cubicBezTo>
                <a:cubicBezTo>
                  <a:pt x="13855" y="37825"/>
                  <a:pt x="13896" y="37812"/>
                  <a:pt x="13923" y="37812"/>
                </a:cubicBezTo>
                <a:cubicBezTo>
                  <a:pt x="13963" y="37798"/>
                  <a:pt x="13990" y="37798"/>
                  <a:pt x="14031" y="37785"/>
                </a:cubicBezTo>
                <a:cubicBezTo>
                  <a:pt x="14058" y="37785"/>
                  <a:pt x="14085" y="37771"/>
                  <a:pt x="14125" y="37771"/>
                </a:cubicBezTo>
                <a:cubicBezTo>
                  <a:pt x="14153" y="37758"/>
                  <a:pt x="14180" y="37758"/>
                  <a:pt x="14221" y="37744"/>
                </a:cubicBezTo>
                <a:cubicBezTo>
                  <a:pt x="14248" y="37744"/>
                  <a:pt x="14275" y="37731"/>
                  <a:pt x="14302" y="37731"/>
                </a:cubicBezTo>
                <a:cubicBezTo>
                  <a:pt x="14342" y="37717"/>
                  <a:pt x="14369" y="37704"/>
                  <a:pt x="14396" y="37704"/>
                </a:cubicBezTo>
                <a:cubicBezTo>
                  <a:pt x="14423" y="37690"/>
                  <a:pt x="14451" y="37690"/>
                  <a:pt x="14478" y="37677"/>
                </a:cubicBezTo>
                <a:cubicBezTo>
                  <a:pt x="14519" y="37677"/>
                  <a:pt x="14546" y="37663"/>
                  <a:pt x="14573" y="37650"/>
                </a:cubicBezTo>
                <a:cubicBezTo>
                  <a:pt x="14600" y="37650"/>
                  <a:pt x="14627" y="37636"/>
                  <a:pt x="14654" y="37636"/>
                </a:cubicBezTo>
                <a:cubicBezTo>
                  <a:pt x="14681" y="37623"/>
                  <a:pt x="14708" y="37623"/>
                  <a:pt x="14735" y="37609"/>
                </a:cubicBezTo>
                <a:cubicBezTo>
                  <a:pt x="14763" y="37596"/>
                  <a:pt x="14790" y="37596"/>
                  <a:pt x="14817" y="37582"/>
                </a:cubicBezTo>
                <a:cubicBezTo>
                  <a:pt x="14844" y="37569"/>
                  <a:pt x="14871" y="37569"/>
                  <a:pt x="14898" y="37555"/>
                </a:cubicBezTo>
                <a:cubicBezTo>
                  <a:pt x="14925" y="37542"/>
                  <a:pt x="14938" y="37542"/>
                  <a:pt x="14965" y="37527"/>
                </a:cubicBezTo>
                <a:cubicBezTo>
                  <a:pt x="14992" y="37527"/>
                  <a:pt x="15019" y="37514"/>
                  <a:pt x="15046" y="37500"/>
                </a:cubicBezTo>
                <a:cubicBezTo>
                  <a:pt x="15060" y="37487"/>
                  <a:pt x="15088" y="37487"/>
                  <a:pt x="15101" y="37473"/>
                </a:cubicBezTo>
                <a:cubicBezTo>
                  <a:pt x="15128" y="37460"/>
                  <a:pt x="15155" y="37446"/>
                  <a:pt x="15182" y="37446"/>
                </a:cubicBezTo>
                <a:cubicBezTo>
                  <a:pt x="15196" y="37433"/>
                  <a:pt x="15209" y="37433"/>
                  <a:pt x="15223" y="37419"/>
                </a:cubicBezTo>
                <a:cubicBezTo>
                  <a:pt x="15263" y="37406"/>
                  <a:pt x="15304" y="37379"/>
                  <a:pt x="15344" y="37365"/>
                </a:cubicBezTo>
                <a:cubicBezTo>
                  <a:pt x="15873" y="37067"/>
                  <a:pt x="16252" y="36783"/>
                  <a:pt x="16523" y="36485"/>
                </a:cubicBezTo>
                <a:cubicBezTo>
                  <a:pt x="16617" y="36377"/>
                  <a:pt x="16699" y="36268"/>
                  <a:pt x="16753" y="36160"/>
                </a:cubicBezTo>
                <a:cubicBezTo>
                  <a:pt x="16807" y="36092"/>
                  <a:pt x="16834" y="36025"/>
                  <a:pt x="16861" y="35956"/>
                </a:cubicBezTo>
                <a:cubicBezTo>
                  <a:pt x="17011" y="35564"/>
                  <a:pt x="16929" y="35198"/>
                  <a:pt x="16672" y="34873"/>
                </a:cubicBezTo>
                <a:cubicBezTo>
                  <a:pt x="16617" y="34806"/>
                  <a:pt x="16563" y="34752"/>
                  <a:pt x="16496" y="34698"/>
                </a:cubicBezTo>
                <a:cubicBezTo>
                  <a:pt x="16319" y="34535"/>
                  <a:pt x="16076" y="34372"/>
                  <a:pt x="15792" y="34237"/>
                </a:cubicBezTo>
                <a:cubicBezTo>
                  <a:pt x="16577" y="33708"/>
                  <a:pt x="16686" y="33289"/>
                  <a:pt x="16292" y="32977"/>
                </a:cubicBezTo>
                <a:cubicBezTo>
                  <a:pt x="15900" y="32666"/>
                  <a:pt x="14559" y="32002"/>
                  <a:pt x="14369" y="30960"/>
                </a:cubicBezTo>
                <a:cubicBezTo>
                  <a:pt x="14167" y="29916"/>
                  <a:pt x="13448" y="29483"/>
                  <a:pt x="13448" y="29483"/>
                </a:cubicBezTo>
                <a:cubicBezTo>
                  <a:pt x="13448" y="29483"/>
                  <a:pt x="13002" y="27831"/>
                  <a:pt x="12460" y="26111"/>
                </a:cubicBezTo>
                <a:cubicBezTo>
                  <a:pt x="11363" y="22007"/>
                  <a:pt x="10984" y="17011"/>
                  <a:pt x="10984" y="14546"/>
                </a:cubicBezTo>
                <a:cubicBezTo>
                  <a:pt x="11621" y="14492"/>
                  <a:pt x="12284" y="14423"/>
                  <a:pt x="12961" y="14315"/>
                </a:cubicBezTo>
                <a:cubicBezTo>
                  <a:pt x="13435" y="14234"/>
                  <a:pt x="13760" y="13787"/>
                  <a:pt x="13679" y="13313"/>
                </a:cubicBezTo>
                <a:cubicBezTo>
                  <a:pt x="13617" y="12883"/>
                  <a:pt x="13244" y="12586"/>
                  <a:pt x="12820" y="12586"/>
                </a:cubicBezTo>
                <a:cubicBezTo>
                  <a:pt x="12777" y="12586"/>
                  <a:pt x="12734" y="12589"/>
                  <a:pt x="12690" y="12596"/>
                </a:cubicBezTo>
                <a:cubicBezTo>
                  <a:pt x="12148" y="12690"/>
                  <a:pt x="11607" y="12744"/>
                  <a:pt x="11065" y="12798"/>
                </a:cubicBezTo>
                <a:cubicBezTo>
                  <a:pt x="11092" y="12663"/>
                  <a:pt x="11106" y="12542"/>
                  <a:pt x="11119" y="12406"/>
                </a:cubicBezTo>
                <a:cubicBezTo>
                  <a:pt x="11404" y="12365"/>
                  <a:pt x="11688" y="12311"/>
                  <a:pt x="11973" y="12257"/>
                </a:cubicBezTo>
                <a:cubicBezTo>
                  <a:pt x="12446" y="12162"/>
                  <a:pt x="12744" y="11702"/>
                  <a:pt x="12650" y="11227"/>
                </a:cubicBezTo>
                <a:cubicBezTo>
                  <a:pt x="12556" y="10829"/>
                  <a:pt x="12199" y="10543"/>
                  <a:pt x="11806" y="10543"/>
                </a:cubicBezTo>
                <a:cubicBezTo>
                  <a:pt x="11745" y="10543"/>
                  <a:pt x="11683" y="10550"/>
                  <a:pt x="11621" y="10564"/>
                </a:cubicBezTo>
                <a:lnTo>
                  <a:pt x="11417" y="10604"/>
                </a:lnTo>
                <a:lnTo>
                  <a:pt x="11417" y="10388"/>
                </a:lnTo>
                <a:cubicBezTo>
                  <a:pt x="11579" y="10361"/>
                  <a:pt x="11742" y="10321"/>
                  <a:pt x="11904" y="10293"/>
                </a:cubicBezTo>
                <a:cubicBezTo>
                  <a:pt x="12202" y="10225"/>
                  <a:pt x="12392" y="9941"/>
                  <a:pt x="12325" y="9643"/>
                </a:cubicBezTo>
                <a:cubicBezTo>
                  <a:pt x="12277" y="9391"/>
                  <a:pt x="12038" y="9214"/>
                  <a:pt x="11786" y="9214"/>
                </a:cubicBezTo>
                <a:cubicBezTo>
                  <a:pt x="11754" y="9214"/>
                  <a:pt x="11721" y="9217"/>
                  <a:pt x="11688" y="9223"/>
                </a:cubicBezTo>
                <a:cubicBezTo>
                  <a:pt x="11621" y="9237"/>
                  <a:pt x="11566" y="9250"/>
                  <a:pt x="11512" y="9264"/>
                </a:cubicBezTo>
                <a:cubicBezTo>
                  <a:pt x="11485" y="9264"/>
                  <a:pt x="11471" y="9264"/>
                  <a:pt x="11458" y="9250"/>
                </a:cubicBezTo>
                <a:cubicBezTo>
                  <a:pt x="11458" y="9169"/>
                  <a:pt x="11458" y="8952"/>
                  <a:pt x="11471" y="8654"/>
                </a:cubicBezTo>
                <a:cubicBezTo>
                  <a:pt x="11471" y="8519"/>
                  <a:pt x="11485" y="8343"/>
                  <a:pt x="11498" y="8167"/>
                </a:cubicBezTo>
                <a:cubicBezTo>
                  <a:pt x="11498" y="8004"/>
                  <a:pt x="11512" y="7815"/>
                  <a:pt x="11525" y="7625"/>
                </a:cubicBezTo>
                <a:cubicBezTo>
                  <a:pt x="11552" y="7246"/>
                  <a:pt x="11594" y="6854"/>
                  <a:pt x="11648" y="6529"/>
                </a:cubicBezTo>
                <a:cubicBezTo>
                  <a:pt x="11688" y="6271"/>
                  <a:pt x="11742" y="6054"/>
                  <a:pt x="11796" y="5892"/>
                </a:cubicBezTo>
                <a:cubicBezTo>
                  <a:pt x="11810" y="5837"/>
                  <a:pt x="11837" y="5783"/>
                  <a:pt x="11850" y="5743"/>
                </a:cubicBezTo>
                <a:cubicBezTo>
                  <a:pt x="12189" y="5093"/>
                  <a:pt x="13083" y="3914"/>
                  <a:pt x="13381" y="3481"/>
                </a:cubicBezTo>
                <a:cubicBezTo>
                  <a:pt x="13435" y="3400"/>
                  <a:pt x="13475" y="3318"/>
                  <a:pt x="13490" y="3251"/>
                </a:cubicBezTo>
                <a:lnTo>
                  <a:pt x="13490" y="3197"/>
                </a:lnTo>
                <a:cubicBezTo>
                  <a:pt x="13479" y="3109"/>
                  <a:pt x="13416" y="3052"/>
                  <a:pt x="13302" y="3052"/>
                </a:cubicBezTo>
                <a:cubicBezTo>
                  <a:pt x="13136" y="3052"/>
                  <a:pt x="12859" y="3173"/>
                  <a:pt x="12473" y="3495"/>
                </a:cubicBezTo>
                <a:cubicBezTo>
                  <a:pt x="12406" y="3549"/>
                  <a:pt x="12352" y="3603"/>
                  <a:pt x="12284" y="3657"/>
                </a:cubicBezTo>
                <a:cubicBezTo>
                  <a:pt x="12250" y="3691"/>
                  <a:pt x="12226" y="3715"/>
                  <a:pt x="12203" y="3715"/>
                </a:cubicBezTo>
                <a:cubicBezTo>
                  <a:pt x="12199" y="3715"/>
                  <a:pt x="12194" y="3714"/>
                  <a:pt x="12189" y="3712"/>
                </a:cubicBezTo>
                <a:cubicBezTo>
                  <a:pt x="12162" y="3712"/>
                  <a:pt x="12148" y="3685"/>
                  <a:pt x="12121" y="3643"/>
                </a:cubicBezTo>
                <a:cubicBezTo>
                  <a:pt x="12108" y="3630"/>
                  <a:pt x="12108" y="3603"/>
                  <a:pt x="12094" y="3576"/>
                </a:cubicBezTo>
                <a:cubicBezTo>
                  <a:pt x="12067" y="3495"/>
                  <a:pt x="12040" y="3373"/>
                  <a:pt x="12013" y="3237"/>
                </a:cubicBezTo>
                <a:cubicBezTo>
                  <a:pt x="11959" y="3048"/>
                  <a:pt x="11864" y="2912"/>
                  <a:pt x="11756" y="2818"/>
                </a:cubicBezTo>
                <a:cubicBezTo>
                  <a:pt x="11648" y="2722"/>
                  <a:pt x="11512" y="2682"/>
                  <a:pt x="11404" y="2682"/>
                </a:cubicBezTo>
                <a:cubicBezTo>
                  <a:pt x="11282" y="2682"/>
                  <a:pt x="11119" y="2899"/>
                  <a:pt x="11011" y="3075"/>
                </a:cubicBezTo>
                <a:cubicBezTo>
                  <a:pt x="10984" y="3116"/>
                  <a:pt x="10971" y="3143"/>
                  <a:pt x="10956" y="3170"/>
                </a:cubicBezTo>
                <a:cubicBezTo>
                  <a:pt x="10943" y="3183"/>
                  <a:pt x="10929" y="3197"/>
                  <a:pt x="10929" y="3210"/>
                </a:cubicBezTo>
                <a:lnTo>
                  <a:pt x="10889" y="3291"/>
                </a:lnTo>
                <a:cubicBezTo>
                  <a:pt x="10889" y="3291"/>
                  <a:pt x="10131" y="2601"/>
                  <a:pt x="9331" y="2439"/>
                </a:cubicBezTo>
                <a:lnTo>
                  <a:pt x="9331" y="1937"/>
                </a:lnTo>
                <a:cubicBezTo>
                  <a:pt x="9331" y="1937"/>
                  <a:pt x="9440" y="1870"/>
                  <a:pt x="9548" y="1707"/>
                </a:cubicBezTo>
                <a:cubicBezTo>
                  <a:pt x="9643" y="1558"/>
                  <a:pt x="9738" y="1314"/>
                  <a:pt x="9725" y="976"/>
                </a:cubicBezTo>
                <a:cubicBezTo>
                  <a:pt x="9711" y="895"/>
                  <a:pt x="9698" y="814"/>
                  <a:pt x="9683" y="745"/>
                </a:cubicBezTo>
                <a:cubicBezTo>
                  <a:pt x="9670" y="718"/>
                  <a:pt x="9670" y="705"/>
                  <a:pt x="9656" y="678"/>
                </a:cubicBezTo>
                <a:cubicBezTo>
                  <a:pt x="9643" y="637"/>
                  <a:pt x="9629" y="583"/>
                  <a:pt x="9616" y="543"/>
                </a:cubicBezTo>
                <a:cubicBezTo>
                  <a:pt x="9602" y="516"/>
                  <a:pt x="9575" y="501"/>
                  <a:pt x="9562" y="474"/>
                </a:cubicBezTo>
                <a:cubicBezTo>
                  <a:pt x="9548" y="447"/>
                  <a:pt x="9521" y="407"/>
                  <a:pt x="9508" y="380"/>
                </a:cubicBezTo>
                <a:lnTo>
                  <a:pt x="9440" y="312"/>
                </a:lnTo>
                <a:lnTo>
                  <a:pt x="9386" y="258"/>
                </a:lnTo>
                <a:cubicBezTo>
                  <a:pt x="9345" y="231"/>
                  <a:pt x="9318" y="204"/>
                  <a:pt x="9291" y="176"/>
                </a:cubicBezTo>
                <a:cubicBezTo>
                  <a:pt x="9277" y="176"/>
                  <a:pt x="9250" y="163"/>
                  <a:pt x="9237" y="149"/>
                </a:cubicBezTo>
                <a:cubicBezTo>
                  <a:pt x="9196" y="122"/>
                  <a:pt x="9156" y="109"/>
                  <a:pt x="9115" y="95"/>
                </a:cubicBezTo>
                <a:cubicBezTo>
                  <a:pt x="9115" y="82"/>
                  <a:pt x="9102" y="82"/>
                  <a:pt x="9088" y="82"/>
                </a:cubicBezTo>
                <a:cubicBezTo>
                  <a:pt x="9048" y="55"/>
                  <a:pt x="8993" y="41"/>
                  <a:pt x="8952" y="28"/>
                </a:cubicBezTo>
                <a:lnTo>
                  <a:pt x="8939" y="28"/>
                </a:lnTo>
                <a:cubicBezTo>
                  <a:pt x="8885" y="14"/>
                  <a:pt x="8844" y="14"/>
                  <a:pt x="879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26"/>
          <p:cNvSpPr/>
          <p:nvPr/>
        </p:nvSpPr>
        <p:spPr>
          <a:xfrm>
            <a:off x="357587" y="1523850"/>
            <a:ext cx="2149212" cy="4828780"/>
          </a:xfrm>
          <a:custGeom>
            <a:avLst/>
            <a:gdLst/>
            <a:ahLst/>
            <a:cxnLst/>
            <a:rect l="l" t="t" r="r" b="b"/>
            <a:pathLst>
              <a:path w="17011" h="38219" extrusionOk="0">
                <a:moveTo>
                  <a:pt x="8708" y="1"/>
                </a:moveTo>
                <a:cubicBezTo>
                  <a:pt x="8302" y="1"/>
                  <a:pt x="7760" y="299"/>
                  <a:pt x="7720" y="976"/>
                </a:cubicBezTo>
                <a:cubicBezTo>
                  <a:pt x="7679" y="1653"/>
                  <a:pt x="8100" y="1937"/>
                  <a:pt x="8100" y="1937"/>
                </a:cubicBezTo>
                <a:lnTo>
                  <a:pt x="8100" y="2439"/>
                </a:lnTo>
                <a:cubicBezTo>
                  <a:pt x="7314" y="2601"/>
                  <a:pt x="6542" y="3291"/>
                  <a:pt x="6542" y="3291"/>
                </a:cubicBezTo>
                <a:cubicBezTo>
                  <a:pt x="6542" y="3291"/>
                  <a:pt x="6339" y="2926"/>
                  <a:pt x="6027" y="2682"/>
                </a:cubicBezTo>
                <a:cubicBezTo>
                  <a:pt x="5979" y="2643"/>
                  <a:pt x="5925" y="2624"/>
                  <a:pt x="5871" y="2624"/>
                </a:cubicBezTo>
                <a:cubicBezTo>
                  <a:pt x="5664" y="2624"/>
                  <a:pt x="5442" y="2884"/>
                  <a:pt x="5431" y="3237"/>
                </a:cubicBezTo>
                <a:cubicBezTo>
                  <a:pt x="5421" y="3527"/>
                  <a:pt x="5347" y="3714"/>
                  <a:pt x="5247" y="3714"/>
                </a:cubicBezTo>
                <a:cubicBezTo>
                  <a:pt x="5216" y="3714"/>
                  <a:pt x="5182" y="3696"/>
                  <a:pt x="5147" y="3657"/>
                </a:cubicBezTo>
                <a:cubicBezTo>
                  <a:pt x="4662" y="3211"/>
                  <a:pt x="4324" y="3049"/>
                  <a:pt x="4134" y="3049"/>
                </a:cubicBezTo>
                <a:cubicBezTo>
                  <a:pt x="3920" y="3049"/>
                  <a:pt x="3892" y="3252"/>
                  <a:pt x="4050" y="3481"/>
                </a:cubicBezTo>
                <a:cubicBezTo>
                  <a:pt x="4348" y="3914"/>
                  <a:pt x="5256" y="5093"/>
                  <a:pt x="5581" y="5743"/>
                </a:cubicBezTo>
                <a:cubicBezTo>
                  <a:pt x="5810" y="6204"/>
                  <a:pt x="5919" y="7571"/>
                  <a:pt x="5960" y="8465"/>
                </a:cubicBezTo>
                <a:cubicBezTo>
                  <a:pt x="5960" y="8560"/>
                  <a:pt x="5987" y="9250"/>
                  <a:pt x="5987" y="9250"/>
                </a:cubicBezTo>
                <a:cubicBezTo>
                  <a:pt x="5973" y="9250"/>
                  <a:pt x="5960" y="9264"/>
                  <a:pt x="5946" y="9264"/>
                </a:cubicBezTo>
                <a:cubicBezTo>
                  <a:pt x="5729" y="9223"/>
                  <a:pt x="5621" y="9196"/>
                  <a:pt x="5608" y="9196"/>
                </a:cubicBezTo>
                <a:cubicBezTo>
                  <a:pt x="5567" y="9186"/>
                  <a:pt x="5525" y="9182"/>
                  <a:pt x="5484" y="9182"/>
                </a:cubicBezTo>
                <a:cubicBezTo>
                  <a:pt x="5242" y="9182"/>
                  <a:pt x="5015" y="9345"/>
                  <a:pt x="4958" y="9589"/>
                </a:cubicBezTo>
                <a:cubicBezTo>
                  <a:pt x="4889" y="9887"/>
                  <a:pt x="5066" y="10171"/>
                  <a:pt x="5350" y="10252"/>
                </a:cubicBezTo>
                <a:cubicBezTo>
                  <a:pt x="5391" y="10252"/>
                  <a:pt x="5621" y="10306"/>
                  <a:pt x="6014" y="10375"/>
                </a:cubicBezTo>
                <a:cubicBezTo>
                  <a:pt x="6027" y="10429"/>
                  <a:pt x="6041" y="10496"/>
                  <a:pt x="6054" y="10604"/>
                </a:cubicBezTo>
                <a:cubicBezTo>
                  <a:pt x="5824" y="10564"/>
                  <a:pt x="5689" y="10523"/>
                  <a:pt x="5689" y="10523"/>
                </a:cubicBezTo>
                <a:cubicBezTo>
                  <a:pt x="5623" y="10508"/>
                  <a:pt x="5557" y="10500"/>
                  <a:pt x="5491" y="10500"/>
                </a:cubicBezTo>
                <a:cubicBezTo>
                  <a:pt x="5100" y="10500"/>
                  <a:pt x="4738" y="10766"/>
                  <a:pt x="4646" y="11160"/>
                </a:cubicBezTo>
                <a:cubicBezTo>
                  <a:pt x="4524" y="11634"/>
                  <a:pt x="4808" y="12094"/>
                  <a:pt x="5283" y="12217"/>
                </a:cubicBezTo>
                <a:cubicBezTo>
                  <a:pt x="5323" y="12217"/>
                  <a:pt x="5689" y="12311"/>
                  <a:pt x="6285" y="12392"/>
                </a:cubicBezTo>
                <a:cubicBezTo>
                  <a:pt x="6298" y="12514"/>
                  <a:pt x="6312" y="12636"/>
                  <a:pt x="6325" y="12771"/>
                </a:cubicBezTo>
                <a:cubicBezTo>
                  <a:pt x="5283" y="12677"/>
                  <a:pt x="4633" y="12569"/>
                  <a:pt x="4605" y="12555"/>
                </a:cubicBezTo>
                <a:cubicBezTo>
                  <a:pt x="4555" y="12546"/>
                  <a:pt x="4505" y="12542"/>
                  <a:pt x="4455" y="12542"/>
                </a:cubicBezTo>
                <a:cubicBezTo>
                  <a:pt x="4040" y="12542"/>
                  <a:pt x="3676" y="12836"/>
                  <a:pt x="3603" y="13259"/>
                </a:cubicBezTo>
                <a:cubicBezTo>
                  <a:pt x="3508" y="13733"/>
                  <a:pt x="3820" y="14180"/>
                  <a:pt x="4293" y="14261"/>
                </a:cubicBezTo>
                <a:cubicBezTo>
                  <a:pt x="4375" y="14275"/>
                  <a:pt x="5187" y="14423"/>
                  <a:pt x="6460" y="14532"/>
                </a:cubicBezTo>
                <a:cubicBezTo>
                  <a:pt x="6447" y="16997"/>
                  <a:pt x="6081" y="21994"/>
                  <a:pt x="4971" y="26111"/>
                </a:cubicBezTo>
                <a:cubicBezTo>
                  <a:pt x="4443" y="27831"/>
                  <a:pt x="3996" y="29483"/>
                  <a:pt x="3996" y="29483"/>
                </a:cubicBezTo>
                <a:cubicBezTo>
                  <a:pt x="3996" y="29483"/>
                  <a:pt x="3264" y="29916"/>
                  <a:pt x="3075" y="30960"/>
                </a:cubicBezTo>
                <a:cubicBezTo>
                  <a:pt x="2872" y="32002"/>
                  <a:pt x="1531" y="32666"/>
                  <a:pt x="1139" y="32977"/>
                </a:cubicBezTo>
                <a:cubicBezTo>
                  <a:pt x="745" y="33289"/>
                  <a:pt x="868" y="33708"/>
                  <a:pt x="1639" y="34237"/>
                </a:cubicBezTo>
                <a:cubicBezTo>
                  <a:pt x="109" y="34968"/>
                  <a:pt x="1" y="36187"/>
                  <a:pt x="2087" y="37365"/>
                </a:cubicBezTo>
                <a:cubicBezTo>
                  <a:pt x="3345" y="38069"/>
                  <a:pt x="6569" y="38219"/>
                  <a:pt x="8695" y="38219"/>
                </a:cubicBezTo>
                <a:lnTo>
                  <a:pt x="9427" y="38219"/>
                </a:lnTo>
                <a:cubicBezTo>
                  <a:pt x="9494" y="38219"/>
                  <a:pt x="9562" y="38205"/>
                  <a:pt x="9629" y="38205"/>
                </a:cubicBezTo>
                <a:lnTo>
                  <a:pt x="9873" y="38205"/>
                </a:lnTo>
                <a:cubicBezTo>
                  <a:pt x="9941" y="38205"/>
                  <a:pt x="10009" y="38192"/>
                  <a:pt x="10077" y="38192"/>
                </a:cubicBezTo>
                <a:lnTo>
                  <a:pt x="10293" y="38192"/>
                </a:lnTo>
                <a:cubicBezTo>
                  <a:pt x="10321" y="38192"/>
                  <a:pt x="10334" y="38177"/>
                  <a:pt x="10348" y="38177"/>
                </a:cubicBezTo>
                <a:lnTo>
                  <a:pt x="10577" y="38177"/>
                </a:lnTo>
                <a:cubicBezTo>
                  <a:pt x="10646" y="38164"/>
                  <a:pt x="10700" y="38164"/>
                  <a:pt x="10767" y="38164"/>
                </a:cubicBezTo>
                <a:lnTo>
                  <a:pt x="10821" y="38164"/>
                </a:lnTo>
                <a:cubicBezTo>
                  <a:pt x="10875" y="38150"/>
                  <a:pt x="10943" y="38150"/>
                  <a:pt x="10998" y="38150"/>
                </a:cubicBezTo>
                <a:lnTo>
                  <a:pt x="11065" y="38150"/>
                </a:lnTo>
                <a:cubicBezTo>
                  <a:pt x="11119" y="38137"/>
                  <a:pt x="11173" y="38137"/>
                  <a:pt x="11241" y="38137"/>
                </a:cubicBezTo>
                <a:cubicBezTo>
                  <a:pt x="11254" y="38137"/>
                  <a:pt x="11282" y="38137"/>
                  <a:pt x="11309" y="38123"/>
                </a:cubicBezTo>
                <a:lnTo>
                  <a:pt x="11471" y="38123"/>
                </a:lnTo>
                <a:cubicBezTo>
                  <a:pt x="11498" y="38110"/>
                  <a:pt x="11525" y="38110"/>
                  <a:pt x="11552" y="38110"/>
                </a:cubicBezTo>
                <a:cubicBezTo>
                  <a:pt x="11607" y="38110"/>
                  <a:pt x="11648" y="38096"/>
                  <a:pt x="11702" y="38096"/>
                </a:cubicBezTo>
                <a:lnTo>
                  <a:pt x="11796" y="38096"/>
                </a:lnTo>
                <a:cubicBezTo>
                  <a:pt x="11837" y="38083"/>
                  <a:pt x="11891" y="38083"/>
                  <a:pt x="11946" y="38083"/>
                </a:cubicBezTo>
                <a:cubicBezTo>
                  <a:pt x="11973" y="38069"/>
                  <a:pt x="12000" y="38069"/>
                  <a:pt x="12027" y="38069"/>
                </a:cubicBezTo>
                <a:cubicBezTo>
                  <a:pt x="12081" y="38069"/>
                  <a:pt x="12121" y="38056"/>
                  <a:pt x="12175" y="38056"/>
                </a:cubicBezTo>
                <a:cubicBezTo>
                  <a:pt x="12202" y="38056"/>
                  <a:pt x="12244" y="38056"/>
                  <a:pt x="12271" y="38042"/>
                </a:cubicBezTo>
                <a:cubicBezTo>
                  <a:pt x="12311" y="38042"/>
                  <a:pt x="12365" y="38042"/>
                  <a:pt x="12406" y="38029"/>
                </a:cubicBezTo>
                <a:cubicBezTo>
                  <a:pt x="12446" y="38029"/>
                  <a:pt x="12473" y="38029"/>
                  <a:pt x="12500" y="38015"/>
                </a:cubicBezTo>
                <a:cubicBezTo>
                  <a:pt x="12555" y="38015"/>
                  <a:pt x="12596" y="38015"/>
                  <a:pt x="12636" y="38002"/>
                </a:cubicBezTo>
                <a:cubicBezTo>
                  <a:pt x="12677" y="38002"/>
                  <a:pt x="12704" y="38002"/>
                  <a:pt x="12731" y="37988"/>
                </a:cubicBezTo>
                <a:cubicBezTo>
                  <a:pt x="12785" y="37988"/>
                  <a:pt x="12825" y="37988"/>
                  <a:pt x="12867" y="37975"/>
                </a:cubicBezTo>
                <a:cubicBezTo>
                  <a:pt x="12894" y="37975"/>
                  <a:pt x="12934" y="37975"/>
                  <a:pt x="12961" y="37961"/>
                </a:cubicBezTo>
                <a:cubicBezTo>
                  <a:pt x="13002" y="37961"/>
                  <a:pt x="13042" y="37948"/>
                  <a:pt x="13083" y="37948"/>
                </a:cubicBezTo>
                <a:cubicBezTo>
                  <a:pt x="13123" y="37948"/>
                  <a:pt x="13150" y="37934"/>
                  <a:pt x="13192" y="37934"/>
                </a:cubicBezTo>
                <a:cubicBezTo>
                  <a:pt x="13232" y="37934"/>
                  <a:pt x="13273" y="37921"/>
                  <a:pt x="13300" y="37921"/>
                </a:cubicBezTo>
                <a:cubicBezTo>
                  <a:pt x="13340" y="37907"/>
                  <a:pt x="13381" y="37907"/>
                  <a:pt x="13408" y="37894"/>
                </a:cubicBezTo>
                <a:cubicBezTo>
                  <a:pt x="13448" y="37894"/>
                  <a:pt x="13475" y="37894"/>
                  <a:pt x="13517" y="37880"/>
                </a:cubicBezTo>
                <a:cubicBezTo>
                  <a:pt x="13557" y="37880"/>
                  <a:pt x="13584" y="37867"/>
                  <a:pt x="13625" y="37867"/>
                </a:cubicBezTo>
                <a:cubicBezTo>
                  <a:pt x="13652" y="37852"/>
                  <a:pt x="13692" y="37852"/>
                  <a:pt x="13719" y="37852"/>
                </a:cubicBezTo>
                <a:cubicBezTo>
                  <a:pt x="13760" y="37839"/>
                  <a:pt x="13787" y="37839"/>
                  <a:pt x="13828" y="37825"/>
                </a:cubicBezTo>
                <a:cubicBezTo>
                  <a:pt x="13855" y="37825"/>
                  <a:pt x="13896" y="37812"/>
                  <a:pt x="13923" y="37812"/>
                </a:cubicBezTo>
                <a:cubicBezTo>
                  <a:pt x="13963" y="37798"/>
                  <a:pt x="13990" y="37798"/>
                  <a:pt x="14031" y="37785"/>
                </a:cubicBezTo>
                <a:cubicBezTo>
                  <a:pt x="14058" y="37785"/>
                  <a:pt x="14085" y="37771"/>
                  <a:pt x="14125" y="37771"/>
                </a:cubicBezTo>
                <a:cubicBezTo>
                  <a:pt x="14153" y="37758"/>
                  <a:pt x="14180" y="37758"/>
                  <a:pt x="14221" y="37744"/>
                </a:cubicBezTo>
                <a:cubicBezTo>
                  <a:pt x="14248" y="37744"/>
                  <a:pt x="14275" y="37731"/>
                  <a:pt x="14302" y="37731"/>
                </a:cubicBezTo>
                <a:cubicBezTo>
                  <a:pt x="14342" y="37717"/>
                  <a:pt x="14369" y="37704"/>
                  <a:pt x="14396" y="37704"/>
                </a:cubicBezTo>
                <a:cubicBezTo>
                  <a:pt x="14423" y="37690"/>
                  <a:pt x="14451" y="37690"/>
                  <a:pt x="14478" y="37677"/>
                </a:cubicBezTo>
                <a:cubicBezTo>
                  <a:pt x="14519" y="37677"/>
                  <a:pt x="14546" y="37663"/>
                  <a:pt x="14573" y="37650"/>
                </a:cubicBezTo>
                <a:cubicBezTo>
                  <a:pt x="14600" y="37650"/>
                  <a:pt x="14627" y="37636"/>
                  <a:pt x="14654" y="37636"/>
                </a:cubicBezTo>
                <a:cubicBezTo>
                  <a:pt x="14681" y="37623"/>
                  <a:pt x="14708" y="37623"/>
                  <a:pt x="14735" y="37609"/>
                </a:cubicBezTo>
                <a:cubicBezTo>
                  <a:pt x="14763" y="37596"/>
                  <a:pt x="14790" y="37596"/>
                  <a:pt x="14817" y="37582"/>
                </a:cubicBezTo>
                <a:cubicBezTo>
                  <a:pt x="14844" y="37569"/>
                  <a:pt x="14871" y="37569"/>
                  <a:pt x="14898" y="37555"/>
                </a:cubicBezTo>
                <a:cubicBezTo>
                  <a:pt x="14925" y="37542"/>
                  <a:pt x="14938" y="37542"/>
                  <a:pt x="14965" y="37527"/>
                </a:cubicBezTo>
                <a:cubicBezTo>
                  <a:pt x="14992" y="37527"/>
                  <a:pt x="15019" y="37514"/>
                  <a:pt x="15046" y="37500"/>
                </a:cubicBezTo>
                <a:cubicBezTo>
                  <a:pt x="15060" y="37487"/>
                  <a:pt x="15088" y="37487"/>
                  <a:pt x="15101" y="37473"/>
                </a:cubicBezTo>
                <a:cubicBezTo>
                  <a:pt x="15128" y="37460"/>
                  <a:pt x="15155" y="37446"/>
                  <a:pt x="15182" y="37446"/>
                </a:cubicBezTo>
                <a:cubicBezTo>
                  <a:pt x="15196" y="37433"/>
                  <a:pt x="15209" y="37433"/>
                  <a:pt x="15223" y="37419"/>
                </a:cubicBezTo>
                <a:cubicBezTo>
                  <a:pt x="15263" y="37406"/>
                  <a:pt x="15304" y="37379"/>
                  <a:pt x="15344" y="37365"/>
                </a:cubicBezTo>
                <a:cubicBezTo>
                  <a:pt x="15873" y="37067"/>
                  <a:pt x="16252" y="36783"/>
                  <a:pt x="16523" y="36485"/>
                </a:cubicBezTo>
                <a:cubicBezTo>
                  <a:pt x="16617" y="36377"/>
                  <a:pt x="16699" y="36268"/>
                  <a:pt x="16753" y="36160"/>
                </a:cubicBezTo>
                <a:cubicBezTo>
                  <a:pt x="16807" y="36092"/>
                  <a:pt x="16834" y="36025"/>
                  <a:pt x="16861" y="35956"/>
                </a:cubicBezTo>
                <a:cubicBezTo>
                  <a:pt x="17011" y="35564"/>
                  <a:pt x="16929" y="35198"/>
                  <a:pt x="16672" y="34873"/>
                </a:cubicBezTo>
                <a:cubicBezTo>
                  <a:pt x="16617" y="34806"/>
                  <a:pt x="16563" y="34752"/>
                  <a:pt x="16496" y="34698"/>
                </a:cubicBezTo>
                <a:cubicBezTo>
                  <a:pt x="16319" y="34535"/>
                  <a:pt x="16076" y="34372"/>
                  <a:pt x="15792" y="34237"/>
                </a:cubicBezTo>
                <a:cubicBezTo>
                  <a:pt x="16577" y="33708"/>
                  <a:pt x="16686" y="33289"/>
                  <a:pt x="16292" y="32977"/>
                </a:cubicBezTo>
                <a:cubicBezTo>
                  <a:pt x="15900" y="32666"/>
                  <a:pt x="14559" y="32002"/>
                  <a:pt x="14369" y="30960"/>
                </a:cubicBezTo>
                <a:cubicBezTo>
                  <a:pt x="14167" y="29916"/>
                  <a:pt x="13448" y="29483"/>
                  <a:pt x="13448" y="29483"/>
                </a:cubicBezTo>
                <a:cubicBezTo>
                  <a:pt x="13448" y="29483"/>
                  <a:pt x="13002" y="27831"/>
                  <a:pt x="12460" y="26111"/>
                </a:cubicBezTo>
                <a:cubicBezTo>
                  <a:pt x="11363" y="22007"/>
                  <a:pt x="10984" y="17011"/>
                  <a:pt x="10984" y="14546"/>
                </a:cubicBezTo>
                <a:cubicBezTo>
                  <a:pt x="11621" y="14492"/>
                  <a:pt x="12284" y="14423"/>
                  <a:pt x="12961" y="14315"/>
                </a:cubicBezTo>
                <a:cubicBezTo>
                  <a:pt x="13435" y="14234"/>
                  <a:pt x="13760" y="13787"/>
                  <a:pt x="13679" y="13313"/>
                </a:cubicBezTo>
                <a:cubicBezTo>
                  <a:pt x="13617" y="12883"/>
                  <a:pt x="13244" y="12586"/>
                  <a:pt x="12820" y="12586"/>
                </a:cubicBezTo>
                <a:cubicBezTo>
                  <a:pt x="12777" y="12586"/>
                  <a:pt x="12734" y="12589"/>
                  <a:pt x="12690" y="12596"/>
                </a:cubicBezTo>
                <a:cubicBezTo>
                  <a:pt x="12148" y="12690"/>
                  <a:pt x="11607" y="12744"/>
                  <a:pt x="11065" y="12798"/>
                </a:cubicBezTo>
                <a:cubicBezTo>
                  <a:pt x="11092" y="12663"/>
                  <a:pt x="11106" y="12542"/>
                  <a:pt x="11119" y="12406"/>
                </a:cubicBezTo>
                <a:cubicBezTo>
                  <a:pt x="11404" y="12365"/>
                  <a:pt x="11688" y="12311"/>
                  <a:pt x="11973" y="12257"/>
                </a:cubicBezTo>
                <a:cubicBezTo>
                  <a:pt x="12446" y="12162"/>
                  <a:pt x="12744" y="11702"/>
                  <a:pt x="12650" y="11227"/>
                </a:cubicBezTo>
                <a:cubicBezTo>
                  <a:pt x="12556" y="10829"/>
                  <a:pt x="12199" y="10543"/>
                  <a:pt x="11806" y="10543"/>
                </a:cubicBezTo>
                <a:cubicBezTo>
                  <a:pt x="11745" y="10543"/>
                  <a:pt x="11683" y="10550"/>
                  <a:pt x="11621" y="10564"/>
                </a:cubicBezTo>
                <a:lnTo>
                  <a:pt x="11417" y="10604"/>
                </a:lnTo>
                <a:lnTo>
                  <a:pt x="11417" y="10388"/>
                </a:lnTo>
                <a:cubicBezTo>
                  <a:pt x="11579" y="10361"/>
                  <a:pt x="11742" y="10321"/>
                  <a:pt x="11904" y="10293"/>
                </a:cubicBezTo>
                <a:cubicBezTo>
                  <a:pt x="12202" y="10225"/>
                  <a:pt x="12392" y="9941"/>
                  <a:pt x="12325" y="9643"/>
                </a:cubicBezTo>
                <a:cubicBezTo>
                  <a:pt x="12277" y="9391"/>
                  <a:pt x="12038" y="9214"/>
                  <a:pt x="11786" y="9214"/>
                </a:cubicBezTo>
                <a:cubicBezTo>
                  <a:pt x="11754" y="9214"/>
                  <a:pt x="11721" y="9217"/>
                  <a:pt x="11688" y="9223"/>
                </a:cubicBezTo>
                <a:cubicBezTo>
                  <a:pt x="11621" y="9237"/>
                  <a:pt x="11566" y="9250"/>
                  <a:pt x="11512" y="9264"/>
                </a:cubicBezTo>
                <a:cubicBezTo>
                  <a:pt x="11485" y="9264"/>
                  <a:pt x="11471" y="9264"/>
                  <a:pt x="11458" y="9250"/>
                </a:cubicBezTo>
                <a:cubicBezTo>
                  <a:pt x="11458" y="9169"/>
                  <a:pt x="11458" y="8952"/>
                  <a:pt x="11471" y="8654"/>
                </a:cubicBezTo>
                <a:cubicBezTo>
                  <a:pt x="11471" y="8519"/>
                  <a:pt x="11485" y="8343"/>
                  <a:pt x="11498" y="8167"/>
                </a:cubicBezTo>
                <a:cubicBezTo>
                  <a:pt x="11498" y="8004"/>
                  <a:pt x="11512" y="7815"/>
                  <a:pt x="11525" y="7625"/>
                </a:cubicBezTo>
                <a:cubicBezTo>
                  <a:pt x="11552" y="7246"/>
                  <a:pt x="11594" y="6854"/>
                  <a:pt x="11648" y="6529"/>
                </a:cubicBezTo>
                <a:cubicBezTo>
                  <a:pt x="11688" y="6271"/>
                  <a:pt x="11742" y="6054"/>
                  <a:pt x="11796" y="5892"/>
                </a:cubicBezTo>
                <a:cubicBezTo>
                  <a:pt x="11810" y="5837"/>
                  <a:pt x="11837" y="5783"/>
                  <a:pt x="11850" y="5743"/>
                </a:cubicBezTo>
                <a:cubicBezTo>
                  <a:pt x="12189" y="5093"/>
                  <a:pt x="13083" y="3914"/>
                  <a:pt x="13381" y="3481"/>
                </a:cubicBezTo>
                <a:cubicBezTo>
                  <a:pt x="13435" y="3400"/>
                  <a:pt x="13475" y="3318"/>
                  <a:pt x="13490" y="3251"/>
                </a:cubicBezTo>
                <a:lnTo>
                  <a:pt x="13490" y="3197"/>
                </a:lnTo>
                <a:cubicBezTo>
                  <a:pt x="13479" y="3109"/>
                  <a:pt x="13416" y="3052"/>
                  <a:pt x="13302" y="3052"/>
                </a:cubicBezTo>
                <a:cubicBezTo>
                  <a:pt x="13136" y="3052"/>
                  <a:pt x="12859" y="3173"/>
                  <a:pt x="12473" y="3495"/>
                </a:cubicBezTo>
                <a:cubicBezTo>
                  <a:pt x="12406" y="3549"/>
                  <a:pt x="12352" y="3603"/>
                  <a:pt x="12284" y="3657"/>
                </a:cubicBezTo>
                <a:cubicBezTo>
                  <a:pt x="12250" y="3691"/>
                  <a:pt x="12226" y="3715"/>
                  <a:pt x="12203" y="3715"/>
                </a:cubicBezTo>
                <a:cubicBezTo>
                  <a:pt x="12199" y="3715"/>
                  <a:pt x="12194" y="3714"/>
                  <a:pt x="12189" y="3712"/>
                </a:cubicBezTo>
                <a:cubicBezTo>
                  <a:pt x="12162" y="3712"/>
                  <a:pt x="12148" y="3685"/>
                  <a:pt x="12121" y="3643"/>
                </a:cubicBezTo>
                <a:cubicBezTo>
                  <a:pt x="12108" y="3630"/>
                  <a:pt x="12108" y="3603"/>
                  <a:pt x="12094" y="3576"/>
                </a:cubicBezTo>
                <a:cubicBezTo>
                  <a:pt x="12067" y="3495"/>
                  <a:pt x="12040" y="3373"/>
                  <a:pt x="12013" y="3237"/>
                </a:cubicBezTo>
                <a:cubicBezTo>
                  <a:pt x="11959" y="3048"/>
                  <a:pt x="11864" y="2912"/>
                  <a:pt x="11756" y="2818"/>
                </a:cubicBezTo>
                <a:cubicBezTo>
                  <a:pt x="11648" y="2722"/>
                  <a:pt x="11512" y="2682"/>
                  <a:pt x="11404" y="2682"/>
                </a:cubicBezTo>
                <a:cubicBezTo>
                  <a:pt x="11282" y="2682"/>
                  <a:pt x="11119" y="2899"/>
                  <a:pt x="11011" y="3075"/>
                </a:cubicBezTo>
                <a:cubicBezTo>
                  <a:pt x="10984" y="3116"/>
                  <a:pt x="10971" y="3143"/>
                  <a:pt x="10956" y="3170"/>
                </a:cubicBezTo>
                <a:cubicBezTo>
                  <a:pt x="10943" y="3183"/>
                  <a:pt x="10929" y="3197"/>
                  <a:pt x="10929" y="3210"/>
                </a:cubicBezTo>
                <a:lnTo>
                  <a:pt x="10889" y="3291"/>
                </a:lnTo>
                <a:cubicBezTo>
                  <a:pt x="10889" y="3291"/>
                  <a:pt x="10131" y="2601"/>
                  <a:pt x="9331" y="2439"/>
                </a:cubicBezTo>
                <a:lnTo>
                  <a:pt x="9331" y="1937"/>
                </a:lnTo>
                <a:cubicBezTo>
                  <a:pt x="9331" y="1937"/>
                  <a:pt x="9440" y="1870"/>
                  <a:pt x="9548" y="1707"/>
                </a:cubicBezTo>
                <a:cubicBezTo>
                  <a:pt x="9643" y="1558"/>
                  <a:pt x="9738" y="1314"/>
                  <a:pt x="9725" y="976"/>
                </a:cubicBezTo>
                <a:cubicBezTo>
                  <a:pt x="9711" y="895"/>
                  <a:pt x="9698" y="814"/>
                  <a:pt x="9683" y="745"/>
                </a:cubicBezTo>
                <a:cubicBezTo>
                  <a:pt x="9670" y="718"/>
                  <a:pt x="9670" y="705"/>
                  <a:pt x="9656" y="678"/>
                </a:cubicBezTo>
                <a:cubicBezTo>
                  <a:pt x="9643" y="637"/>
                  <a:pt x="9629" y="583"/>
                  <a:pt x="9616" y="543"/>
                </a:cubicBezTo>
                <a:cubicBezTo>
                  <a:pt x="9602" y="516"/>
                  <a:pt x="9575" y="501"/>
                  <a:pt x="9562" y="474"/>
                </a:cubicBezTo>
                <a:cubicBezTo>
                  <a:pt x="9548" y="447"/>
                  <a:pt x="9521" y="407"/>
                  <a:pt x="9508" y="380"/>
                </a:cubicBezTo>
                <a:lnTo>
                  <a:pt x="9440" y="312"/>
                </a:lnTo>
                <a:lnTo>
                  <a:pt x="9386" y="258"/>
                </a:lnTo>
                <a:cubicBezTo>
                  <a:pt x="9345" y="231"/>
                  <a:pt x="9318" y="204"/>
                  <a:pt x="9291" y="176"/>
                </a:cubicBezTo>
                <a:cubicBezTo>
                  <a:pt x="9277" y="176"/>
                  <a:pt x="9250" y="163"/>
                  <a:pt x="9237" y="149"/>
                </a:cubicBezTo>
                <a:cubicBezTo>
                  <a:pt x="9196" y="122"/>
                  <a:pt x="9156" y="109"/>
                  <a:pt x="9115" y="95"/>
                </a:cubicBezTo>
                <a:cubicBezTo>
                  <a:pt x="9115" y="82"/>
                  <a:pt x="9102" y="82"/>
                  <a:pt x="9088" y="82"/>
                </a:cubicBezTo>
                <a:cubicBezTo>
                  <a:pt x="9048" y="55"/>
                  <a:pt x="8993" y="41"/>
                  <a:pt x="8952" y="28"/>
                </a:cubicBezTo>
                <a:lnTo>
                  <a:pt x="8939" y="28"/>
                </a:lnTo>
                <a:cubicBezTo>
                  <a:pt x="8885" y="14"/>
                  <a:pt x="8844" y="14"/>
                  <a:pt x="879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6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6"/>
          <p:cNvSpPr txBox="1">
            <a:spLocks noGrp="1"/>
          </p:cNvSpPr>
          <p:nvPr>
            <p:ph type="ctrTitle"/>
          </p:nvPr>
        </p:nvSpPr>
        <p:spPr>
          <a:xfrm>
            <a:off x="2178025" y="723700"/>
            <a:ext cx="4788000" cy="107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84" name="Google Shape;284;p26"/>
          <p:cNvSpPr txBox="1">
            <a:spLocks noGrp="1"/>
          </p:cNvSpPr>
          <p:nvPr>
            <p:ph type="subTitle" idx="1"/>
          </p:nvPr>
        </p:nvSpPr>
        <p:spPr>
          <a:xfrm>
            <a:off x="2274425" y="2333150"/>
            <a:ext cx="45951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5" name="Google Shape;285;p26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26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6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6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26"/>
          <p:cNvSpPr txBox="1">
            <a:spLocks noGrp="1"/>
          </p:cNvSpPr>
          <p:nvPr>
            <p:ph type="subTitle" idx="2"/>
          </p:nvPr>
        </p:nvSpPr>
        <p:spPr>
          <a:xfrm>
            <a:off x="2274425" y="1704625"/>
            <a:ext cx="4595100" cy="5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ranienbaum"/>
              <a:buNone/>
              <a:defRPr sz="28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ranienbaum"/>
              <a:buNone/>
              <a:defRPr sz="28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ranienbaum"/>
              <a:buNone/>
              <a:defRPr sz="28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ranienbaum"/>
              <a:buNone/>
              <a:defRPr sz="28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ranienbaum"/>
              <a:buNone/>
              <a:defRPr sz="28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ranienbaum"/>
              <a:buNone/>
              <a:defRPr sz="28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ranienbaum"/>
              <a:buNone/>
              <a:defRPr sz="28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ranienbaum"/>
              <a:buNone/>
              <a:defRPr sz="28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290" name="Google Shape;290;p26"/>
          <p:cNvSpPr txBox="1"/>
          <p:nvPr/>
        </p:nvSpPr>
        <p:spPr>
          <a:xfrm>
            <a:off x="2400000" y="3701175"/>
            <a:ext cx="4344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CREDITS:</a:t>
            </a:r>
            <a:r>
              <a:rPr lang="en" sz="1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, including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7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27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7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27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7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8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28"/>
          <p:cNvSpPr/>
          <p:nvPr/>
        </p:nvSpPr>
        <p:spPr>
          <a:xfrm rot="5400000">
            <a:off x="491572" y="4393720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8"/>
          <p:cNvSpPr/>
          <p:nvPr/>
        </p:nvSpPr>
        <p:spPr>
          <a:xfrm rot="-5400000">
            <a:off x="8195572" y="-202380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28"/>
          <p:cNvSpPr/>
          <p:nvPr/>
        </p:nvSpPr>
        <p:spPr>
          <a:xfrm rot="10800000">
            <a:off x="111672" y="193445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8"/>
          <p:cNvSpPr/>
          <p:nvPr/>
        </p:nvSpPr>
        <p:spPr>
          <a:xfrm>
            <a:off x="8590622" y="4028695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2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04;p29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305" name="Google Shape;305;p29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9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9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9"/>
            <p:cNvSpPr/>
            <p:nvPr/>
          </p:nvSpPr>
          <p:spPr>
            <a:xfrm rot="-5400000" flipH="1">
              <a:off x="8376924" y="454693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9"/>
            <p:cNvSpPr/>
            <p:nvPr/>
          </p:nvSpPr>
          <p:spPr>
            <a:xfrm>
              <a:off x="116074" y="43172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2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●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○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■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●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○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■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●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○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■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62" r:id="rId2"/>
    <p:sldLayoutId id="2147483648" r:id="rId3"/>
    <p:sldLayoutId id="2147483649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58" r:id="rId10"/>
    <p:sldLayoutId id="2147483659" r:id="rId11"/>
    <p:sldLayoutId id="2147483661" r:id="rId12"/>
    <p:sldLayoutId id="2147483665" r:id="rId13"/>
    <p:sldLayoutId id="2147483667" r:id="rId14"/>
    <p:sldLayoutId id="2147483668" r:id="rId15"/>
    <p:sldLayoutId id="2147483672" r:id="rId16"/>
    <p:sldLayoutId id="2147483673" r:id="rId17"/>
    <p:sldLayoutId id="2147483674" r:id="rId18"/>
    <p:sldLayoutId id="2147483675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1.gi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13" Type="http://schemas.openxmlformats.org/officeDocument/2006/relationships/image" Target="../media/image38.png"/><Relationship Id="rId3" Type="http://schemas.openxmlformats.org/officeDocument/2006/relationships/hyperlink" Target="https://github.com/vandyG" TargetMode="External"/><Relationship Id="rId7" Type="http://schemas.openxmlformats.org/officeDocument/2006/relationships/image" Target="../media/image34.png"/><Relationship Id="rId12" Type="http://schemas.openxmlformats.org/officeDocument/2006/relationships/hyperlink" Target="https://www.instagram.com/vandit_goel/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x.com/VanditGoel" TargetMode="External"/><Relationship Id="rId11" Type="http://schemas.openxmlformats.org/officeDocument/2006/relationships/image" Target="../media/image37.svg"/><Relationship Id="rId5" Type="http://schemas.openxmlformats.org/officeDocument/2006/relationships/image" Target="../media/image33.svg"/><Relationship Id="rId10" Type="http://schemas.openxmlformats.org/officeDocument/2006/relationships/image" Target="../media/image36.png"/><Relationship Id="rId4" Type="http://schemas.openxmlformats.org/officeDocument/2006/relationships/image" Target="../media/image32.png"/><Relationship Id="rId9" Type="http://schemas.openxmlformats.org/officeDocument/2006/relationships/hyperlink" Target="https://www.linkedin.com/in/vandit-goel-492b66122/" TargetMode="External"/><Relationship Id="rId14" Type="http://schemas.openxmlformats.org/officeDocument/2006/relationships/image" Target="../media/image3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2"/>
          <p:cNvSpPr txBox="1">
            <a:spLocks noGrp="1"/>
          </p:cNvSpPr>
          <p:nvPr>
            <p:ph type="ctrTitle"/>
          </p:nvPr>
        </p:nvSpPr>
        <p:spPr>
          <a:xfrm>
            <a:off x="2178025" y="1180900"/>
            <a:ext cx="4788000" cy="224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CHESS ELO PREDICTION</a:t>
            </a:r>
          </a:p>
        </p:txBody>
      </p:sp>
      <p:sp>
        <p:nvSpPr>
          <p:cNvPr id="319" name="Google Shape;319;p32"/>
          <p:cNvSpPr txBox="1">
            <a:spLocks noGrp="1"/>
          </p:cNvSpPr>
          <p:nvPr>
            <p:ph type="subTitle" idx="1"/>
          </p:nvPr>
        </p:nvSpPr>
        <p:spPr>
          <a:xfrm>
            <a:off x="2274425" y="3461900"/>
            <a:ext cx="4595100" cy="5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Transformer model to predict level of play in chess.</a:t>
            </a:r>
          </a:p>
        </p:txBody>
      </p:sp>
      <p:sp>
        <p:nvSpPr>
          <p:cNvPr id="320" name="Google Shape;320;p32"/>
          <p:cNvSpPr/>
          <p:nvPr/>
        </p:nvSpPr>
        <p:spPr>
          <a:xfrm>
            <a:off x="3812225" y="791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32"/>
          <p:cNvSpPr/>
          <p:nvPr/>
        </p:nvSpPr>
        <p:spPr>
          <a:xfrm>
            <a:off x="4482425" y="791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32"/>
          <p:cNvSpPr/>
          <p:nvPr/>
        </p:nvSpPr>
        <p:spPr>
          <a:xfrm>
            <a:off x="5152625" y="791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32"/>
          <p:cNvSpPr/>
          <p:nvPr/>
        </p:nvSpPr>
        <p:spPr>
          <a:xfrm>
            <a:off x="3812225" y="4172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32"/>
          <p:cNvSpPr/>
          <p:nvPr/>
        </p:nvSpPr>
        <p:spPr>
          <a:xfrm>
            <a:off x="4482425" y="4172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32"/>
          <p:cNvSpPr/>
          <p:nvPr/>
        </p:nvSpPr>
        <p:spPr>
          <a:xfrm>
            <a:off x="5152625" y="4172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340" name="Google Shape;340;p34"/>
          <p:cNvSpPr txBox="1">
            <a:spLocks noGrp="1"/>
          </p:cNvSpPr>
          <p:nvPr>
            <p:ph type="subTitle" idx="1"/>
          </p:nvPr>
        </p:nvSpPr>
        <p:spPr>
          <a:xfrm>
            <a:off x="1932788" y="2245250"/>
            <a:ext cx="24903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Brief overview of the research</a:t>
            </a:r>
            <a:endParaRPr dirty="0"/>
          </a:p>
        </p:txBody>
      </p:sp>
      <p:sp>
        <p:nvSpPr>
          <p:cNvPr id="341" name="Google Shape;341;p34"/>
          <p:cNvSpPr txBox="1">
            <a:spLocks noGrp="1"/>
          </p:cNvSpPr>
          <p:nvPr>
            <p:ph type="title" idx="2"/>
          </p:nvPr>
        </p:nvSpPr>
        <p:spPr>
          <a:xfrm>
            <a:off x="780188" y="1634450"/>
            <a:ext cx="1152600" cy="10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42" name="Google Shape;342;p34"/>
          <p:cNvSpPr txBox="1">
            <a:spLocks noGrp="1"/>
          </p:cNvSpPr>
          <p:nvPr>
            <p:ph type="subTitle" idx="3"/>
          </p:nvPr>
        </p:nvSpPr>
        <p:spPr>
          <a:xfrm>
            <a:off x="1932788" y="1710650"/>
            <a:ext cx="24903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343" name="Google Shape;343;p34"/>
          <p:cNvSpPr txBox="1">
            <a:spLocks noGrp="1"/>
          </p:cNvSpPr>
          <p:nvPr>
            <p:ph type="title" idx="4"/>
          </p:nvPr>
        </p:nvSpPr>
        <p:spPr>
          <a:xfrm>
            <a:off x="4720913" y="1634450"/>
            <a:ext cx="1152600" cy="10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44" name="Google Shape;344;p34"/>
          <p:cNvSpPr txBox="1">
            <a:spLocks noGrp="1"/>
          </p:cNvSpPr>
          <p:nvPr>
            <p:ph type="subTitle" idx="5"/>
          </p:nvPr>
        </p:nvSpPr>
        <p:spPr>
          <a:xfrm>
            <a:off x="5873513" y="2245250"/>
            <a:ext cx="24903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Extracting structured data from PGN</a:t>
            </a:r>
          </a:p>
        </p:txBody>
      </p:sp>
      <p:sp>
        <p:nvSpPr>
          <p:cNvPr id="345" name="Google Shape;345;p34"/>
          <p:cNvSpPr txBox="1">
            <a:spLocks noGrp="1"/>
          </p:cNvSpPr>
          <p:nvPr>
            <p:ph type="subTitle" idx="6"/>
          </p:nvPr>
        </p:nvSpPr>
        <p:spPr>
          <a:xfrm>
            <a:off x="5873513" y="1710650"/>
            <a:ext cx="24903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PREPROCESSING</a:t>
            </a:r>
            <a:endParaRPr dirty="0"/>
          </a:p>
        </p:txBody>
      </p:sp>
      <p:sp>
        <p:nvSpPr>
          <p:cNvPr id="346" name="Google Shape;346;p34"/>
          <p:cNvSpPr txBox="1">
            <a:spLocks noGrp="1"/>
          </p:cNvSpPr>
          <p:nvPr>
            <p:ph type="title" idx="7"/>
          </p:nvPr>
        </p:nvSpPr>
        <p:spPr>
          <a:xfrm>
            <a:off x="780188" y="3095650"/>
            <a:ext cx="1152600" cy="10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47" name="Google Shape;347;p34"/>
          <p:cNvSpPr txBox="1">
            <a:spLocks noGrp="1"/>
          </p:cNvSpPr>
          <p:nvPr>
            <p:ph type="subTitle" idx="8"/>
          </p:nvPr>
        </p:nvSpPr>
        <p:spPr>
          <a:xfrm>
            <a:off x="1932788" y="3706450"/>
            <a:ext cx="24903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Training &amp; Testing Transformer model</a:t>
            </a:r>
            <a:endParaRPr dirty="0"/>
          </a:p>
        </p:txBody>
      </p:sp>
      <p:sp>
        <p:nvSpPr>
          <p:cNvPr id="348" name="Google Shape;348;p34"/>
          <p:cNvSpPr txBox="1">
            <a:spLocks noGrp="1"/>
          </p:cNvSpPr>
          <p:nvPr>
            <p:ph type="subTitle" idx="9"/>
          </p:nvPr>
        </p:nvSpPr>
        <p:spPr>
          <a:xfrm>
            <a:off x="1932788" y="3171850"/>
            <a:ext cx="24903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MODELING</a:t>
            </a:r>
            <a:endParaRPr dirty="0"/>
          </a:p>
        </p:txBody>
      </p:sp>
      <p:sp>
        <p:nvSpPr>
          <p:cNvPr id="349" name="Google Shape;349;p34"/>
          <p:cNvSpPr txBox="1">
            <a:spLocks noGrp="1"/>
          </p:cNvSpPr>
          <p:nvPr>
            <p:ph type="title" idx="13"/>
          </p:nvPr>
        </p:nvSpPr>
        <p:spPr>
          <a:xfrm>
            <a:off x="4720913" y="3095650"/>
            <a:ext cx="1152600" cy="10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50" name="Google Shape;350;p34"/>
          <p:cNvSpPr txBox="1">
            <a:spLocks noGrp="1"/>
          </p:cNvSpPr>
          <p:nvPr>
            <p:ph type="subTitle" idx="14"/>
          </p:nvPr>
        </p:nvSpPr>
        <p:spPr>
          <a:xfrm>
            <a:off x="5873513" y="3706450"/>
            <a:ext cx="24903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Results, Conclusion &amp; Future Scope</a:t>
            </a:r>
            <a:endParaRPr dirty="0"/>
          </a:p>
        </p:txBody>
      </p:sp>
      <p:sp>
        <p:nvSpPr>
          <p:cNvPr id="351" name="Google Shape;351;p34"/>
          <p:cNvSpPr txBox="1">
            <a:spLocks noGrp="1"/>
          </p:cNvSpPr>
          <p:nvPr>
            <p:ph type="subTitle" idx="15"/>
          </p:nvPr>
        </p:nvSpPr>
        <p:spPr>
          <a:xfrm>
            <a:off x="5873513" y="3171850"/>
            <a:ext cx="24903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</a:t>
            </a:r>
            <a:endParaRPr dirty="0"/>
          </a:p>
        </p:txBody>
      </p:sp>
      <p:sp>
        <p:nvSpPr>
          <p:cNvPr id="352" name="Google Shape;352;p34"/>
          <p:cNvSpPr/>
          <p:nvPr/>
        </p:nvSpPr>
        <p:spPr>
          <a:xfrm>
            <a:off x="815900" y="681625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34"/>
          <p:cNvSpPr/>
          <p:nvPr/>
        </p:nvSpPr>
        <p:spPr>
          <a:xfrm>
            <a:off x="8149000" y="681625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6"/>
          <p:cNvSpPr txBox="1">
            <a:spLocks noGrp="1"/>
          </p:cNvSpPr>
          <p:nvPr>
            <p:ph type="title"/>
          </p:nvPr>
        </p:nvSpPr>
        <p:spPr>
          <a:xfrm>
            <a:off x="4514066" y="2657775"/>
            <a:ext cx="3797967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365" name="Google Shape;365;p36"/>
          <p:cNvSpPr txBox="1">
            <a:spLocks noGrp="1"/>
          </p:cNvSpPr>
          <p:nvPr>
            <p:ph type="subTitle" idx="1"/>
          </p:nvPr>
        </p:nvSpPr>
        <p:spPr>
          <a:xfrm>
            <a:off x="5140600" y="3499575"/>
            <a:ext cx="2544900" cy="7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Predicting player skill level (Elo) using chess game data</a:t>
            </a:r>
          </a:p>
        </p:txBody>
      </p:sp>
      <p:sp>
        <p:nvSpPr>
          <p:cNvPr id="366" name="Google Shape;366;p36"/>
          <p:cNvSpPr txBox="1">
            <a:spLocks noGrp="1"/>
          </p:cNvSpPr>
          <p:nvPr>
            <p:ph type="title" idx="2"/>
          </p:nvPr>
        </p:nvSpPr>
        <p:spPr>
          <a:xfrm>
            <a:off x="4820350" y="887025"/>
            <a:ext cx="31854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367" name="Google Shape;367;p36"/>
          <p:cNvGrpSpPr/>
          <p:nvPr/>
        </p:nvGrpSpPr>
        <p:grpSpPr>
          <a:xfrm>
            <a:off x="5196100" y="1779225"/>
            <a:ext cx="2433900" cy="179100"/>
            <a:chOff x="5196100" y="2297550"/>
            <a:chExt cx="2433900" cy="179100"/>
          </a:xfrm>
        </p:grpSpPr>
        <p:sp>
          <p:nvSpPr>
            <p:cNvPr id="368" name="Google Shape;368;p36"/>
            <p:cNvSpPr/>
            <p:nvPr/>
          </p:nvSpPr>
          <p:spPr>
            <a:xfrm>
              <a:off x="5196100" y="2297550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6"/>
            <p:cNvSpPr/>
            <p:nvPr/>
          </p:nvSpPr>
          <p:spPr>
            <a:xfrm>
              <a:off x="7450900" y="2297550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3"/>
          <p:cNvSpPr txBox="1">
            <a:spLocks noGrp="1"/>
          </p:cNvSpPr>
          <p:nvPr>
            <p:ph type="title"/>
          </p:nvPr>
        </p:nvSpPr>
        <p:spPr>
          <a:xfrm>
            <a:off x="1388100" y="930075"/>
            <a:ext cx="6367800" cy="328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</a:t>
            </a:r>
            <a:br>
              <a:rPr lang="en" dirty="0"/>
            </a:br>
            <a:r>
              <a:rPr lang="en" dirty="0"/>
              <a:t>ELO?</a:t>
            </a:r>
            <a:endParaRPr dirty="0"/>
          </a:p>
        </p:txBody>
      </p:sp>
      <p:sp>
        <p:nvSpPr>
          <p:cNvPr id="542" name="Google Shape;542;p43"/>
          <p:cNvSpPr/>
          <p:nvPr/>
        </p:nvSpPr>
        <p:spPr>
          <a:xfrm rot="-5400000" flipH="1">
            <a:off x="7553753" y="1597685"/>
            <a:ext cx="1310058" cy="3320287"/>
          </a:xfrm>
          <a:custGeom>
            <a:avLst/>
            <a:gdLst/>
            <a:ahLst/>
            <a:cxnLst/>
            <a:rect l="l" t="t" r="r" b="b"/>
            <a:pathLst>
              <a:path w="16063" h="40711" extrusionOk="0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43"/>
          <p:cNvSpPr/>
          <p:nvPr/>
        </p:nvSpPr>
        <p:spPr>
          <a:xfrm rot="5400000">
            <a:off x="259728" y="1597685"/>
            <a:ext cx="1310058" cy="3320287"/>
          </a:xfrm>
          <a:custGeom>
            <a:avLst/>
            <a:gdLst/>
            <a:ahLst/>
            <a:cxnLst/>
            <a:rect l="l" t="t" r="r" b="b"/>
            <a:pathLst>
              <a:path w="16063" h="40711" extrusionOk="0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43"/>
          <p:cNvSpPr/>
          <p:nvPr/>
        </p:nvSpPr>
        <p:spPr>
          <a:xfrm>
            <a:off x="720001" y="1256374"/>
            <a:ext cx="884812" cy="1310042"/>
          </a:xfrm>
          <a:custGeom>
            <a:avLst/>
            <a:gdLst/>
            <a:ahLst/>
            <a:cxnLst/>
            <a:rect l="l" t="t" r="r" b="b"/>
            <a:pathLst>
              <a:path w="9331" h="13815" extrusionOk="0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43"/>
          <p:cNvSpPr/>
          <p:nvPr/>
        </p:nvSpPr>
        <p:spPr>
          <a:xfrm rot="10800000">
            <a:off x="7539176" y="1256374"/>
            <a:ext cx="884812" cy="1310042"/>
          </a:xfrm>
          <a:custGeom>
            <a:avLst/>
            <a:gdLst/>
            <a:ahLst/>
            <a:cxnLst/>
            <a:rect l="l" t="t" r="r" b="b"/>
            <a:pathLst>
              <a:path w="9331" h="13815" extrusionOk="0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43"/>
          <p:cNvSpPr/>
          <p:nvPr/>
        </p:nvSpPr>
        <p:spPr>
          <a:xfrm>
            <a:off x="3812225" y="743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43"/>
          <p:cNvSpPr/>
          <p:nvPr/>
        </p:nvSpPr>
        <p:spPr>
          <a:xfrm>
            <a:off x="4482425" y="743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43"/>
          <p:cNvSpPr/>
          <p:nvPr/>
        </p:nvSpPr>
        <p:spPr>
          <a:xfrm>
            <a:off x="5152625" y="743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43"/>
          <p:cNvSpPr/>
          <p:nvPr/>
        </p:nvSpPr>
        <p:spPr>
          <a:xfrm>
            <a:off x="3812225" y="4220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43"/>
          <p:cNvSpPr/>
          <p:nvPr/>
        </p:nvSpPr>
        <p:spPr>
          <a:xfrm>
            <a:off x="4482425" y="4220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43"/>
          <p:cNvSpPr/>
          <p:nvPr/>
        </p:nvSpPr>
        <p:spPr>
          <a:xfrm>
            <a:off x="5152625" y="4220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2AE675-D323-C39F-2F49-7CDA62526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Relative skill levels in </a:t>
            </a:r>
            <a:r>
              <a:rPr lang="en-US" b="1" dirty="0"/>
              <a:t>zero-sum games</a:t>
            </a:r>
            <a:r>
              <a:rPr lang="en-US" dirty="0"/>
              <a:t>. (Chess, esports, Tennis, etc.)</a:t>
            </a:r>
          </a:p>
          <a:p>
            <a:r>
              <a:rPr lang="en-US" dirty="0"/>
              <a:t>Player with the higher Elo rating is more likely to win.</a:t>
            </a:r>
          </a:p>
          <a:p>
            <a:r>
              <a:rPr lang="en-US" dirty="0"/>
              <a:t>Elo ratings are </a:t>
            </a:r>
            <a:r>
              <a:rPr lang="en-US" b="1" dirty="0"/>
              <a:t>self-correcting.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BBE928-6F0B-4899-60CA-2A9FA22DE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ELO RATING SYSTEM</a:t>
            </a:r>
            <a:endParaRPr lang="en-US" dirty="0"/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620D28DB-600D-8DB0-FB7A-0174FCB24F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4815261"/>
              </p:ext>
            </p:extLst>
          </p:nvPr>
        </p:nvGraphicFramePr>
        <p:xfrm>
          <a:off x="5375400" y="1393074"/>
          <a:ext cx="3107469" cy="2671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94323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>
          <a:extLst>
            <a:ext uri="{FF2B5EF4-FFF2-40B4-BE49-F238E27FC236}">
              <a16:creationId xmlns:a16="http://schemas.microsoft.com/office/drawing/2014/main" id="{7ED06B6F-5C12-8EE8-C960-6224CA2EB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5">
            <a:extLst>
              <a:ext uri="{FF2B5EF4-FFF2-40B4-BE49-F238E27FC236}">
                <a16:creationId xmlns:a16="http://schemas.microsoft.com/office/drawing/2014/main" id="{129A3A6C-B745-81D5-911B-10220AD33B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900033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/>
              <a:t>PROBLEM?</a:t>
            </a:r>
            <a:endParaRPr sz="6600" dirty="0"/>
          </a:p>
        </p:txBody>
      </p:sp>
      <p:sp>
        <p:nvSpPr>
          <p:cNvPr id="359" name="Google Shape;359;p35">
            <a:extLst>
              <a:ext uri="{FF2B5EF4-FFF2-40B4-BE49-F238E27FC236}">
                <a16:creationId xmlns:a16="http://schemas.microsoft.com/office/drawing/2014/main" id="{D0D9A42D-B545-2A30-EFCE-388F84A2BF6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3382333"/>
            <a:ext cx="3475200" cy="95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Outcome-based approach presents limitations when attempting to evaluate performance within a single game.</a:t>
            </a:r>
          </a:p>
        </p:txBody>
      </p:sp>
    </p:spTree>
    <p:extLst>
      <p:ext uri="{BB962C8B-B14F-4D97-AF65-F5344CB8AC3E}">
        <p14:creationId xmlns:p14="http://schemas.microsoft.com/office/powerpoint/2010/main" val="4207582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B3E2EF-A70B-A750-3C64-532299B37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Inaccurate in predicting the result of any </a:t>
            </a:r>
            <a:r>
              <a:rPr lang="en-US" b="1" dirty="0"/>
              <a:t>individual games</a:t>
            </a:r>
            <a:r>
              <a:rPr lang="en-US" dirty="0"/>
              <a:t>.</a:t>
            </a:r>
          </a:p>
          <a:p>
            <a:r>
              <a:rPr lang="en-US" dirty="0"/>
              <a:t>Inaccurate </a:t>
            </a:r>
            <a:r>
              <a:rPr lang="en-US" b="1" dirty="0"/>
              <a:t>initial rating </a:t>
            </a:r>
            <a:r>
              <a:rPr lang="en-US" dirty="0"/>
              <a:t>for players.</a:t>
            </a:r>
          </a:p>
          <a:p>
            <a:r>
              <a:rPr lang="en-US" dirty="0"/>
              <a:t>Not a measure of </a:t>
            </a:r>
            <a:r>
              <a:rPr lang="en-US" b="1" dirty="0"/>
              <a:t>playing strength</a:t>
            </a:r>
            <a:r>
              <a:rPr lang="en-US" dirty="0"/>
              <a:t>.</a:t>
            </a:r>
          </a:p>
          <a:p>
            <a:r>
              <a:rPr lang="en-US" dirty="0"/>
              <a:t>Unsuitable for comparisons of players across different </a:t>
            </a:r>
            <a:r>
              <a:rPr lang="en-US" b="1" dirty="0"/>
              <a:t>historical periods</a:t>
            </a:r>
            <a:r>
              <a:rPr lang="en-US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22FCDB-8850-AA53-47EC-8BBFD5A8F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WITH ELO</a:t>
            </a:r>
          </a:p>
        </p:txBody>
      </p:sp>
      <p:pic>
        <p:nvPicPr>
          <p:cNvPr id="4" name="Google Shape;581;p46">
            <a:extLst>
              <a:ext uri="{FF2B5EF4-FFF2-40B4-BE49-F238E27FC236}">
                <a16:creationId xmlns:a16="http://schemas.microsoft.com/office/drawing/2014/main" id="{B7BC5717-7459-84BD-0201-753FD07E945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6992" r="16992" b="1058"/>
          <a:stretch/>
        </p:blipFill>
        <p:spPr>
          <a:xfrm>
            <a:off x="5592561" y="1512037"/>
            <a:ext cx="2685550" cy="268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582;p46">
            <a:extLst>
              <a:ext uri="{FF2B5EF4-FFF2-40B4-BE49-F238E27FC236}">
                <a16:creationId xmlns:a16="http://schemas.microsoft.com/office/drawing/2014/main" id="{A30AE5A8-2A91-09A0-9B67-CCF1245CA23D}"/>
              </a:ext>
            </a:extLst>
          </p:cNvPr>
          <p:cNvPicPr preferRelativeResize="0"/>
          <p:nvPr/>
        </p:nvPicPr>
        <p:blipFill rotWithShape="1">
          <a:blip r:embed="rId4">
            <a:alphaModFix amt="65000"/>
          </a:blip>
          <a:srcRect l="16992" r="16992" b="1058"/>
          <a:stretch/>
        </p:blipFill>
        <p:spPr>
          <a:xfrm>
            <a:off x="5592561" y="1512037"/>
            <a:ext cx="2685550" cy="26855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583;p46">
            <a:extLst>
              <a:ext uri="{FF2B5EF4-FFF2-40B4-BE49-F238E27FC236}">
                <a16:creationId xmlns:a16="http://schemas.microsoft.com/office/drawing/2014/main" id="{DACBABA7-057A-F62A-54E8-6CD6C1BF7DC4}"/>
              </a:ext>
            </a:extLst>
          </p:cNvPr>
          <p:cNvSpPr/>
          <p:nvPr/>
        </p:nvSpPr>
        <p:spPr>
          <a:xfrm>
            <a:off x="5389412" y="1292537"/>
            <a:ext cx="431400" cy="431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584;p46">
            <a:extLst>
              <a:ext uri="{FF2B5EF4-FFF2-40B4-BE49-F238E27FC236}">
                <a16:creationId xmlns:a16="http://schemas.microsoft.com/office/drawing/2014/main" id="{D11FAF71-E106-80D5-869A-929C0BF844ED}"/>
              </a:ext>
            </a:extLst>
          </p:cNvPr>
          <p:cNvSpPr/>
          <p:nvPr/>
        </p:nvSpPr>
        <p:spPr>
          <a:xfrm>
            <a:off x="8077887" y="1292537"/>
            <a:ext cx="431400" cy="431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585;p46">
            <a:extLst>
              <a:ext uri="{FF2B5EF4-FFF2-40B4-BE49-F238E27FC236}">
                <a16:creationId xmlns:a16="http://schemas.microsoft.com/office/drawing/2014/main" id="{2D69534C-40C2-CCBC-A19F-7B0A997FAEA8}"/>
              </a:ext>
            </a:extLst>
          </p:cNvPr>
          <p:cNvSpPr/>
          <p:nvPr/>
        </p:nvSpPr>
        <p:spPr>
          <a:xfrm>
            <a:off x="5375400" y="3944787"/>
            <a:ext cx="431400" cy="431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46">
            <a:extLst>
              <a:ext uri="{FF2B5EF4-FFF2-40B4-BE49-F238E27FC236}">
                <a16:creationId xmlns:a16="http://schemas.microsoft.com/office/drawing/2014/main" id="{90142F09-D445-D681-E560-0D94FB191B39}"/>
              </a:ext>
            </a:extLst>
          </p:cNvPr>
          <p:cNvSpPr/>
          <p:nvPr/>
        </p:nvSpPr>
        <p:spPr>
          <a:xfrm>
            <a:off x="8063875" y="3944787"/>
            <a:ext cx="431400" cy="431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5249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RESEARCH OVERVIEW</a:t>
            </a:r>
            <a:endParaRPr dirty="0"/>
          </a:p>
        </p:txBody>
      </p:sp>
      <p:sp>
        <p:nvSpPr>
          <p:cNvPr id="375" name="Google Shape;375;p37"/>
          <p:cNvSpPr txBox="1">
            <a:spLocks noGrp="1"/>
          </p:cNvSpPr>
          <p:nvPr>
            <p:ph type="body" idx="1"/>
          </p:nvPr>
        </p:nvSpPr>
        <p:spPr>
          <a:xfrm>
            <a:off x="720000" y="1692550"/>
            <a:ext cx="4655400" cy="23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en-US" dirty="0"/>
              <a:t>Predicting the </a:t>
            </a:r>
            <a:r>
              <a:rPr lang="en-US" b="1" dirty="0"/>
              <a:t>intrinsic quality </a:t>
            </a:r>
            <a:r>
              <a:rPr lang="en-US" dirty="0"/>
              <a:t>or </a:t>
            </a:r>
            <a:r>
              <a:rPr lang="en-US" b="1" dirty="0"/>
              <a:t>player skill levels</a:t>
            </a:r>
            <a:r>
              <a:rPr lang="en-US" dirty="0"/>
              <a:t> in terms of Elo Rating by analyzing their performance in individual games.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en-US" dirty="0"/>
              <a:t>Aim:</a:t>
            </a:r>
            <a:endParaRPr lang="en-US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en-US" sz="1800" b="1" dirty="0"/>
              <a:t>Can a multi-feature approach accurately predict a chess player's Elo rating from a single game?</a:t>
            </a:r>
          </a:p>
        </p:txBody>
      </p:sp>
      <p:grpSp>
        <p:nvGrpSpPr>
          <p:cNvPr id="376" name="Google Shape;376;p37"/>
          <p:cNvGrpSpPr/>
          <p:nvPr/>
        </p:nvGrpSpPr>
        <p:grpSpPr>
          <a:xfrm>
            <a:off x="5673099" y="1739783"/>
            <a:ext cx="2750902" cy="2277618"/>
            <a:chOff x="5673099" y="1739783"/>
            <a:chExt cx="2750902" cy="2277618"/>
          </a:xfrm>
        </p:grpSpPr>
        <p:sp>
          <p:nvSpPr>
            <p:cNvPr id="377" name="Google Shape;377;p37"/>
            <p:cNvSpPr/>
            <p:nvPr/>
          </p:nvSpPr>
          <p:spPr>
            <a:xfrm>
              <a:off x="56730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7"/>
            <p:cNvSpPr/>
            <p:nvPr/>
          </p:nvSpPr>
          <p:spPr>
            <a:xfrm>
              <a:off x="62514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9" name="Google Shape;379;p37"/>
            <p:cNvSpPr/>
            <p:nvPr/>
          </p:nvSpPr>
          <p:spPr>
            <a:xfrm>
              <a:off x="68298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7"/>
            <p:cNvSpPr/>
            <p:nvPr/>
          </p:nvSpPr>
          <p:spPr>
            <a:xfrm>
              <a:off x="74082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7"/>
            <p:cNvSpPr/>
            <p:nvPr/>
          </p:nvSpPr>
          <p:spPr>
            <a:xfrm>
              <a:off x="79866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7"/>
            <p:cNvSpPr/>
            <p:nvPr/>
          </p:nvSpPr>
          <p:spPr>
            <a:xfrm>
              <a:off x="56730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7"/>
            <p:cNvSpPr/>
            <p:nvPr/>
          </p:nvSpPr>
          <p:spPr>
            <a:xfrm>
              <a:off x="62514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7"/>
            <p:cNvSpPr/>
            <p:nvPr/>
          </p:nvSpPr>
          <p:spPr>
            <a:xfrm>
              <a:off x="68298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7"/>
            <p:cNvSpPr/>
            <p:nvPr/>
          </p:nvSpPr>
          <p:spPr>
            <a:xfrm>
              <a:off x="74082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7"/>
            <p:cNvSpPr/>
            <p:nvPr/>
          </p:nvSpPr>
          <p:spPr>
            <a:xfrm>
              <a:off x="79866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7"/>
            <p:cNvSpPr/>
            <p:nvPr/>
          </p:nvSpPr>
          <p:spPr>
            <a:xfrm>
              <a:off x="56730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7"/>
            <p:cNvSpPr/>
            <p:nvPr/>
          </p:nvSpPr>
          <p:spPr>
            <a:xfrm>
              <a:off x="62514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7"/>
            <p:cNvSpPr/>
            <p:nvPr/>
          </p:nvSpPr>
          <p:spPr>
            <a:xfrm>
              <a:off x="68298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7"/>
            <p:cNvSpPr/>
            <p:nvPr/>
          </p:nvSpPr>
          <p:spPr>
            <a:xfrm>
              <a:off x="74082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7"/>
            <p:cNvSpPr/>
            <p:nvPr/>
          </p:nvSpPr>
          <p:spPr>
            <a:xfrm>
              <a:off x="79866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2" name="Google Shape;392;p37"/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393" name="Google Shape;393;p37"/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7"/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>
          <a:extLst>
            <a:ext uri="{FF2B5EF4-FFF2-40B4-BE49-F238E27FC236}">
              <a16:creationId xmlns:a16="http://schemas.microsoft.com/office/drawing/2014/main" id="{5251417E-41BB-C9EB-45CD-7A1CE778A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6">
            <a:extLst>
              <a:ext uri="{FF2B5EF4-FFF2-40B4-BE49-F238E27FC236}">
                <a16:creationId xmlns:a16="http://schemas.microsoft.com/office/drawing/2014/main" id="{DF2EE800-3820-674E-D499-6FB1868183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14066" y="2657775"/>
            <a:ext cx="3890101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PREPROCESSING</a:t>
            </a:r>
            <a:endParaRPr dirty="0"/>
          </a:p>
        </p:txBody>
      </p:sp>
      <p:sp>
        <p:nvSpPr>
          <p:cNvPr id="365" name="Google Shape;365;p36">
            <a:extLst>
              <a:ext uri="{FF2B5EF4-FFF2-40B4-BE49-F238E27FC236}">
                <a16:creationId xmlns:a16="http://schemas.microsoft.com/office/drawing/2014/main" id="{CDB22753-0388-1701-FF57-ADEF6D58920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140600" y="3499575"/>
            <a:ext cx="2544900" cy="7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Extracting structured data and feature engineering.</a:t>
            </a:r>
          </a:p>
        </p:txBody>
      </p:sp>
      <p:sp>
        <p:nvSpPr>
          <p:cNvPr id="366" name="Google Shape;366;p36">
            <a:extLst>
              <a:ext uri="{FF2B5EF4-FFF2-40B4-BE49-F238E27FC236}">
                <a16:creationId xmlns:a16="http://schemas.microsoft.com/office/drawing/2014/main" id="{BCD1E763-46AE-B3FD-22BB-892CEABD1C5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820350" y="887025"/>
            <a:ext cx="31854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367" name="Google Shape;367;p36">
            <a:extLst>
              <a:ext uri="{FF2B5EF4-FFF2-40B4-BE49-F238E27FC236}">
                <a16:creationId xmlns:a16="http://schemas.microsoft.com/office/drawing/2014/main" id="{0ABAE7FC-7F3B-5844-D207-DB06768C512E}"/>
              </a:ext>
            </a:extLst>
          </p:cNvPr>
          <p:cNvGrpSpPr/>
          <p:nvPr/>
        </p:nvGrpSpPr>
        <p:grpSpPr>
          <a:xfrm>
            <a:off x="5196100" y="1779225"/>
            <a:ext cx="2433900" cy="179100"/>
            <a:chOff x="5196100" y="2297550"/>
            <a:chExt cx="2433900" cy="179100"/>
          </a:xfrm>
        </p:grpSpPr>
        <p:sp>
          <p:nvSpPr>
            <p:cNvPr id="368" name="Google Shape;368;p36">
              <a:extLst>
                <a:ext uri="{FF2B5EF4-FFF2-40B4-BE49-F238E27FC236}">
                  <a16:creationId xmlns:a16="http://schemas.microsoft.com/office/drawing/2014/main" id="{AA253B30-FECC-7FA4-5BE9-5425F80F3BED}"/>
                </a:ext>
              </a:extLst>
            </p:cNvPr>
            <p:cNvSpPr/>
            <p:nvPr/>
          </p:nvSpPr>
          <p:spPr>
            <a:xfrm>
              <a:off x="5196100" y="2297550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6">
              <a:extLst>
                <a:ext uri="{FF2B5EF4-FFF2-40B4-BE49-F238E27FC236}">
                  <a16:creationId xmlns:a16="http://schemas.microsoft.com/office/drawing/2014/main" id="{E08893A8-CE9D-5D95-E254-3C28A4C9A4A6}"/>
                </a:ext>
              </a:extLst>
            </p:cNvPr>
            <p:cNvSpPr/>
            <p:nvPr/>
          </p:nvSpPr>
          <p:spPr>
            <a:xfrm>
              <a:off x="7450900" y="2297550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7489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>
          <a:extLst>
            <a:ext uri="{FF2B5EF4-FFF2-40B4-BE49-F238E27FC236}">
              <a16:creationId xmlns:a16="http://schemas.microsoft.com/office/drawing/2014/main" id="{027F01FC-0589-1003-CC69-7D679A738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7">
            <a:extLst>
              <a:ext uri="{FF2B5EF4-FFF2-40B4-BE49-F238E27FC236}">
                <a16:creationId xmlns:a16="http://schemas.microsoft.com/office/drawing/2014/main" id="{3CBE6549-E5CD-71C7-CF54-EF293029B3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85300" y="870475"/>
            <a:ext cx="5238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dirty="0"/>
              <a:t>90,000,000</a:t>
            </a:r>
            <a:endParaRPr sz="8800" dirty="0"/>
          </a:p>
        </p:txBody>
      </p:sp>
      <p:sp>
        <p:nvSpPr>
          <p:cNvPr id="595" name="Google Shape;595;p47">
            <a:extLst>
              <a:ext uri="{FF2B5EF4-FFF2-40B4-BE49-F238E27FC236}">
                <a16:creationId xmlns:a16="http://schemas.microsoft.com/office/drawing/2014/main" id="{878C5B3D-9DED-931B-FF46-0917D4554B4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58800" y="2765788"/>
            <a:ext cx="2965200" cy="6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Dataset of ~90 Million games extraced for the month of Feb 25</a:t>
            </a:r>
            <a:endParaRPr dirty="0"/>
          </a:p>
        </p:txBody>
      </p:sp>
      <p:sp>
        <p:nvSpPr>
          <p:cNvPr id="596" name="Google Shape;596;p47">
            <a:extLst>
              <a:ext uri="{FF2B5EF4-FFF2-40B4-BE49-F238E27FC236}">
                <a16:creationId xmlns:a16="http://schemas.microsoft.com/office/drawing/2014/main" id="{05AC68DD-B1B3-8244-E324-A3E0F616F425}"/>
              </a:ext>
            </a:extLst>
          </p:cNvPr>
          <p:cNvSpPr/>
          <p:nvPr/>
        </p:nvSpPr>
        <p:spPr>
          <a:xfrm>
            <a:off x="5645025" y="3712763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47">
            <a:extLst>
              <a:ext uri="{FF2B5EF4-FFF2-40B4-BE49-F238E27FC236}">
                <a16:creationId xmlns:a16="http://schemas.microsoft.com/office/drawing/2014/main" id="{31768F6C-B5C8-2083-15E8-7A9D2FC8968F}"/>
              </a:ext>
            </a:extLst>
          </p:cNvPr>
          <p:cNvSpPr/>
          <p:nvPr/>
        </p:nvSpPr>
        <p:spPr>
          <a:xfrm>
            <a:off x="6485150" y="3712763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47">
            <a:extLst>
              <a:ext uri="{FF2B5EF4-FFF2-40B4-BE49-F238E27FC236}">
                <a16:creationId xmlns:a16="http://schemas.microsoft.com/office/drawing/2014/main" id="{0BA9FFF0-289D-CBE3-2A77-21C9E3D680CF}"/>
              </a:ext>
            </a:extLst>
          </p:cNvPr>
          <p:cNvSpPr/>
          <p:nvPr/>
        </p:nvSpPr>
        <p:spPr>
          <a:xfrm>
            <a:off x="7325275" y="3712763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47">
            <a:extLst>
              <a:ext uri="{FF2B5EF4-FFF2-40B4-BE49-F238E27FC236}">
                <a16:creationId xmlns:a16="http://schemas.microsoft.com/office/drawing/2014/main" id="{9F5CA6EB-6A62-CB3C-3AD0-52098BD4B674}"/>
              </a:ext>
            </a:extLst>
          </p:cNvPr>
          <p:cNvSpPr/>
          <p:nvPr/>
        </p:nvSpPr>
        <p:spPr>
          <a:xfrm>
            <a:off x="8165400" y="3712763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2107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>
          <a:extLst>
            <a:ext uri="{FF2B5EF4-FFF2-40B4-BE49-F238E27FC236}">
              <a16:creationId xmlns:a16="http://schemas.microsoft.com/office/drawing/2014/main" id="{DE643FF4-1BCA-BAFC-DA6B-B5FF2A236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48">
            <a:extLst>
              <a:ext uri="{FF2B5EF4-FFF2-40B4-BE49-F238E27FC236}">
                <a16:creationId xmlns:a16="http://schemas.microsoft.com/office/drawing/2014/main" id="{E4ACF606-C4EC-6076-56C4-064579A7AD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DATASET</a:t>
            </a:r>
            <a:endParaRPr dirty="0"/>
          </a:p>
        </p:txBody>
      </p:sp>
      <p:sp>
        <p:nvSpPr>
          <p:cNvPr id="605" name="Google Shape;605;p48">
            <a:extLst>
              <a:ext uri="{FF2B5EF4-FFF2-40B4-BE49-F238E27FC236}">
                <a16:creationId xmlns:a16="http://schemas.microsoft.com/office/drawing/2014/main" id="{9D738380-2919-0F1A-DF92-55E2AEEC6DC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9988" y="3671225"/>
            <a:ext cx="2370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Unstructured data of games.</a:t>
            </a:r>
            <a:endParaRPr dirty="0"/>
          </a:p>
        </p:txBody>
      </p:sp>
      <p:sp>
        <p:nvSpPr>
          <p:cNvPr id="606" name="Google Shape;606;p48">
            <a:extLst>
              <a:ext uri="{FF2B5EF4-FFF2-40B4-BE49-F238E27FC236}">
                <a16:creationId xmlns:a16="http://schemas.microsoft.com/office/drawing/2014/main" id="{667D793D-4966-C277-C92E-7B8A24DE51ED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88" y="32033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PGN</a:t>
            </a:r>
            <a:endParaRPr dirty="0"/>
          </a:p>
        </p:txBody>
      </p:sp>
      <p:sp>
        <p:nvSpPr>
          <p:cNvPr id="607" name="Google Shape;607;p48">
            <a:extLst>
              <a:ext uri="{FF2B5EF4-FFF2-40B4-BE49-F238E27FC236}">
                <a16:creationId xmlns:a16="http://schemas.microsoft.com/office/drawing/2014/main" id="{1609EC82-A295-15F3-5BDA-0AB4EBF1A57F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389427" y="3671225"/>
            <a:ext cx="2370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Played on Lichess.com in Feburary.</a:t>
            </a:r>
            <a:endParaRPr dirty="0"/>
          </a:p>
        </p:txBody>
      </p:sp>
      <p:sp>
        <p:nvSpPr>
          <p:cNvPr id="608" name="Google Shape;608;p48">
            <a:extLst>
              <a:ext uri="{FF2B5EF4-FFF2-40B4-BE49-F238E27FC236}">
                <a16:creationId xmlns:a16="http://schemas.microsoft.com/office/drawing/2014/main" id="{89143F04-675A-6D53-36DF-8220F9508EC8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389427" y="32033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GAMES</a:t>
            </a:r>
            <a:endParaRPr dirty="0"/>
          </a:p>
        </p:txBody>
      </p:sp>
      <p:sp>
        <p:nvSpPr>
          <p:cNvPr id="609" name="Google Shape;609;p48">
            <a:extLst>
              <a:ext uri="{FF2B5EF4-FFF2-40B4-BE49-F238E27FC236}">
                <a16:creationId xmlns:a16="http://schemas.microsoft.com/office/drawing/2014/main" id="{A3D8B21C-03F5-E8EA-F6B2-E474B2357DA6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6053969" y="3671225"/>
            <a:ext cx="2370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Distinct players who played the games.</a:t>
            </a:r>
            <a:endParaRPr dirty="0"/>
          </a:p>
        </p:txBody>
      </p:sp>
      <p:sp>
        <p:nvSpPr>
          <p:cNvPr id="610" name="Google Shape;610;p48">
            <a:extLst>
              <a:ext uri="{FF2B5EF4-FFF2-40B4-BE49-F238E27FC236}">
                <a16:creationId xmlns:a16="http://schemas.microsoft.com/office/drawing/2014/main" id="{1175D279-CCFA-F4A4-968D-37A3294AD7D3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6053969" y="32033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PLAYERS</a:t>
            </a:r>
            <a:endParaRPr dirty="0"/>
          </a:p>
        </p:txBody>
      </p:sp>
      <p:sp>
        <p:nvSpPr>
          <p:cNvPr id="611" name="Google Shape;611;p48">
            <a:extLst>
              <a:ext uri="{FF2B5EF4-FFF2-40B4-BE49-F238E27FC236}">
                <a16:creationId xmlns:a16="http://schemas.microsoft.com/office/drawing/2014/main" id="{BF05144E-5BAE-536F-EA46-2EB08D5CB621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719988" y="1707275"/>
            <a:ext cx="2370000" cy="104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250 GB</a:t>
            </a:r>
            <a:endParaRPr dirty="0"/>
          </a:p>
        </p:txBody>
      </p:sp>
      <p:sp>
        <p:nvSpPr>
          <p:cNvPr id="612" name="Google Shape;612;p48">
            <a:extLst>
              <a:ext uri="{FF2B5EF4-FFF2-40B4-BE49-F238E27FC236}">
                <a16:creationId xmlns:a16="http://schemas.microsoft.com/office/drawing/2014/main" id="{88361FC6-B9CC-808D-35BC-B54DB29D1AD3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3389427" y="1707275"/>
            <a:ext cx="2370000" cy="104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90M</a:t>
            </a:r>
            <a:endParaRPr dirty="0"/>
          </a:p>
        </p:txBody>
      </p:sp>
      <p:sp>
        <p:nvSpPr>
          <p:cNvPr id="613" name="Google Shape;613;p48">
            <a:extLst>
              <a:ext uri="{FF2B5EF4-FFF2-40B4-BE49-F238E27FC236}">
                <a16:creationId xmlns:a16="http://schemas.microsoft.com/office/drawing/2014/main" id="{FA8C99B7-8AFE-9216-6565-B1D8EE6104FB}"/>
              </a:ext>
            </a:extLst>
          </p:cNvPr>
          <p:cNvSpPr txBox="1">
            <a:spLocks noGrp="1"/>
          </p:cNvSpPr>
          <p:nvPr>
            <p:ph type="title" idx="9"/>
          </p:nvPr>
        </p:nvSpPr>
        <p:spPr>
          <a:xfrm>
            <a:off x="6053969" y="1707275"/>
            <a:ext cx="2370000" cy="104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2M</a:t>
            </a:r>
            <a:endParaRPr dirty="0"/>
          </a:p>
        </p:txBody>
      </p:sp>
      <p:grpSp>
        <p:nvGrpSpPr>
          <p:cNvPr id="614" name="Google Shape;614;p48">
            <a:extLst>
              <a:ext uri="{FF2B5EF4-FFF2-40B4-BE49-F238E27FC236}">
                <a16:creationId xmlns:a16="http://schemas.microsoft.com/office/drawing/2014/main" id="{91F4FA6B-2231-B04A-4BE4-F3786BA965E0}"/>
              </a:ext>
            </a:extLst>
          </p:cNvPr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615" name="Google Shape;615;p48">
              <a:extLst>
                <a:ext uri="{FF2B5EF4-FFF2-40B4-BE49-F238E27FC236}">
                  <a16:creationId xmlns:a16="http://schemas.microsoft.com/office/drawing/2014/main" id="{1C5FC5E1-E19B-7483-4B26-6A244CD45702}"/>
                </a:ext>
              </a:extLst>
            </p:cNvPr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48">
              <a:extLst>
                <a:ext uri="{FF2B5EF4-FFF2-40B4-BE49-F238E27FC236}">
                  <a16:creationId xmlns:a16="http://schemas.microsoft.com/office/drawing/2014/main" id="{C5FF59EC-EBCD-C2CE-6BEB-39484A5B64F9}"/>
                </a:ext>
              </a:extLst>
            </p:cNvPr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7" name="Google Shape;617;p48">
            <a:extLst>
              <a:ext uri="{FF2B5EF4-FFF2-40B4-BE49-F238E27FC236}">
                <a16:creationId xmlns:a16="http://schemas.microsoft.com/office/drawing/2014/main" id="{F3898B15-28AD-37E3-0FF0-6DB420AF7440}"/>
              </a:ext>
            </a:extLst>
          </p:cNvPr>
          <p:cNvGrpSpPr/>
          <p:nvPr/>
        </p:nvGrpSpPr>
        <p:grpSpPr>
          <a:xfrm>
            <a:off x="1456313" y="2782838"/>
            <a:ext cx="897350" cy="179100"/>
            <a:chOff x="1456300" y="2782838"/>
            <a:chExt cx="897350" cy="179100"/>
          </a:xfrm>
        </p:grpSpPr>
        <p:sp>
          <p:nvSpPr>
            <p:cNvPr id="618" name="Google Shape;618;p48">
              <a:extLst>
                <a:ext uri="{FF2B5EF4-FFF2-40B4-BE49-F238E27FC236}">
                  <a16:creationId xmlns:a16="http://schemas.microsoft.com/office/drawing/2014/main" id="{E50BBC60-687B-EAB2-8D00-7296FDEE45B7}"/>
                </a:ext>
              </a:extLst>
            </p:cNvPr>
            <p:cNvSpPr/>
            <p:nvPr/>
          </p:nvSpPr>
          <p:spPr>
            <a:xfrm>
              <a:off x="1456300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48">
              <a:extLst>
                <a:ext uri="{FF2B5EF4-FFF2-40B4-BE49-F238E27FC236}">
                  <a16:creationId xmlns:a16="http://schemas.microsoft.com/office/drawing/2014/main" id="{73F54743-A128-7F74-BDDD-C57C5328FD58}"/>
                </a:ext>
              </a:extLst>
            </p:cNvPr>
            <p:cNvSpPr/>
            <p:nvPr/>
          </p:nvSpPr>
          <p:spPr>
            <a:xfrm>
              <a:off x="1815425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48">
              <a:extLst>
                <a:ext uri="{FF2B5EF4-FFF2-40B4-BE49-F238E27FC236}">
                  <a16:creationId xmlns:a16="http://schemas.microsoft.com/office/drawing/2014/main" id="{ED38F123-D0A8-9FE3-8600-55DD20488776}"/>
                </a:ext>
              </a:extLst>
            </p:cNvPr>
            <p:cNvSpPr/>
            <p:nvPr/>
          </p:nvSpPr>
          <p:spPr>
            <a:xfrm>
              <a:off x="2174550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1" name="Google Shape;621;p48">
            <a:extLst>
              <a:ext uri="{FF2B5EF4-FFF2-40B4-BE49-F238E27FC236}">
                <a16:creationId xmlns:a16="http://schemas.microsoft.com/office/drawing/2014/main" id="{E635AC6E-F8E7-E869-2FF7-112ADF7819A6}"/>
              </a:ext>
            </a:extLst>
          </p:cNvPr>
          <p:cNvGrpSpPr/>
          <p:nvPr/>
        </p:nvGrpSpPr>
        <p:grpSpPr>
          <a:xfrm>
            <a:off x="4125752" y="2782838"/>
            <a:ext cx="897350" cy="179100"/>
            <a:chOff x="1456300" y="2782838"/>
            <a:chExt cx="897350" cy="179100"/>
          </a:xfrm>
        </p:grpSpPr>
        <p:sp>
          <p:nvSpPr>
            <p:cNvPr id="622" name="Google Shape;622;p48">
              <a:extLst>
                <a:ext uri="{FF2B5EF4-FFF2-40B4-BE49-F238E27FC236}">
                  <a16:creationId xmlns:a16="http://schemas.microsoft.com/office/drawing/2014/main" id="{1261D0E2-7F68-B910-191C-827673F3095B}"/>
                </a:ext>
              </a:extLst>
            </p:cNvPr>
            <p:cNvSpPr/>
            <p:nvPr/>
          </p:nvSpPr>
          <p:spPr>
            <a:xfrm>
              <a:off x="1456300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48">
              <a:extLst>
                <a:ext uri="{FF2B5EF4-FFF2-40B4-BE49-F238E27FC236}">
                  <a16:creationId xmlns:a16="http://schemas.microsoft.com/office/drawing/2014/main" id="{6C720733-1093-CD7B-1F17-B0A9F1192727}"/>
                </a:ext>
              </a:extLst>
            </p:cNvPr>
            <p:cNvSpPr/>
            <p:nvPr/>
          </p:nvSpPr>
          <p:spPr>
            <a:xfrm>
              <a:off x="1815425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48">
              <a:extLst>
                <a:ext uri="{FF2B5EF4-FFF2-40B4-BE49-F238E27FC236}">
                  <a16:creationId xmlns:a16="http://schemas.microsoft.com/office/drawing/2014/main" id="{90846D80-011D-9E3F-0C38-EC5C50908229}"/>
                </a:ext>
              </a:extLst>
            </p:cNvPr>
            <p:cNvSpPr/>
            <p:nvPr/>
          </p:nvSpPr>
          <p:spPr>
            <a:xfrm>
              <a:off x="2174550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5" name="Google Shape;625;p48">
            <a:extLst>
              <a:ext uri="{FF2B5EF4-FFF2-40B4-BE49-F238E27FC236}">
                <a16:creationId xmlns:a16="http://schemas.microsoft.com/office/drawing/2014/main" id="{974EFADB-5E26-F044-E54F-6264CD92B2B2}"/>
              </a:ext>
            </a:extLst>
          </p:cNvPr>
          <p:cNvGrpSpPr/>
          <p:nvPr/>
        </p:nvGrpSpPr>
        <p:grpSpPr>
          <a:xfrm>
            <a:off x="6790294" y="2782838"/>
            <a:ext cx="897350" cy="179100"/>
            <a:chOff x="1456300" y="2782838"/>
            <a:chExt cx="897350" cy="179100"/>
          </a:xfrm>
        </p:grpSpPr>
        <p:sp>
          <p:nvSpPr>
            <p:cNvPr id="626" name="Google Shape;626;p48">
              <a:extLst>
                <a:ext uri="{FF2B5EF4-FFF2-40B4-BE49-F238E27FC236}">
                  <a16:creationId xmlns:a16="http://schemas.microsoft.com/office/drawing/2014/main" id="{0C5AD65E-1121-AF79-FD68-836F7A48449E}"/>
                </a:ext>
              </a:extLst>
            </p:cNvPr>
            <p:cNvSpPr/>
            <p:nvPr/>
          </p:nvSpPr>
          <p:spPr>
            <a:xfrm>
              <a:off x="1456300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48">
              <a:extLst>
                <a:ext uri="{FF2B5EF4-FFF2-40B4-BE49-F238E27FC236}">
                  <a16:creationId xmlns:a16="http://schemas.microsoft.com/office/drawing/2014/main" id="{77FE0DE2-B28B-F287-6F3C-547CCA05AC14}"/>
                </a:ext>
              </a:extLst>
            </p:cNvPr>
            <p:cNvSpPr/>
            <p:nvPr/>
          </p:nvSpPr>
          <p:spPr>
            <a:xfrm>
              <a:off x="1815425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48">
              <a:extLst>
                <a:ext uri="{FF2B5EF4-FFF2-40B4-BE49-F238E27FC236}">
                  <a16:creationId xmlns:a16="http://schemas.microsoft.com/office/drawing/2014/main" id="{6332E88B-060C-85EC-FA41-51D0E22A57B8}"/>
                </a:ext>
              </a:extLst>
            </p:cNvPr>
            <p:cNvSpPr/>
            <p:nvPr/>
          </p:nvSpPr>
          <p:spPr>
            <a:xfrm>
              <a:off x="2174550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28103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AABA674F-767E-C0FE-6E6A-2430AF81C7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675424">
            <a:off x="2861976" y="1114586"/>
            <a:ext cx="3413003" cy="325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4" name="Google Shape;684;p5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CLUSTERING INTO VARIANTS</a:t>
            </a:r>
            <a:endParaRPr dirty="0"/>
          </a:p>
        </p:txBody>
      </p:sp>
      <p:sp>
        <p:nvSpPr>
          <p:cNvPr id="686" name="Google Shape;686;p51"/>
          <p:cNvSpPr txBox="1">
            <a:spLocks noGrp="1"/>
          </p:cNvSpPr>
          <p:nvPr>
            <p:ph type="subTitle" idx="4294967295"/>
          </p:nvPr>
        </p:nvSpPr>
        <p:spPr>
          <a:xfrm>
            <a:off x="6054021" y="3747650"/>
            <a:ext cx="23700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Less than 3 mins</a:t>
            </a:r>
            <a:endParaRPr dirty="0"/>
          </a:p>
        </p:txBody>
      </p:sp>
      <p:sp>
        <p:nvSpPr>
          <p:cNvPr id="687" name="Google Shape;687;p51"/>
          <p:cNvSpPr txBox="1">
            <a:spLocks noGrp="1"/>
          </p:cNvSpPr>
          <p:nvPr>
            <p:ph type="subTitle" idx="4294967295"/>
          </p:nvPr>
        </p:nvSpPr>
        <p:spPr>
          <a:xfrm>
            <a:off x="6053975" y="33674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Oranienbaum"/>
                <a:ea typeface="Oranienbaum"/>
                <a:cs typeface="Oranienbaum"/>
                <a:sym typeface="Oranienbaum"/>
              </a:rPr>
              <a:t>BULLET</a:t>
            </a:r>
            <a:endParaRPr sz="2800" b="1" dirty="0"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688" name="Google Shape;688;p51"/>
          <p:cNvSpPr txBox="1">
            <a:spLocks noGrp="1"/>
          </p:cNvSpPr>
          <p:nvPr>
            <p:ph type="subTitle" idx="4294967295"/>
          </p:nvPr>
        </p:nvSpPr>
        <p:spPr>
          <a:xfrm>
            <a:off x="6054021" y="1920875"/>
            <a:ext cx="23700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Less than 25 mins</a:t>
            </a:r>
            <a:endParaRPr dirty="0"/>
          </a:p>
        </p:txBody>
      </p:sp>
      <p:sp>
        <p:nvSpPr>
          <p:cNvPr id="689" name="Google Shape;689;p51"/>
          <p:cNvSpPr txBox="1">
            <a:spLocks noGrp="1"/>
          </p:cNvSpPr>
          <p:nvPr>
            <p:ph type="subTitle" idx="4294967295"/>
          </p:nvPr>
        </p:nvSpPr>
        <p:spPr>
          <a:xfrm>
            <a:off x="6053975" y="1540650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Oranienbaum"/>
                <a:ea typeface="Oranienbaum"/>
                <a:cs typeface="Oranienbaum"/>
                <a:sym typeface="Oranienbaum"/>
              </a:rPr>
              <a:t>RAPID</a:t>
            </a:r>
            <a:endParaRPr sz="2800" b="1" dirty="0"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690" name="Google Shape;690;p51"/>
          <p:cNvSpPr txBox="1">
            <a:spLocks noGrp="1"/>
          </p:cNvSpPr>
          <p:nvPr>
            <p:ph type="subTitle" idx="4294967295"/>
          </p:nvPr>
        </p:nvSpPr>
        <p:spPr>
          <a:xfrm>
            <a:off x="720046" y="3747650"/>
            <a:ext cx="23700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Classical, UltraBullet, Unlimited</a:t>
            </a:r>
            <a:endParaRPr dirty="0"/>
          </a:p>
        </p:txBody>
      </p:sp>
      <p:sp>
        <p:nvSpPr>
          <p:cNvPr id="691" name="Google Shape;691;p51"/>
          <p:cNvSpPr txBox="1">
            <a:spLocks noGrp="1"/>
          </p:cNvSpPr>
          <p:nvPr>
            <p:ph type="subTitle" idx="4294967295"/>
          </p:nvPr>
        </p:nvSpPr>
        <p:spPr>
          <a:xfrm>
            <a:off x="720000" y="33674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Oranienbaum"/>
                <a:ea typeface="Oranienbaum"/>
                <a:cs typeface="Oranienbaum"/>
                <a:sym typeface="Oranienbaum"/>
              </a:rPr>
              <a:t>OTHERS</a:t>
            </a:r>
            <a:endParaRPr sz="2800" b="1" dirty="0"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692" name="Google Shape;692;p51"/>
          <p:cNvSpPr txBox="1">
            <a:spLocks noGrp="1"/>
          </p:cNvSpPr>
          <p:nvPr>
            <p:ph type="subTitle" idx="4294967295"/>
          </p:nvPr>
        </p:nvSpPr>
        <p:spPr>
          <a:xfrm>
            <a:off x="720046" y="1920875"/>
            <a:ext cx="23700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Less than 8 mins</a:t>
            </a:r>
            <a:endParaRPr dirty="0"/>
          </a:p>
        </p:txBody>
      </p:sp>
      <p:sp>
        <p:nvSpPr>
          <p:cNvPr id="693" name="Google Shape;693;p51"/>
          <p:cNvSpPr txBox="1">
            <a:spLocks noGrp="1"/>
          </p:cNvSpPr>
          <p:nvPr>
            <p:ph type="subTitle" idx="4294967295"/>
          </p:nvPr>
        </p:nvSpPr>
        <p:spPr>
          <a:xfrm>
            <a:off x="720000" y="1540650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Oranienbaum"/>
                <a:ea typeface="Oranienbaum"/>
                <a:cs typeface="Oranienbaum"/>
                <a:sym typeface="Oranienbaum"/>
              </a:rPr>
              <a:t>BLITZ</a:t>
            </a:r>
            <a:endParaRPr sz="2800" b="1" dirty="0"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694" name="Google Shape;694;p51"/>
          <p:cNvSpPr txBox="1">
            <a:spLocks noGrp="1"/>
          </p:cNvSpPr>
          <p:nvPr>
            <p:ph type="subTitle" idx="4294967295"/>
          </p:nvPr>
        </p:nvSpPr>
        <p:spPr>
          <a:xfrm>
            <a:off x="6053988" y="30659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Oranienbaum"/>
                <a:ea typeface="Oranienbaum"/>
                <a:cs typeface="Oranienbaum"/>
                <a:sym typeface="Oranienbaum"/>
              </a:rPr>
              <a:t>37%</a:t>
            </a:r>
            <a:endParaRPr sz="2000" b="1" dirty="0"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695" name="Google Shape;695;p51"/>
          <p:cNvSpPr txBox="1">
            <a:spLocks noGrp="1"/>
          </p:cNvSpPr>
          <p:nvPr>
            <p:ph type="subTitle" idx="4294967295"/>
          </p:nvPr>
        </p:nvSpPr>
        <p:spPr>
          <a:xfrm>
            <a:off x="6053988" y="1239150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Oranienbaum"/>
                <a:ea typeface="Oranienbaum"/>
                <a:cs typeface="Oranienbaum"/>
                <a:sym typeface="Oranienbaum"/>
              </a:rPr>
              <a:t>15%</a:t>
            </a:r>
            <a:endParaRPr sz="2000" b="1" dirty="0"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696" name="Google Shape;696;p51"/>
          <p:cNvSpPr txBox="1">
            <a:spLocks noGrp="1"/>
          </p:cNvSpPr>
          <p:nvPr>
            <p:ph type="subTitle" idx="4294967295"/>
          </p:nvPr>
        </p:nvSpPr>
        <p:spPr>
          <a:xfrm>
            <a:off x="720013" y="30659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Oranienbaum"/>
                <a:ea typeface="Oranienbaum"/>
                <a:cs typeface="Oranienbaum"/>
                <a:sym typeface="Oranienbaum"/>
              </a:rPr>
              <a:t>2%</a:t>
            </a:r>
            <a:endParaRPr sz="2000" b="1" dirty="0"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697" name="Google Shape;697;p51"/>
          <p:cNvSpPr txBox="1">
            <a:spLocks noGrp="1"/>
          </p:cNvSpPr>
          <p:nvPr>
            <p:ph type="subTitle" idx="4294967295"/>
          </p:nvPr>
        </p:nvSpPr>
        <p:spPr>
          <a:xfrm>
            <a:off x="720013" y="1239150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Oranienbaum"/>
                <a:ea typeface="Oranienbaum"/>
                <a:cs typeface="Oranienbaum"/>
                <a:sym typeface="Oranienbaum"/>
              </a:rPr>
              <a:t>46%</a:t>
            </a:r>
            <a:endParaRPr sz="2000" b="1" dirty="0">
              <a:latin typeface="Oranienbaum"/>
              <a:ea typeface="Oranienbaum"/>
              <a:cs typeface="Oranienbaum"/>
              <a:sym typeface="Oranienbaum"/>
            </a:endParaRPr>
          </a:p>
        </p:txBody>
      </p:sp>
      <p:cxnSp>
        <p:nvCxnSpPr>
          <p:cNvPr id="698" name="Google Shape;698;p51"/>
          <p:cNvCxnSpPr/>
          <p:nvPr/>
        </p:nvCxnSpPr>
        <p:spPr>
          <a:xfrm>
            <a:off x="2345675" y="1853125"/>
            <a:ext cx="881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699" name="Google Shape;699;p51"/>
          <p:cNvCxnSpPr>
            <a:cxnSpLocks/>
          </p:cNvCxnSpPr>
          <p:nvPr/>
        </p:nvCxnSpPr>
        <p:spPr>
          <a:xfrm>
            <a:off x="2345675" y="3670900"/>
            <a:ext cx="881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700" name="Google Shape;700;p51"/>
          <p:cNvCxnSpPr>
            <a:cxnSpLocks/>
          </p:cNvCxnSpPr>
          <p:nvPr/>
        </p:nvCxnSpPr>
        <p:spPr>
          <a:xfrm>
            <a:off x="5926150" y="1853125"/>
            <a:ext cx="881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701" name="Google Shape;701;p51"/>
          <p:cNvCxnSpPr>
            <a:cxnSpLocks/>
          </p:cNvCxnSpPr>
          <p:nvPr/>
        </p:nvCxnSpPr>
        <p:spPr>
          <a:xfrm>
            <a:off x="5926150" y="3670900"/>
            <a:ext cx="881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diamond" w="med" len="med"/>
            <a:tailEnd type="diamond" w="med" len="med"/>
          </a:ln>
        </p:spPr>
      </p:cxnSp>
      <p:grpSp>
        <p:nvGrpSpPr>
          <p:cNvPr id="703" name="Google Shape;703;p51"/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704" name="Google Shape;704;p51"/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51"/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3">
          <a:extLst>
            <a:ext uri="{FF2B5EF4-FFF2-40B4-BE49-F238E27FC236}">
              <a16:creationId xmlns:a16="http://schemas.microsoft.com/office/drawing/2014/main" id="{77319B73-1D75-5455-939B-8AA475B28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2E834D68-DB4E-5B46-DFF4-D0617A63CD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675424">
            <a:off x="2861976" y="1114586"/>
            <a:ext cx="3413003" cy="325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4" name="Google Shape;684;p51">
            <a:extLst>
              <a:ext uri="{FF2B5EF4-FFF2-40B4-BE49-F238E27FC236}">
                <a16:creationId xmlns:a16="http://schemas.microsoft.com/office/drawing/2014/main" id="{0518FEE5-3B4E-F205-8868-E40021F2B1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CLUSTERING INTO VARIANTS</a:t>
            </a:r>
            <a:endParaRPr dirty="0"/>
          </a:p>
        </p:txBody>
      </p:sp>
      <p:sp>
        <p:nvSpPr>
          <p:cNvPr id="686" name="Google Shape;686;p51">
            <a:extLst>
              <a:ext uri="{FF2B5EF4-FFF2-40B4-BE49-F238E27FC236}">
                <a16:creationId xmlns:a16="http://schemas.microsoft.com/office/drawing/2014/main" id="{09A8D26F-D4CB-991E-F676-77A6575E7B4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054021" y="3747650"/>
            <a:ext cx="23700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Less than 3 mins</a:t>
            </a:r>
            <a:endParaRPr dirty="0"/>
          </a:p>
        </p:txBody>
      </p:sp>
      <p:sp>
        <p:nvSpPr>
          <p:cNvPr id="687" name="Google Shape;687;p51">
            <a:extLst>
              <a:ext uri="{FF2B5EF4-FFF2-40B4-BE49-F238E27FC236}">
                <a16:creationId xmlns:a16="http://schemas.microsoft.com/office/drawing/2014/main" id="{B638081C-F419-29FC-4115-74A9AF71DF9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053975" y="33674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Oranienbaum"/>
                <a:ea typeface="Oranienbaum"/>
                <a:cs typeface="Oranienbaum"/>
                <a:sym typeface="Oranienbaum"/>
              </a:rPr>
              <a:t>BULLET</a:t>
            </a:r>
            <a:endParaRPr sz="2800" b="1" dirty="0"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690" name="Google Shape;690;p51">
            <a:extLst>
              <a:ext uri="{FF2B5EF4-FFF2-40B4-BE49-F238E27FC236}">
                <a16:creationId xmlns:a16="http://schemas.microsoft.com/office/drawing/2014/main" id="{AFA5135B-23B0-4A9F-DDCE-9C80D2E35F4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46" y="3747650"/>
            <a:ext cx="23700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Classical, UltraBullet, Unlimited</a:t>
            </a:r>
            <a:endParaRPr dirty="0"/>
          </a:p>
        </p:txBody>
      </p:sp>
      <p:sp>
        <p:nvSpPr>
          <p:cNvPr id="691" name="Google Shape;691;p51">
            <a:extLst>
              <a:ext uri="{FF2B5EF4-FFF2-40B4-BE49-F238E27FC236}">
                <a16:creationId xmlns:a16="http://schemas.microsoft.com/office/drawing/2014/main" id="{68D4104D-4824-7E5A-FFE9-57F6C414C00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00" y="33674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Oranienbaum"/>
                <a:ea typeface="Oranienbaum"/>
                <a:cs typeface="Oranienbaum"/>
                <a:sym typeface="Oranienbaum"/>
              </a:rPr>
              <a:t>OTHERS</a:t>
            </a:r>
            <a:endParaRPr sz="2800" b="1" dirty="0"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692" name="Google Shape;692;p51">
            <a:extLst>
              <a:ext uri="{FF2B5EF4-FFF2-40B4-BE49-F238E27FC236}">
                <a16:creationId xmlns:a16="http://schemas.microsoft.com/office/drawing/2014/main" id="{6D869C98-853B-72A2-3813-E9AD43D78E5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46" y="1920875"/>
            <a:ext cx="23700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Less than 8 mins</a:t>
            </a:r>
            <a:endParaRPr dirty="0"/>
          </a:p>
        </p:txBody>
      </p:sp>
      <p:sp>
        <p:nvSpPr>
          <p:cNvPr id="693" name="Google Shape;693;p51">
            <a:extLst>
              <a:ext uri="{FF2B5EF4-FFF2-40B4-BE49-F238E27FC236}">
                <a16:creationId xmlns:a16="http://schemas.microsoft.com/office/drawing/2014/main" id="{EBC13302-1B32-C40B-5B55-50C5A29252B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00" y="1540650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Oranienbaum"/>
                <a:ea typeface="Oranienbaum"/>
                <a:cs typeface="Oranienbaum"/>
                <a:sym typeface="Oranienbaum"/>
              </a:rPr>
              <a:t>BLITZ</a:t>
            </a:r>
            <a:endParaRPr sz="2800" b="1" dirty="0"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694" name="Google Shape;694;p51">
            <a:extLst>
              <a:ext uri="{FF2B5EF4-FFF2-40B4-BE49-F238E27FC236}">
                <a16:creationId xmlns:a16="http://schemas.microsoft.com/office/drawing/2014/main" id="{B6420DB5-9950-33CC-D1C1-20A6A069FC5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053988" y="30659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Oranienbaum"/>
                <a:ea typeface="Oranienbaum"/>
                <a:cs typeface="Oranienbaum"/>
                <a:sym typeface="Oranienbaum"/>
              </a:rPr>
              <a:t>37%</a:t>
            </a:r>
            <a:endParaRPr sz="2000" b="1" dirty="0"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696" name="Google Shape;696;p51">
            <a:extLst>
              <a:ext uri="{FF2B5EF4-FFF2-40B4-BE49-F238E27FC236}">
                <a16:creationId xmlns:a16="http://schemas.microsoft.com/office/drawing/2014/main" id="{8C04D364-40AE-5D25-9D9D-AB6357AC80C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13" y="30659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Oranienbaum"/>
                <a:ea typeface="Oranienbaum"/>
                <a:cs typeface="Oranienbaum"/>
                <a:sym typeface="Oranienbaum"/>
              </a:rPr>
              <a:t>2%</a:t>
            </a:r>
            <a:endParaRPr sz="2000" b="1" dirty="0"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697" name="Google Shape;697;p51">
            <a:extLst>
              <a:ext uri="{FF2B5EF4-FFF2-40B4-BE49-F238E27FC236}">
                <a16:creationId xmlns:a16="http://schemas.microsoft.com/office/drawing/2014/main" id="{FEA808C1-3F0B-A347-7752-0CE160CE99F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13" y="1239150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Oranienbaum"/>
                <a:ea typeface="Oranienbaum"/>
                <a:cs typeface="Oranienbaum"/>
                <a:sym typeface="Oranienbaum"/>
              </a:rPr>
              <a:t>46%</a:t>
            </a:r>
            <a:endParaRPr sz="2000" b="1" dirty="0">
              <a:latin typeface="Oranienbaum"/>
              <a:ea typeface="Oranienbaum"/>
              <a:cs typeface="Oranienbaum"/>
              <a:sym typeface="Oranienbaum"/>
            </a:endParaRPr>
          </a:p>
        </p:txBody>
      </p:sp>
      <p:cxnSp>
        <p:nvCxnSpPr>
          <p:cNvPr id="698" name="Google Shape;698;p51">
            <a:extLst>
              <a:ext uri="{FF2B5EF4-FFF2-40B4-BE49-F238E27FC236}">
                <a16:creationId xmlns:a16="http://schemas.microsoft.com/office/drawing/2014/main" id="{42BC8EB1-7834-8D3D-7FB3-B446A2E49ED6}"/>
              </a:ext>
            </a:extLst>
          </p:cNvPr>
          <p:cNvCxnSpPr/>
          <p:nvPr/>
        </p:nvCxnSpPr>
        <p:spPr>
          <a:xfrm>
            <a:off x="2345675" y="1853125"/>
            <a:ext cx="881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699" name="Google Shape;699;p51">
            <a:extLst>
              <a:ext uri="{FF2B5EF4-FFF2-40B4-BE49-F238E27FC236}">
                <a16:creationId xmlns:a16="http://schemas.microsoft.com/office/drawing/2014/main" id="{6D4EE5E1-9CC8-2306-7B96-2788AAFF4FE1}"/>
              </a:ext>
            </a:extLst>
          </p:cNvPr>
          <p:cNvCxnSpPr>
            <a:cxnSpLocks/>
          </p:cNvCxnSpPr>
          <p:nvPr/>
        </p:nvCxnSpPr>
        <p:spPr>
          <a:xfrm>
            <a:off x="2345675" y="3670900"/>
            <a:ext cx="881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701" name="Google Shape;701;p51">
            <a:extLst>
              <a:ext uri="{FF2B5EF4-FFF2-40B4-BE49-F238E27FC236}">
                <a16:creationId xmlns:a16="http://schemas.microsoft.com/office/drawing/2014/main" id="{0C2A48F9-D6A8-F883-9D45-F271702596B8}"/>
              </a:ext>
            </a:extLst>
          </p:cNvPr>
          <p:cNvCxnSpPr>
            <a:cxnSpLocks/>
          </p:cNvCxnSpPr>
          <p:nvPr/>
        </p:nvCxnSpPr>
        <p:spPr>
          <a:xfrm>
            <a:off x="5926150" y="3670900"/>
            <a:ext cx="881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diamond" w="med" len="med"/>
            <a:tailEnd type="diamond" w="med" len="med"/>
          </a:ln>
        </p:spPr>
      </p:cxnSp>
      <p:grpSp>
        <p:nvGrpSpPr>
          <p:cNvPr id="703" name="Google Shape;703;p51">
            <a:extLst>
              <a:ext uri="{FF2B5EF4-FFF2-40B4-BE49-F238E27FC236}">
                <a16:creationId xmlns:a16="http://schemas.microsoft.com/office/drawing/2014/main" id="{C9C60D9E-0E9C-371A-3402-9E2A71C5AF1D}"/>
              </a:ext>
            </a:extLst>
          </p:cNvPr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704" name="Google Shape;704;p51">
              <a:extLst>
                <a:ext uri="{FF2B5EF4-FFF2-40B4-BE49-F238E27FC236}">
                  <a16:creationId xmlns:a16="http://schemas.microsoft.com/office/drawing/2014/main" id="{5A84B1EB-9A74-810B-CB9E-D0B0B8BBDDC4}"/>
                </a:ext>
              </a:extLst>
            </p:cNvPr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51">
              <a:extLst>
                <a:ext uri="{FF2B5EF4-FFF2-40B4-BE49-F238E27FC236}">
                  <a16:creationId xmlns:a16="http://schemas.microsoft.com/office/drawing/2014/main" id="{7DF60466-7137-4A37-7E51-0E6E6882D52C}"/>
                </a:ext>
              </a:extLst>
            </p:cNvPr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72102AC-EF2F-1D61-D419-D13DE6A56E7E}"/>
              </a:ext>
            </a:extLst>
          </p:cNvPr>
          <p:cNvSpPr/>
          <p:nvPr/>
        </p:nvSpPr>
        <p:spPr>
          <a:xfrm>
            <a:off x="-57665" y="-41108"/>
            <a:ext cx="9252284" cy="5225716"/>
          </a:xfrm>
          <a:prstGeom prst="rect">
            <a:avLst/>
          </a:prstGeom>
          <a:solidFill>
            <a:srgbClr val="523E32">
              <a:alpha val="8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9" name="Google Shape;689;p51">
            <a:extLst>
              <a:ext uri="{FF2B5EF4-FFF2-40B4-BE49-F238E27FC236}">
                <a16:creationId xmlns:a16="http://schemas.microsoft.com/office/drawing/2014/main" id="{8216ADB3-0DD4-1F7C-22B7-F07756B1CEC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053975" y="1540650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rgbClr val="F7F0E0"/>
                </a:solidFill>
                <a:latin typeface="Oranienbaum"/>
                <a:ea typeface="Oranienbaum"/>
                <a:cs typeface="Oranienbaum"/>
                <a:sym typeface="Oranienbaum"/>
              </a:rPr>
              <a:t>RAPID</a:t>
            </a:r>
            <a:endParaRPr sz="2800" b="1" dirty="0">
              <a:solidFill>
                <a:srgbClr val="F7F0E0"/>
              </a:solidFill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695" name="Google Shape;695;p51">
            <a:extLst>
              <a:ext uri="{FF2B5EF4-FFF2-40B4-BE49-F238E27FC236}">
                <a16:creationId xmlns:a16="http://schemas.microsoft.com/office/drawing/2014/main" id="{B7A66822-A8A6-8D9F-4689-A5412B691EF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053988" y="1239150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7F0E0"/>
                </a:solidFill>
                <a:latin typeface="Oranienbaum"/>
                <a:ea typeface="Oranienbaum"/>
                <a:cs typeface="Oranienbaum"/>
                <a:sym typeface="Oranienbaum"/>
              </a:rPr>
              <a:t>15%</a:t>
            </a:r>
            <a:endParaRPr sz="2000" b="1" dirty="0">
              <a:solidFill>
                <a:srgbClr val="F7F0E0"/>
              </a:solidFill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688" name="Google Shape;688;p51">
            <a:extLst>
              <a:ext uri="{FF2B5EF4-FFF2-40B4-BE49-F238E27FC236}">
                <a16:creationId xmlns:a16="http://schemas.microsoft.com/office/drawing/2014/main" id="{226D8AB0-3BA1-DCC3-90A6-6C411783792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054021" y="1920875"/>
            <a:ext cx="23700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7F0E0"/>
                </a:solidFill>
              </a:rPr>
              <a:t>Less than 25 mins</a:t>
            </a:r>
            <a:endParaRPr dirty="0">
              <a:solidFill>
                <a:srgbClr val="F7F0E0"/>
              </a:solidFill>
            </a:endParaRPr>
          </a:p>
        </p:txBody>
      </p:sp>
      <p:cxnSp>
        <p:nvCxnSpPr>
          <p:cNvPr id="700" name="Google Shape;700;p51">
            <a:extLst>
              <a:ext uri="{FF2B5EF4-FFF2-40B4-BE49-F238E27FC236}">
                <a16:creationId xmlns:a16="http://schemas.microsoft.com/office/drawing/2014/main" id="{15C01D0B-E65A-98DE-95F0-FC0534D5151B}"/>
              </a:ext>
            </a:extLst>
          </p:cNvPr>
          <p:cNvCxnSpPr>
            <a:cxnSpLocks/>
          </p:cNvCxnSpPr>
          <p:nvPr/>
        </p:nvCxnSpPr>
        <p:spPr>
          <a:xfrm>
            <a:off x="5926150" y="1853125"/>
            <a:ext cx="881400" cy="0"/>
          </a:xfrm>
          <a:prstGeom prst="straightConnector1">
            <a:avLst/>
          </a:prstGeom>
          <a:noFill/>
          <a:ln w="9525" cap="flat" cmpd="sng">
            <a:solidFill>
              <a:srgbClr val="F7F0E0"/>
            </a:solidFill>
            <a:prstDash val="solid"/>
            <a:round/>
            <a:headEnd type="diamond" w="med" len="med"/>
            <a:tailEnd type="diamond" w="med" len="med"/>
          </a:ln>
        </p:spPr>
      </p:cxnSp>
      <p:pic>
        <p:nvPicPr>
          <p:cNvPr id="3" name="Picture 4">
            <a:extLst>
              <a:ext uri="{FF2B5EF4-FFF2-40B4-BE49-F238E27FC236}">
                <a16:creationId xmlns:a16="http://schemas.microsoft.com/office/drawing/2014/main" id="{8511E697-2064-879E-E12F-66345BBA76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77" t="4447" r="15097" b="70022"/>
          <a:stretch/>
        </p:blipFill>
        <p:spPr bwMode="auto">
          <a:xfrm rot="2675424">
            <a:off x="5147898" y="2010641"/>
            <a:ext cx="1205694" cy="83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2334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7ABA4A4-275E-C3F3-D377-A18AB4A63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3">
            <a:extLst>
              <a:ext uri="{FF2B5EF4-FFF2-40B4-BE49-F238E27FC236}">
                <a16:creationId xmlns:a16="http://schemas.microsoft.com/office/drawing/2014/main" id="{6F23C594-19AF-B1E3-B2D3-857269D951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8100" y="930075"/>
            <a:ext cx="6367800" cy="328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PGN</a:t>
            </a:r>
            <a:endParaRPr dirty="0"/>
          </a:p>
        </p:txBody>
      </p:sp>
      <p:sp>
        <p:nvSpPr>
          <p:cNvPr id="542" name="Google Shape;542;p43">
            <a:extLst>
              <a:ext uri="{FF2B5EF4-FFF2-40B4-BE49-F238E27FC236}">
                <a16:creationId xmlns:a16="http://schemas.microsoft.com/office/drawing/2014/main" id="{07EB2322-E6E7-8A10-C018-EF192EA37759}"/>
              </a:ext>
            </a:extLst>
          </p:cNvPr>
          <p:cNvSpPr/>
          <p:nvPr/>
        </p:nvSpPr>
        <p:spPr>
          <a:xfrm rot="-5400000" flipH="1">
            <a:off x="7553753" y="1597685"/>
            <a:ext cx="1310058" cy="3320287"/>
          </a:xfrm>
          <a:custGeom>
            <a:avLst/>
            <a:gdLst/>
            <a:ahLst/>
            <a:cxnLst/>
            <a:rect l="l" t="t" r="r" b="b"/>
            <a:pathLst>
              <a:path w="16063" h="40711" extrusionOk="0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43">
            <a:extLst>
              <a:ext uri="{FF2B5EF4-FFF2-40B4-BE49-F238E27FC236}">
                <a16:creationId xmlns:a16="http://schemas.microsoft.com/office/drawing/2014/main" id="{0A8EDA09-1FEA-AEAC-E5CA-2E2ECD2D5491}"/>
              </a:ext>
            </a:extLst>
          </p:cNvPr>
          <p:cNvSpPr/>
          <p:nvPr/>
        </p:nvSpPr>
        <p:spPr>
          <a:xfrm rot="5400000">
            <a:off x="259728" y="1597685"/>
            <a:ext cx="1310058" cy="3320287"/>
          </a:xfrm>
          <a:custGeom>
            <a:avLst/>
            <a:gdLst/>
            <a:ahLst/>
            <a:cxnLst/>
            <a:rect l="l" t="t" r="r" b="b"/>
            <a:pathLst>
              <a:path w="16063" h="40711" extrusionOk="0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43">
            <a:extLst>
              <a:ext uri="{FF2B5EF4-FFF2-40B4-BE49-F238E27FC236}">
                <a16:creationId xmlns:a16="http://schemas.microsoft.com/office/drawing/2014/main" id="{3E09911C-3A91-B0A7-25CD-496F01F09880}"/>
              </a:ext>
            </a:extLst>
          </p:cNvPr>
          <p:cNvSpPr/>
          <p:nvPr/>
        </p:nvSpPr>
        <p:spPr>
          <a:xfrm>
            <a:off x="720001" y="1256374"/>
            <a:ext cx="884812" cy="1310042"/>
          </a:xfrm>
          <a:custGeom>
            <a:avLst/>
            <a:gdLst/>
            <a:ahLst/>
            <a:cxnLst/>
            <a:rect l="l" t="t" r="r" b="b"/>
            <a:pathLst>
              <a:path w="9331" h="13815" extrusionOk="0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43">
            <a:extLst>
              <a:ext uri="{FF2B5EF4-FFF2-40B4-BE49-F238E27FC236}">
                <a16:creationId xmlns:a16="http://schemas.microsoft.com/office/drawing/2014/main" id="{91CE33AD-157F-9087-5FF4-89C0FC477865}"/>
              </a:ext>
            </a:extLst>
          </p:cNvPr>
          <p:cNvSpPr/>
          <p:nvPr/>
        </p:nvSpPr>
        <p:spPr>
          <a:xfrm rot="10800000">
            <a:off x="7539176" y="1256374"/>
            <a:ext cx="884812" cy="1310042"/>
          </a:xfrm>
          <a:custGeom>
            <a:avLst/>
            <a:gdLst/>
            <a:ahLst/>
            <a:cxnLst/>
            <a:rect l="l" t="t" r="r" b="b"/>
            <a:pathLst>
              <a:path w="9331" h="13815" extrusionOk="0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43">
            <a:extLst>
              <a:ext uri="{FF2B5EF4-FFF2-40B4-BE49-F238E27FC236}">
                <a16:creationId xmlns:a16="http://schemas.microsoft.com/office/drawing/2014/main" id="{A89A32F5-C73E-71D4-41A0-020E36B999B7}"/>
              </a:ext>
            </a:extLst>
          </p:cNvPr>
          <p:cNvSpPr/>
          <p:nvPr/>
        </p:nvSpPr>
        <p:spPr>
          <a:xfrm>
            <a:off x="3812225" y="743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43">
            <a:extLst>
              <a:ext uri="{FF2B5EF4-FFF2-40B4-BE49-F238E27FC236}">
                <a16:creationId xmlns:a16="http://schemas.microsoft.com/office/drawing/2014/main" id="{3D349AC3-1958-52A8-052C-F7FE55128AA2}"/>
              </a:ext>
            </a:extLst>
          </p:cNvPr>
          <p:cNvSpPr/>
          <p:nvPr/>
        </p:nvSpPr>
        <p:spPr>
          <a:xfrm>
            <a:off x="4482425" y="743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43">
            <a:extLst>
              <a:ext uri="{FF2B5EF4-FFF2-40B4-BE49-F238E27FC236}">
                <a16:creationId xmlns:a16="http://schemas.microsoft.com/office/drawing/2014/main" id="{A3B22405-66D1-92C6-66E9-58191EFEC61F}"/>
              </a:ext>
            </a:extLst>
          </p:cNvPr>
          <p:cNvSpPr/>
          <p:nvPr/>
        </p:nvSpPr>
        <p:spPr>
          <a:xfrm>
            <a:off x="5152625" y="743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43">
            <a:extLst>
              <a:ext uri="{FF2B5EF4-FFF2-40B4-BE49-F238E27FC236}">
                <a16:creationId xmlns:a16="http://schemas.microsoft.com/office/drawing/2014/main" id="{128327E4-5AF9-4451-0F49-4BE8613F7584}"/>
              </a:ext>
            </a:extLst>
          </p:cNvPr>
          <p:cNvSpPr/>
          <p:nvPr/>
        </p:nvSpPr>
        <p:spPr>
          <a:xfrm>
            <a:off x="3812225" y="4220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43">
            <a:extLst>
              <a:ext uri="{FF2B5EF4-FFF2-40B4-BE49-F238E27FC236}">
                <a16:creationId xmlns:a16="http://schemas.microsoft.com/office/drawing/2014/main" id="{8B87B773-5017-73CD-14D7-99AEE9013366}"/>
              </a:ext>
            </a:extLst>
          </p:cNvPr>
          <p:cNvSpPr/>
          <p:nvPr/>
        </p:nvSpPr>
        <p:spPr>
          <a:xfrm>
            <a:off x="4482425" y="4220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43">
            <a:extLst>
              <a:ext uri="{FF2B5EF4-FFF2-40B4-BE49-F238E27FC236}">
                <a16:creationId xmlns:a16="http://schemas.microsoft.com/office/drawing/2014/main" id="{D28E391B-1406-31E6-3F68-5A26BA87E875}"/>
              </a:ext>
            </a:extLst>
          </p:cNvPr>
          <p:cNvSpPr/>
          <p:nvPr/>
        </p:nvSpPr>
        <p:spPr>
          <a:xfrm>
            <a:off x="5152625" y="4220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4155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049E976-7C2D-C1F5-3065-C30E1C802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63" y="485381"/>
            <a:ext cx="3558284" cy="4106672"/>
          </a:xfrm>
        </p:spPr>
        <p:txBody>
          <a:bodyPr/>
          <a:lstStyle/>
          <a:p>
            <a:pPr marL="0" indent="0">
              <a:buClr>
                <a:srgbClr val="273D40"/>
              </a:buClr>
              <a:buSzPts val="600"/>
              <a:buNone/>
            </a:pPr>
            <a:r>
              <a:rPr lang="en-US" sz="1200" dirty="0"/>
              <a:t>[Event "Rated bullet game"]</a:t>
            </a:r>
          </a:p>
          <a:p>
            <a:pPr marL="0" indent="0">
              <a:buClr>
                <a:srgbClr val="273D40"/>
              </a:buClr>
              <a:buSzPts val="600"/>
              <a:buNone/>
            </a:pPr>
            <a:r>
              <a:rPr lang="en-US" sz="1200" dirty="0"/>
              <a:t>[Site "https://lichess.org/MQNHYI0k"]</a:t>
            </a:r>
          </a:p>
          <a:p>
            <a:pPr marL="0" indent="0">
              <a:buClr>
                <a:srgbClr val="273D40"/>
              </a:buClr>
              <a:buSzPts val="600"/>
              <a:buNone/>
            </a:pPr>
            <a:r>
              <a:rPr lang="en-US" sz="1200" dirty="0"/>
              <a:t>[Date "2025.03.16"]</a:t>
            </a:r>
          </a:p>
          <a:p>
            <a:pPr marL="0" indent="0">
              <a:buClr>
                <a:srgbClr val="273D40"/>
              </a:buClr>
              <a:buSzPts val="600"/>
              <a:buNone/>
            </a:pPr>
            <a:r>
              <a:rPr lang="en-US" sz="1200" dirty="0"/>
              <a:t>[White "</a:t>
            </a:r>
            <a:r>
              <a:rPr lang="en-US" sz="1200" dirty="0" err="1"/>
              <a:t>antbeckman</a:t>
            </a:r>
            <a:r>
              <a:rPr lang="en-US" sz="1200" dirty="0"/>
              <a:t>"]</a:t>
            </a:r>
          </a:p>
          <a:p>
            <a:pPr marL="0" indent="0">
              <a:buClr>
                <a:srgbClr val="273D40"/>
              </a:buClr>
              <a:buSzPts val="600"/>
              <a:buNone/>
            </a:pPr>
            <a:r>
              <a:rPr lang="en-US" sz="1200" dirty="0"/>
              <a:t>[Black "</a:t>
            </a:r>
            <a:r>
              <a:rPr lang="en-US" sz="1200" dirty="0" err="1"/>
              <a:t>dudelyy</a:t>
            </a:r>
            <a:r>
              <a:rPr lang="en-US" sz="1200" dirty="0"/>
              <a:t>"]</a:t>
            </a:r>
          </a:p>
          <a:p>
            <a:pPr marL="0" indent="0">
              <a:buClr>
                <a:srgbClr val="273D40"/>
              </a:buClr>
              <a:buSzPts val="600"/>
              <a:buNone/>
            </a:pPr>
            <a:r>
              <a:rPr lang="en-US" sz="1200" dirty="0"/>
              <a:t>[Result "1-0"]</a:t>
            </a:r>
          </a:p>
          <a:p>
            <a:pPr marL="0" indent="0">
              <a:buClr>
                <a:srgbClr val="273D40"/>
              </a:buClr>
              <a:buSzPts val="600"/>
              <a:buNone/>
            </a:pPr>
            <a:r>
              <a:rPr lang="en-US" sz="1200" dirty="0"/>
              <a:t>[</a:t>
            </a:r>
            <a:r>
              <a:rPr lang="en-US" sz="1200" dirty="0" err="1"/>
              <a:t>GameId</a:t>
            </a:r>
            <a:r>
              <a:rPr lang="en-US" sz="1200" dirty="0"/>
              <a:t> "MQNHYI0k"]</a:t>
            </a:r>
          </a:p>
          <a:p>
            <a:pPr marL="0" indent="0">
              <a:buClr>
                <a:srgbClr val="273D40"/>
              </a:buClr>
              <a:buSzPts val="600"/>
              <a:buNone/>
            </a:pPr>
            <a:r>
              <a:rPr lang="en-US" sz="1200" dirty="0"/>
              <a:t>[</a:t>
            </a:r>
            <a:r>
              <a:rPr lang="en-US" sz="1200" dirty="0" err="1"/>
              <a:t>UTCDate</a:t>
            </a:r>
            <a:r>
              <a:rPr lang="en-US" sz="1200" dirty="0"/>
              <a:t> "2025.03.16"]</a:t>
            </a:r>
          </a:p>
          <a:p>
            <a:pPr marL="0" indent="0">
              <a:buClr>
                <a:srgbClr val="273D40"/>
              </a:buClr>
              <a:buSzPts val="600"/>
              <a:buNone/>
            </a:pPr>
            <a:r>
              <a:rPr lang="en-US" sz="1200" dirty="0"/>
              <a:t>[</a:t>
            </a:r>
            <a:r>
              <a:rPr lang="en-US" sz="1200" dirty="0" err="1"/>
              <a:t>UTCTime</a:t>
            </a:r>
            <a:r>
              <a:rPr lang="en-US" sz="1200" dirty="0"/>
              <a:t> "22:16:19"]</a:t>
            </a:r>
          </a:p>
          <a:p>
            <a:pPr marL="0" indent="0">
              <a:buClr>
                <a:srgbClr val="273D40"/>
              </a:buClr>
              <a:buSzPts val="600"/>
              <a:buNone/>
            </a:pPr>
            <a:r>
              <a:rPr lang="en-US" sz="1200" dirty="0"/>
              <a:t>[</a:t>
            </a:r>
            <a:r>
              <a:rPr lang="en-US" sz="1200" dirty="0" err="1"/>
              <a:t>WhiteElo</a:t>
            </a:r>
            <a:r>
              <a:rPr lang="en-US" sz="1200" dirty="0"/>
              <a:t> "929"]</a:t>
            </a:r>
          </a:p>
          <a:p>
            <a:pPr marL="0" indent="0">
              <a:buClr>
                <a:srgbClr val="273D40"/>
              </a:buClr>
              <a:buSzPts val="600"/>
              <a:buNone/>
            </a:pPr>
            <a:r>
              <a:rPr lang="en-US" sz="1200" dirty="0"/>
              <a:t>[</a:t>
            </a:r>
            <a:r>
              <a:rPr lang="en-US" sz="1200" dirty="0" err="1"/>
              <a:t>BlackElo</a:t>
            </a:r>
            <a:r>
              <a:rPr lang="en-US" sz="1200" dirty="0"/>
              <a:t> "998"]</a:t>
            </a:r>
          </a:p>
          <a:p>
            <a:pPr marL="0" indent="0">
              <a:buClr>
                <a:srgbClr val="273D40"/>
              </a:buClr>
              <a:buSzPts val="600"/>
              <a:buNone/>
            </a:pPr>
            <a:r>
              <a:rPr lang="en-US" sz="1200" dirty="0"/>
              <a:t>[</a:t>
            </a:r>
            <a:r>
              <a:rPr lang="en-US" sz="1200" dirty="0" err="1"/>
              <a:t>WhiteRatingDiff</a:t>
            </a:r>
            <a:r>
              <a:rPr lang="en-US" sz="1200" dirty="0"/>
              <a:t> "+102"]</a:t>
            </a:r>
          </a:p>
          <a:p>
            <a:pPr marL="0" indent="0">
              <a:buClr>
                <a:srgbClr val="273D40"/>
              </a:buClr>
              <a:buSzPts val="600"/>
              <a:buNone/>
            </a:pPr>
            <a:r>
              <a:rPr lang="en-US" sz="1200" dirty="0"/>
              <a:t>[</a:t>
            </a:r>
            <a:r>
              <a:rPr lang="en-US" sz="1200" dirty="0" err="1"/>
              <a:t>BlackRatingDiff</a:t>
            </a:r>
            <a:r>
              <a:rPr lang="en-US" sz="1200" dirty="0"/>
              <a:t> "-6"]</a:t>
            </a:r>
          </a:p>
          <a:p>
            <a:pPr marL="0" indent="0">
              <a:buClr>
                <a:srgbClr val="273D40"/>
              </a:buClr>
              <a:buSzPts val="600"/>
              <a:buNone/>
            </a:pPr>
            <a:r>
              <a:rPr lang="en-US" sz="1200" dirty="0"/>
              <a:t>[Variant "Standard"]</a:t>
            </a:r>
          </a:p>
          <a:p>
            <a:pPr marL="0" indent="0">
              <a:buClr>
                <a:srgbClr val="273D40"/>
              </a:buClr>
              <a:buSzPts val="600"/>
              <a:buNone/>
            </a:pPr>
            <a:r>
              <a:rPr lang="en-US" sz="1200" dirty="0"/>
              <a:t>[</a:t>
            </a:r>
            <a:r>
              <a:rPr lang="en-US" sz="1200" dirty="0" err="1"/>
              <a:t>TimeControl</a:t>
            </a:r>
            <a:r>
              <a:rPr lang="en-US" sz="1200" dirty="0"/>
              <a:t> "120+1"]</a:t>
            </a:r>
          </a:p>
          <a:p>
            <a:pPr marL="0" indent="0">
              <a:buClr>
                <a:srgbClr val="273D40"/>
              </a:buClr>
              <a:buSzPts val="600"/>
              <a:buNone/>
            </a:pPr>
            <a:r>
              <a:rPr lang="en-US" sz="1200" dirty="0"/>
              <a:t>[ECO "B40"]</a:t>
            </a:r>
          </a:p>
          <a:p>
            <a:pPr marL="0" indent="0">
              <a:buClr>
                <a:srgbClr val="273D40"/>
              </a:buClr>
              <a:buSzPts val="600"/>
              <a:buNone/>
            </a:pPr>
            <a:r>
              <a:rPr lang="en-US" sz="1200" dirty="0"/>
              <a:t>[Opening "Sicilian Defense: French Variation, Normal"]</a:t>
            </a:r>
          </a:p>
          <a:p>
            <a:pPr marL="0" indent="0">
              <a:buClr>
                <a:srgbClr val="273D40"/>
              </a:buClr>
              <a:buSzPts val="600"/>
              <a:buNone/>
            </a:pPr>
            <a:r>
              <a:rPr lang="en-US" sz="1200" dirty="0"/>
              <a:t>[Termination "Time forfeit"]</a:t>
            </a:r>
          </a:p>
          <a:p>
            <a:pPr marL="0" indent="0">
              <a:buClr>
                <a:srgbClr val="273D40"/>
              </a:buClr>
              <a:buSzPts val="600"/>
              <a:buNone/>
            </a:pPr>
            <a:br>
              <a:rPr lang="en-US" sz="1200" dirty="0"/>
            </a:br>
            <a:r>
              <a:rPr lang="en-US" sz="1200" dirty="0"/>
              <a:t>1. e4 c5 2. Nf3 e6 3. d4 cxd4 4. Nxd4 Nf6 5. Bb5 a6</a:t>
            </a:r>
            <a:endParaRPr lang="en-US" sz="1100" dirty="0"/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C4CEFE5A-262B-6F63-CE20-4119E06D8C33}"/>
              </a:ext>
            </a:extLst>
          </p:cNvPr>
          <p:cNvSpPr/>
          <p:nvPr/>
        </p:nvSpPr>
        <p:spPr>
          <a:xfrm>
            <a:off x="4271211" y="537411"/>
            <a:ext cx="473242" cy="3256547"/>
          </a:xfrm>
          <a:prstGeom prst="rightBrace">
            <a:avLst>
              <a:gd name="adj1" fmla="val 72333"/>
              <a:gd name="adj2" fmla="val 50000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2E52B5-ECE2-DDF5-3E4E-A0C4427F4B52}"/>
              </a:ext>
            </a:extLst>
          </p:cNvPr>
          <p:cNvSpPr txBox="1"/>
          <p:nvPr/>
        </p:nvSpPr>
        <p:spPr>
          <a:xfrm>
            <a:off x="5045243" y="1811741"/>
            <a:ext cx="26429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dk1"/>
                </a:solidFill>
                <a:latin typeface="Oranienbaum"/>
                <a:sym typeface="Oranienbaum"/>
              </a:rPr>
              <a:t>METADATA</a:t>
            </a:r>
            <a:endParaRPr lang="en-US" sz="8700" b="1" dirty="0">
              <a:solidFill>
                <a:schemeClr val="dk1"/>
              </a:solidFill>
              <a:latin typeface="Oranienbaum"/>
              <a:sym typeface="Oranienbaum"/>
            </a:endParaRPr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25AE4C12-AF38-7140-17EC-9555CB00A133}"/>
              </a:ext>
            </a:extLst>
          </p:cNvPr>
          <p:cNvSpPr/>
          <p:nvPr/>
        </p:nvSpPr>
        <p:spPr>
          <a:xfrm>
            <a:off x="4271211" y="3914274"/>
            <a:ext cx="473242" cy="453189"/>
          </a:xfrm>
          <a:prstGeom prst="rightBrace">
            <a:avLst>
              <a:gd name="adj1" fmla="val 72333"/>
              <a:gd name="adj2" fmla="val 50000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26539A-878F-3B7D-FCAC-9462DB8B5353}"/>
              </a:ext>
            </a:extLst>
          </p:cNvPr>
          <p:cNvSpPr txBox="1"/>
          <p:nvPr/>
        </p:nvSpPr>
        <p:spPr>
          <a:xfrm>
            <a:off x="5045243" y="3793958"/>
            <a:ext cx="26429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dk1"/>
                </a:solidFill>
                <a:latin typeface="Oranienbaum"/>
                <a:sym typeface="Oranienbaum"/>
              </a:rPr>
              <a:t>MOVES</a:t>
            </a:r>
            <a:endParaRPr lang="en-US" sz="8700" b="1" dirty="0">
              <a:solidFill>
                <a:schemeClr val="dk1"/>
              </a:solidFill>
              <a:latin typeface="Oranienbaum"/>
              <a:sym typeface="Oranienbaum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0D6385-F5A9-974E-19C0-303DCD3AAD8A}"/>
              </a:ext>
            </a:extLst>
          </p:cNvPr>
          <p:cNvSpPr/>
          <p:nvPr/>
        </p:nvSpPr>
        <p:spPr>
          <a:xfrm>
            <a:off x="612663" y="485381"/>
            <a:ext cx="7876674" cy="3376500"/>
          </a:xfrm>
          <a:prstGeom prst="rect">
            <a:avLst/>
          </a:prstGeom>
          <a:solidFill>
            <a:schemeClr val="lt1">
              <a:alpha val="37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686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3EEA2-AE03-7ABB-BADF-8044CEE2E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55D5BE0-C857-8499-8186-57A50F201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63" y="485381"/>
            <a:ext cx="3558284" cy="4106672"/>
          </a:xfrm>
        </p:spPr>
        <p:txBody>
          <a:bodyPr/>
          <a:lstStyle/>
          <a:p>
            <a:pPr marL="0" indent="0">
              <a:buClr>
                <a:srgbClr val="273D40"/>
              </a:buClr>
              <a:buSzPts val="600"/>
              <a:buNone/>
            </a:pPr>
            <a:r>
              <a:rPr lang="en-US" sz="1200" dirty="0"/>
              <a:t>[Event "Rated bullet game"]</a:t>
            </a:r>
          </a:p>
          <a:p>
            <a:pPr marL="0" indent="0">
              <a:buClr>
                <a:srgbClr val="273D40"/>
              </a:buClr>
              <a:buSzPts val="600"/>
              <a:buNone/>
            </a:pPr>
            <a:r>
              <a:rPr lang="en-US" sz="1200" dirty="0"/>
              <a:t>[Site "https://lichess.org/MQNHYI0k"]</a:t>
            </a:r>
          </a:p>
          <a:p>
            <a:pPr marL="0" indent="0">
              <a:buClr>
                <a:srgbClr val="273D40"/>
              </a:buClr>
              <a:buSzPts val="600"/>
              <a:buNone/>
            </a:pPr>
            <a:r>
              <a:rPr lang="en-US" sz="1200" dirty="0"/>
              <a:t>[Date "2025.03.16"]</a:t>
            </a:r>
          </a:p>
          <a:p>
            <a:pPr marL="0" indent="0">
              <a:buClr>
                <a:srgbClr val="273D40"/>
              </a:buClr>
              <a:buSzPts val="600"/>
              <a:buNone/>
            </a:pPr>
            <a:r>
              <a:rPr lang="en-US" sz="1200" dirty="0"/>
              <a:t>[White "</a:t>
            </a:r>
            <a:r>
              <a:rPr lang="en-US" sz="1200" dirty="0" err="1"/>
              <a:t>antbeckman</a:t>
            </a:r>
            <a:r>
              <a:rPr lang="en-US" sz="1200" dirty="0"/>
              <a:t>"]</a:t>
            </a:r>
          </a:p>
          <a:p>
            <a:pPr marL="0" indent="0">
              <a:buClr>
                <a:srgbClr val="273D40"/>
              </a:buClr>
              <a:buSzPts val="600"/>
              <a:buNone/>
            </a:pPr>
            <a:r>
              <a:rPr lang="en-US" sz="1200" dirty="0"/>
              <a:t>[Black "</a:t>
            </a:r>
            <a:r>
              <a:rPr lang="en-US" sz="1200" dirty="0" err="1"/>
              <a:t>dudelyy</a:t>
            </a:r>
            <a:r>
              <a:rPr lang="en-US" sz="1200" dirty="0"/>
              <a:t>"]</a:t>
            </a:r>
          </a:p>
          <a:p>
            <a:pPr marL="0" indent="0">
              <a:buClr>
                <a:srgbClr val="273D40"/>
              </a:buClr>
              <a:buSzPts val="600"/>
              <a:buNone/>
            </a:pPr>
            <a:r>
              <a:rPr lang="en-US" sz="1200" dirty="0"/>
              <a:t>[Result "1-0"]</a:t>
            </a:r>
          </a:p>
          <a:p>
            <a:pPr marL="0" indent="0">
              <a:buClr>
                <a:srgbClr val="273D40"/>
              </a:buClr>
              <a:buSzPts val="600"/>
              <a:buNone/>
            </a:pPr>
            <a:r>
              <a:rPr lang="en-US" sz="1200" dirty="0"/>
              <a:t>[</a:t>
            </a:r>
            <a:r>
              <a:rPr lang="en-US" sz="1200" dirty="0" err="1"/>
              <a:t>GameId</a:t>
            </a:r>
            <a:r>
              <a:rPr lang="en-US" sz="1200" dirty="0"/>
              <a:t> "MQNHYI0k"]</a:t>
            </a:r>
          </a:p>
          <a:p>
            <a:pPr marL="0" indent="0">
              <a:buClr>
                <a:srgbClr val="273D40"/>
              </a:buClr>
              <a:buSzPts val="600"/>
              <a:buNone/>
            </a:pPr>
            <a:r>
              <a:rPr lang="en-US" sz="1200" dirty="0"/>
              <a:t>[</a:t>
            </a:r>
            <a:r>
              <a:rPr lang="en-US" sz="1200" dirty="0" err="1"/>
              <a:t>UTCDate</a:t>
            </a:r>
            <a:r>
              <a:rPr lang="en-US" sz="1200" dirty="0"/>
              <a:t> "2025.03.16"]</a:t>
            </a:r>
          </a:p>
          <a:p>
            <a:pPr marL="0" indent="0">
              <a:buClr>
                <a:srgbClr val="273D40"/>
              </a:buClr>
              <a:buSzPts val="600"/>
              <a:buNone/>
            </a:pPr>
            <a:r>
              <a:rPr lang="en-US" sz="1200" dirty="0"/>
              <a:t>[</a:t>
            </a:r>
            <a:r>
              <a:rPr lang="en-US" sz="1200" dirty="0" err="1"/>
              <a:t>UTCTime</a:t>
            </a:r>
            <a:r>
              <a:rPr lang="en-US" sz="1200" dirty="0"/>
              <a:t> "22:16:19"]</a:t>
            </a:r>
          </a:p>
          <a:p>
            <a:pPr marL="0" indent="0">
              <a:buClr>
                <a:srgbClr val="273D40"/>
              </a:buClr>
              <a:buSzPts val="600"/>
              <a:buNone/>
            </a:pPr>
            <a:r>
              <a:rPr lang="en-US" sz="1200" dirty="0"/>
              <a:t>[</a:t>
            </a:r>
            <a:r>
              <a:rPr lang="en-US" sz="1200" dirty="0" err="1"/>
              <a:t>WhiteElo</a:t>
            </a:r>
            <a:r>
              <a:rPr lang="en-US" sz="1200" dirty="0"/>
              <a:t> "929"]</a:t>
            </a:r>
          </a:p>
          <a:p>
            <a:pPr marL="0" indent="0">
              <a:buClr>
                <a:srgbClr val="273D40"/>
              </a:buClr>
              <a:buSzPts val="600"/>
              <a:buNone/>
            </a:pPr>
            <a:r>
              <a:rPr lang="en-US" sz="1200" dirty="0"/>
              <a:t>[</a:t>
            </a:r>
            <a:r>
              <a:rPr lang="en-US" sz="1200" dirty="0" err="1"/>
              <a:t>BlackElo</a:t>
            </a:r>
            <a:r>
              <a:rPr lang="en-US" sz="1200" dirty="0"/>
              <a:t> "998"]</a:t>
            </a:r>
          </a:p>
          <a:p>
            <a:pPr marL="0" indent="0">
              <a:buClr>
                <a:srgbClr val="273D40"/>
              </a:buClr>
              <a:buSzPts val="600"/>
              <a:buNone/>
            </a:pPr>
            <a:r>
              <a:rPr lang="en-US" sz="1200" dirty="0"/>
              <a:t>[</a:t>
            </a:r>
            <a:r>
              <a:rPr lang="en-US" sz="1200" dirty="0" err="1"/>
              <a:t>WhiteRatingDiff</a:t>
            </a:r>
            <a:r>
              <a:rPr lang="en-US" sz="1200" dirty="0"/>
              <a:t> "+102"]</a:t>
            </a:r>
          </a:p>
          <a:p>
            <a:pPr marL="0" indent="0">
              <a:buClr>
                <a:srgbClr val="273D40"/>
              </a:buClr>
              <a:buSzPts val="600"/>
              <a:buNone/>
            </a:pPr>
            <a:r>
              <a:rPr lang="en-US" sz="1200" dirty="0"/>
              <a:t>[</a:t>
            </a:r>
            <a:r>
              <a:rPr lang="en-US" sz="1200" dirty="0" err="1"/>
              <a:t>BlackRatingDiff</a:t>
            </a:r>
            <a:r>
              <a:rPr lang="en-US" sz="1200" dirty="0"/>
              <a:t> "-6"]</a:t>
            </a:r>
          </a:p>
          <a:p>
            <a:pPr marL="0" indent="0">
              <a:buClr>
                <a:srgbClr val="273D40"/>
              </a:buClr>
              <a:buSzPts val="600"/>
              <a:buNone/>
            </a:pPr>
            <a:r>
              <a:rPr lang="en-US" sz="1200" dirty="0"/>
              <a:t>[Variant "Standard"]</a:t>
            </a:r>
          </a:p>
          <a:p>
            <a:pPr marL="0" indent="0">
              <a:buClr>
                <a:srgbClr val="273D40"/>
              </a:buClr>
              <a:buSzPts val="600"/>
              <a:buNone/>
            </a:pPr>
            <a:r>
              <a:rPr lang="en-US" sz="1200" dirty="0"/>
              <a:t>[</a:t>
            </a:r>
            <a:r>
              <a:rPr lang="en-US" sz="1200" dirty="0" err="1"/>
              <a:t>TimeControl</a:t>
            </a:r>
            <a:r>
              <a:rPr lang="en-US" sz="1200" dirty="0"/>
              <a:t> "120+1"]</a:t>
            </a:r>
          </a:p>
          <a:p>
            <a:pPr marL="0" indent="0">
              <a:buClr>
                <a:srgbClr val="273D40"/>
              </a:buClr>
              <a:buSzPts val="600"/>
              <a:buNone/>
            </a:pPr>
            <a:r>
              <a:rPr lang="en-US" sz="1200" dirty="0"/>
              <a:t>[ECO "B40"]</a:t>
            </a:r>
          </a:p>
          <a:p>
            <a:pPr marL="0" indent="0">
              <a:buClr>
                <a:srgbClr val="273D40"/>
              </a:buClr>
              <a:buSzPts val="600"/>
              <a:buNone/>
            </a:pPr>
            <a:r>
              <a:rPr lang="en-US" sz="1200" dirty="0"/>
              <a:t>[Opening "Sicilian Defense: French Variation, Normal"]</a:t>
            </a:r>
          </a:p>
          <a:p>
            <a:pPr marL="0" indent="0">
              <a:buClr>
                <a:srgbClr val="273D40"/>
              </a:buClr>
              <a:buSzPts val="600"/>
              <a:buNone/>
            </a:pPr>
            <a:r>
              <a:rPr lang="en-US" sz="1200" dirty="0"/>
              <a:t>[Termination "Time forfeit"]</a:t>
            </a:r>
          </a:p>
          <a:p>
            <a:pPr marL="0" indent="0">
              <a:buClr>
                <a:srgbClr val="273D40"/>
              </a:buClr>
              <a:buSzPts val="600"/>
              <a:buNone/>
            </a:pPr>
            <a:br>
              <a:rPr lang="en-US" sz="1200" dirty="0"/>
            </a:br>
            <a:r>
              <a:rPr lang="en-US" sz="1200" dirty="0"/>
              <a:t>1. e4 c5 2. Nf3 e6 3. d4 cxd4 4. Nxd4 Nf6 5. Bb5 a6</a:t>
            </a:r>
            <a:endParaRPr lang="en-US" sz="1100" dirty="0"/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29F99EAB-E46D-66D8-4271-BC18DA2C6B9E}"/>
              </a:ext>
            </a:extLst>
          </p:cNvPr>
          <p:cNvSpPr/>
          <p:nvPr/>
        </p:nvSpPr>
        <p:spPr>
          <a:xfrm>
            <a:off x="4271211" y="537411"/>
            <a:ext cx="473242" cy="3256547"/>
          </a:xfrm>
          <a:prstGeom prst="rightBrace">
            <a:avLst>
              <a:gd name="adj1" fmla="val 72333"/>
              <a:gd name="adj2" fmla="val 50000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4B0F64-5325-3CF9-A7F9-8F85BD6CC739}"/>
              </a:ext>
            </a:extLst>
          </p:cNvPr>
          <p:cNvSpPr txBox="1"/>
          <p:nvPr/>
        </p:nvSpPr>
        <p:spPr>
          <a:xfrm>
            <a:off x="5045243" y="1811741"/>
            <a:ext cx="26429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dk1"/>
                </a:solidFill>
                <a:latin typeface="Oranienbaum"/>
                <a:sym typeface="Oranienbaum"/>
              </a:rPr>
              <a:t>METADATA</a:t>
            </a:r>
            <a:endParaRPr lang="en-US" sz="8700" b="1" dirty="0">
              <a:solidFill>
                <a:schemeClr val="dk1"/>
              </a:solidFill>
              <a:latin typeface="Oranienbaum"/>
              <a:sym typeface="Oranienbaum"/>
            </a:endParaRPr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A56243BF-58D0-DAA6-CE10-E9B207C7747B}"/>
              </a:ext>
            </a:extLst>
          </p:cNvPr>
          <p:cNvSpPr/>
          <p:nvPr/>
        </p:nvSpPr>
        <p:spPr>
          <a:xfrm>
            <a:off x="4271211" y="3914274"/>
            <a:ext cx="473242" cy="453189"/>
          </a:xfrm>
          <a:prstGeom prst="rightBrace">
            <a:avLst>
              <a:gd name="adj1" fmla="val 72333"/>
              <a:gd name="adj2" fmla="val 50000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7130ED-B957-B4B4-8538-B1A237C0CD04}"/>
              </a:ext>
            </a:extLst>
          </p:cNvPr>
          <p:cNvSpPr txBox="1"/>
          <p:nvPr/>
        </p:nvSpPr>
        <p:spPr>
          <a:xfrm>
            <a:off x="5045243" y="3793958"/>
            <a:ext cx="26429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dk1"/>
                </a:solidFill>
                <a:latin typeface="Oranienbaum"/>
                <a:sym typeface="Oranienbaum"/>
              </a:rPr>
              <a:t>MOVES</a:t>
            </a:r>
            <a:endParaRPr lang="en-US" sz="8700" b="1" dirty="0">
              <a:solidFill>
                <a:schemeClr val="dk1"/>
              </a:solidFill>
              <a:latin typeface="Oranienbaum"/>
              <a:sym typeface="Oranienbaum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9FBA4E-2730-6BAF-7368-BEAFEEC682EC}"/>
              </a:ext>
            </a:extLst>
          </p:cNvPr>
          <p:cNvSpPr/>
          <p:nvPr/>
        </p:nvSpPr>
        <p:spPr>
          <a:xfrm>
            <a:off x="569495" y="3874168"/>
            <a:ext cx="7876674" cy="566509"/>
          </a:xfrm>
          <a:prstGeom prst="rect">
            <a:avLst/>
          </a:prstGeom>
          <a:solidFill>
            <a:schemeClr val="lt1">
              <a:alpha val="37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390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8">
          <a:extLst>
            <a:ext uri="{FF2B5EF4-FFF2-40B4-BE49-F238E27FC236}">
              <a16:creationId xmlns:a16="http://schemas.microsoft.com/office/drawing/2014/main" id="{BE37B2A6-631F-BD97-AF38-5EC4B725E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p68">
            <a:extLst>
              <a:ext uri="{FF2B5EF4-FFF2-40B4-BE49-F238E27FC236}">
                <a16:creationId xmlns:a16="http://schemas.microsoft.com/office/drawing/2014/main" id="{736A50E6-097C-A5C3-C753-21889D8099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MOVE NOTATION</a:t>
            </a:r>
            <a:endParaRPr dirty="0"/>
          </a:p>
        </p:txBody>
      </p:sp>
      <p:grpSp>
        <p:nvGrpSpPr>
          <p:cNvPr id="1462" name="Google Shape;1462;p68">
            <a:extLst>
              <a:ext uri="{FF2B5EF4-FFF2-40B4-BE49-F238E27FC236}">
                <a16:creationId xmlns:a16="http://schemas.microsoft.com/office/drawing/2014/main" id="{30DE7594-2ABF-6CF4-DFA4-17EACED4950B}"/>
              </a:ext>
            </a:extLst>
          </p:cNvPr>
          <p:cNvGrpSpPr/>
          <p:nvPr/>
        </p:nvGrpSpPr>
        <p:grpSpPr>
          <a:xfrm>
            <a:off x="1084650" y="1378499"/>
            <a:ext cx="3224880" cy="3224911"/>
            <a:chOff x="1084650" y="1378499"/>
            <a:chExt cx="3224880" cy="3224911"/>
          </a:xfrm>
        </p:grpSpPr>
        <p:sp>
          <p:nvSpPr>
            <p:cNvPr id="1463" name="Google Shape;1463;p68">
              <a:extLst>
                <a:ext uri="{FF2B5EF4-FFF2-40B4-BE49-F238E27FC236}">
                  <a16:creationId xmlns:a16="http://schemas.microsoft.com/office/drawing/2014/main" id="{2C16FB4C-71AF-C8AB-8DD8-F11DDD7047B8}"/>
                </a:ext>
              </a:extLst>
            </p:cNvPr>
            <p:cNvSpPr/>
            <p:nvPr/>
          </p:nvSpPr>
          <p:spPr>
            <a:xfrm>
              <a:off x="1084650" y="1378499"/>
              <a:ext cx="3224880" cy="3224911"/>
            </a:xfrm>
            <a:custGeom>
              <a:avLst/>
              <a:gdLst/>
              <a:ahLst/>
              <a:cxnLst/>
              <a:rect l="l" t="t" r="r" b="b"/>
              <a:pathLst>
                <a:path w="104020" h="104021" extrusionOk="0">
                  <a:moveTo>
                    <a:pt x="103066" y="0"/>
                  </a:moveTo>
                  <a:lnTo>
                    <a:pt x="0" y="954"/>
                  </a:lnTo>
                  <a:lnTo>
                    <a:pt x="967" y="104020"/>
                  </a:lnTo>
                  <a:lnTo>
                    <a:pt x="104020" y="103053"/>
                  </a:lnTo>
                  <a:lnTo>
                    <a:pt x="1030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68">
              <a:extLst>
                <a:ext uri="{FF2B5EF4-FFF2-40B4-BE49-F238E27FC236}">
                  <a16:creationId xmlns:a16="http://schemas.microsoft.com/office/drawing/2014/main" id="{86390F8B-674A-F2BE-E6A2-59EF865AA463}"/>
                </a:ext>
              </a:extLst>
            </p:cNvPr>
            <p:cNvSpPr/>
            <p:nvPr/>
          </p:nvSpPr>
          <p:spPr>
            <a:xfrm>
              <a:off x="1208880" y="1526323"/>
              <a:ext cx="371906" cy="372309"/>
            </a:xfrm>
            <a:custGeom>
              <a:avLst/>
              <a:gdLst/>
              <a:ahLst/>
              <a:cxnLst/>
              <a:rect l="l" t="t" r="r" b="b"/>
              <a:pathLst>
                <a:path w="11996" h="12009" extrusionOk="0">
                  <a:moveTo>
                    <a:pt x="11885" y="0"/>
                  </a:moveTo>
                  <a:lnTo>
                    <a:pt x="1" y="111"/>
                  </a:lnTo>
                  <a:lnTo>
                    <a:pt x="111" y="12009"/>
                  </a:lnTo>
                  <a:lnTo>
                    <a:pt x="11996" y="11898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68">
              <a:extLst>
                <a:ext uri="{FF2B5EF4-FFF2-40B4-BE49-F238E27FC236}">
                  <a16:creationId xmlns:a16="http://schemas.microsoft.com/office/drawing/2014/main" id="{E91B4A2F-4CE3-2779-C517-943FA4F7FF1A}"/>
                </a:ext>
              </a:extLst>
            </p:cNvPr>
            <p:cNvSpPr/>
            <p:nvPr/>
          </p:nvSpPr>
          <p:spPr>
            <a:xfrm>
              <a:off x="1577353" y="1522881"/>
              <a:ext cx="372371" cy="372340"/>
            </a:xfrm>
            <a:custGeom>
              <a:avLst/>
              <a:gdLst/>
              <a:ahLst/>
              <a:cxnLst/>
              <a:rect l="l" t="t" r="r" b="b"/>
              <a:pathLst>
                <a:path w="12011" h="12010" extrusionOk="0">
                  <a:moveTo>
                    <a:pt x="11900" y="1"/>
                  </a:moveTo>
                  <a:lnTo>
                    <a:pt x="0" y="111"/>
                  </a:lnTo>
                  <a:lnTo>
                    <a:pt x="111" y="12009"/>
                  </a:lnTo>
                  <a:lnTo>
                    <a:pt x="12010" y="11899"/>
                  </a:lnTo>
                  <a:lnTo>
                    <a:pt x="119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68">
              <a:extLst>
                <a:ext uri="{FF2B5EF4-FFF2-40B4-BE49-F238E27FC236}">
                  <a16:creationId xmlns:a16="http://schemas.microsoft.com/office/drawing/2014/main" id="{7D07F7BF-20D0-BB8D-307E-A29241A1D888}"/>
                </a:ext>
              </a:extLst>
            </p:cNvPr>
            <p:cNvSpPr/>
            <p:nvPr/>
          </p:nvSpPr>
          <p:spPr>
            <a:xfrm>
              <a:off x="1946260" y="1519471"/>
              <a:ext cx="371906" cy="372309"/>
            </a:xfrm>
            <a:custGeom>
              <a:avLst/>
              <a:gdLst/>
              <a:ahLst/>
              <a:cxnLst/>
              <a:rect l="l" t="t" r="r" b="b"/>
              <a:pathLst>
                <a:path w="11996" h="12009" extrusionOk="0">
                  <a:moveTo>
                    <a:pt x="11885" y="0"/>
                  </a:moveTo>
                  <a:lnTo>
                    <a:pt x="1" y="111"/>
                  </a:lnTo>
                  <a:lnTo>
                    <a:pt x="111" y="12009"/>
                  </a:lnTo>
                  <a:lnTo>
                    <a:pt x="11996" y="11898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68">
              <a:extLst>
                <a:ext uri="{FF2B5EF4-FFF2-40B4-BE49-F238E27FC236}">
                  <a16:creationId xmlns:a16="http://schemas.microsoft.com/office/drawing/2014/main" id="{26C3BD2C-83A7-5E3F-22E9-3A3B17D3FEB8}"/>
                </a:ext>
              </a:extLst>
            </p:cNvPr>
            <p:cNvSpPr/>
            <p:nvPr/>
          </p:nvSpPr>
          <p:spPr>
            <a:xfrm>
              <a:off x="2314733" y="1516030"/>
              <a:ext cx="372309" cy="372340"/>
            </a:xfrm>
            <a:custGeom>
              <a:avLst/>
              <a:gdLst/>
              <a:ahLst/>
              <a:cxnLst/>
              <a:rect l="l" t="t" r="r" b="b"/>
              <a:pathLst>
                <a:path w="12009" h="12010" extrusionOk="0">
                  <a:moveTo>
                    <a:pt x="11898" y="1"/>
                  </a:moveTo>
                  <a:lnTo>
                    <a:pt x="0" y="111"/>
                  </a:lnTo>
                  <a:lnTo>
                    <a:pt x="111" y="12009"/>
                  </a:lnTo>
                  <a:lnTo>
                    <a:pt x="12009" y="11899"/>
                  </a:lnTo>
                  <a:lnTo>
                    <a:pt x="118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68">
              <a:extLst>
                <a:ext uri="{FF2B5EF4-FFF2-40B4-BE49-F238E27FC236}">
                  <a16:creationId xmlns:a16="http://schemas.microsoft.com/office/drawing/2014/main" id="{BED6B6DF-7AC8-6145-CF1D-2654C772E5F9}"/>
                </a:ext>
              </a:extLst>
            </p:cNvPr>
            <p:cNvSpPr/>
            <p:nvPr/>
          </p:nvSpPr>
          <p:spPr>
            <a:xfrm>
              <a:off x="2683609" y="1512619"/>
              <a:ext cx="371906" cy="372309"/>
            </a:xfrm>
            <a:custGeom>
              <a:avLst/>
              <a:gdLst/>
              <a:ahLst/>
              <a:cxnLst/>
              <a:rect l="l" t="t" r="r" b="b"/>
              <a:pathLst>
                <a:path w="11996" h="12009" extrusionOk="0">
                  <a:moveTo>
                    <a:pt x="11885" y="0"/>
                  </a:moveTo>
                  <a:lnTo>
                    <a:pt x="0" y="111"/>
                  </a:lnTo>
                  <a:lnTo>
                    <a:pt x="111" y="12009"/>
                  </a:lnTo>
                  <a:lnTo>
                    <a:pt x="11996" y="11898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68">
              <a:extLst>
                <a:ext uri="{FF2B5EF4-FFF2-40B4-BE49-F238E27FC236}">
                  <a16:creationId xmlns:a16="http://schemas.microsoft.com/office/drawing/2014/main" id="{A1F6101A-F4B0-E7B5-AD66-491726147B18}"/>
                </a:ext>
              </a:extLst>
            </p:cNvPr>
            <p:cNvSpPr/>
            <p:nvPr/>
          </p:nvSpPr>
          <p:spPr>
            <a:xfrm>
              <a:off x="3052082" y="1509178"/>
              <a:ext cx="372340" cy="372340"/>
            </a:xfrm>
            <a:custGeom>
              <a:avLst/>
              <a:gdLst/>
              <a:ahLst/>
              <a:cxnLst/>
              <a:rect l="l" t="t" r="r" b="b"/>
              <a:pathLst>
                <a:path w="12010" h="12010" extrusionOk="0">
                  <a:moveTo>
                    <a:pt x="11899" y="1"/>
                  </a:moveTo>
                  <a:lnTo>
                    <a:pt x="0" y="111"/>
                  </a:lnTo>
                  <a:lnTo>
                    <a:pt x="111" y="12009"/>
                  </a:lnTo>
                  <a:lnTo>
                    <a:pt x="12010" y="11899"/>
                  </a:lnTo>
                  <a:lnTo>
                    <a:pt x="118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68">
              <a:extLst>
                <a:ext uri="{FF2B5EF4-FFF2-40B4-BE49-F238E27FC236}">
                  <a16:creationId xmlns:a16="http://schemas.microsoft.com/office/drawing/2014/main" id="{980FAA3D-D6D2-45AC-3B99-8562A4C5BC19}"/>
                </a:ext>
              </a:extLst>
            </p:cNvPr>
            <p:cNvSpPr/>
            <p:nvPr/>
          </p:nvSpPr>
          <p:spPr>
            <a:xfrm>
              <a:off x="3420989" y="1505736"/>
              <a:ext cx="371906" cy="372340"/>
            </a:xfrm>
            <a:custGeom>
              <a:avLst/>
              <a:gdLst/>
              <a:ahLst/>
              <a:cxnLst/>
              <a:rect l="l" t="t" r="r" b="b"/>
              <a:pathLst>
                <a:path w="11996" h="12010" extrusionOk="0">
                  <a:moveTo>
                    <a:pt x="11885" y="1"/>
                  </a:moveTo>
                  <a:lnTo>
                    <a:pt x="0" y="112"/>
                  </a:lnTo>
                  <a:lnTo>
                    <a:pt x="111" y="12010"/>
                  </a:lnTo>
                  <a:lnTo>
                    <a:pt x="11996" y="11899"/>
                  </a:lnTo>
                  <a:lnTo>
                    <a:pt x="1188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68">
              <a:extLst>
                <a:ext uri="{FF2B5EF4-FFF2-40B4-BE49-F238E27FC236}">
                  <a16:creationId xmlns:a16="http://schemas.microsoft.com/office/drawing/2014/main" id="{28FEE6BE-6636-E2A6-05F8-B513CDB9044B}"/>
                </a:ext>
              </a:extLst>
            </p:cNvPr>
            <p:cNvSpPr/>
            <p:nvPr/>
          </p:nvSpPr>
          <p:spPr>
            <a:xfrm>
              <a:off x="3789462" y="1502326"/>
              <a:ext cx="372309" cy="372340"/>
            </a:xfrm>
            <a:custGeom>
              <a:avLst/>
              <a:gdLst/>
              <a:ahLst/>
              <a:cxnLst/>
              <a:rect l="l" t="t" r="r" b="b"/>
              <a:pathLst>
                <a:path w="12009" h="12010" extrusionOk="0">
                  <a:moveTo>
                    <a:pt x="11898" y="0"/>
                  </a:moveTo>
                  <a:lnTo>
                    <a:pt x="0" y="111"/>
                  </a:lnTo>
                  <a:lnTo>
                    <a:pt x="111" y="12009"/>
                  </a:lnTo>
                  <a:lnTo>
                    <a:pt x="12009" y="11899"/>
                  </a:lnTo>
                  <a:lnTo>
                    <a:pt x="118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68">
              <a:extLst>
                <a:ext uri="{FF2B5EF4-FFF2-40B4-BE49-F238E27FC236}">
                  <a16:creationId xmlns:a16="http://schemas.microsoft.com/office/drawing/2014/main" id="{B326CF6C-AD86-0065-3795-3481D33655E2}"/>
                </a:ext>
              </a:extLst>
            </p:cNvPr>
            <p:cNvSpPr/>
            <p:nvPr/>
          </p:nvSpPr>
          <p:spPr>
            <a:xfrm>
              <a:off x="1580763" y="1891757"/>
              <a:ext cx="372371" cy="371937"/>
            </a:xfrm>
            <a:custGeom>
              <a:avLst/>
              <a:gdLst/>
              <a:ahLst/>
              <a:cxnLst/>
              <a:rect l="l" t="t" r="r" b="b"/>
              <a:pathLst>
                <a:path w="12011" h="11997" extrusionOk="0">
                  <a:moveTo>
                    <a:pt x="11900" y="1"/>
                  </a:moveTo>
                  <a:lnTo>
                    <a:pt x="1" y="111"/>
                  </a:lnTo>
                  <a:lnTo>
                    <a:pt x="112" y="11996"/>
                  </a:lnTo>
                  <a:lnTo>
                    <a:pt x="12011" y="11886"/>
                  </a:lnTo>
                  <a:lnTo>
                    <a:pt x="119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68">
              <a:extLst>
                <a:ext uri="{FF2B5EF4-FFF2-40B4-BE49-F238E27FC236}">
                  <a16:creationId xmlns:a16="http://schemas.microsoft.com/office/drawing/2014/main" id="{D82F81B4-A354-056A-7E05-9877F2D3EDD4}"/>
                </a:ext>
              </a:extLst>
            </p:cNvPr>
            <p:cNvSpPr/>
            <p:nvPr/>
          </p:nvSpPr>
          <p:spPr>
            <a:xfrm>
              <a:off x="1949701" y="1888347"/>
              <a:ext cx="371906" cy="371906"/>
            </a:xfrm>
            <a:custGeom>
              <a:avLst/>
              <a:gdLst/>
              <a:ahLst/>
              <a:cxnLst/>
              <a:rect l="l" t="t" r="r" b="b"/>
              <a:pathLst>
                <a:path w="11996" h="11996" extrusionOk="0">
                  <a:moveTo>
                    <a:pt x="11885" y="0"/>
                  </a:moveTo>
                  <a:lnTo>
                    <a:pt x="0" y="111"/>
                  </a:lnTo>
                  <a:lnTo>
                    <a:pt x="111" y="11996"/>
                  </a:lnTo>
                  <a:lnTo>
                    <a:pt x="11995" y="11885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68">
              <a:extLst>
                <a:ext uri="{FF2B5EF4-FFF2-40B4-BE49-F238E27FC236}">
                  <a16:creationId xmlns:a16="http://schemas.microsoft.com/office/drawing/2014/main" id="{AC5AAA1C-C879-0724-9402-8F4A1299FED5}"/>
                </a:ext>
              </a:extLst>
            </p:cNvPr>
            <p:cNvSpPr/>
            <p:nvPr/>
          </p:nvSpPr>
          <p:spPr>
            <a:xfrm>
              <a:off x="2318143" y="1884905"/>
              <a:ext cx="372340" cy="371937"/>
            </a:xfrm>
            <a:custGeom>
              <a:avLst/>
              <a:gdLst/>
              <a:ahLst/>
              <a:cxnLst/>
              <a:rect l="l" t="t" r="r" b="b"/>
              <a:pathLst>
                <a:path w="12010" h="11997" extrusionOk="0">
                  <a:moveTo>
                    <a:pt x="11899" y="1"/>
                  </a:moveTo>
                  <a:lnTo>
                    <a:pt x="1" y="111"/>
                  </a:lnTo>
                  <a:lnTo>
                    <a:pt x="111" y="11996"/>
                  </a:lnTo>
                  <a:lnTo>
                    <a:pt x="12009" y="11886"/>
                  </a:lnTo>
                  <a:lnTo>
                    <a:pt x="11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68">
              <a:extLst>
                <a:ext uri="{FF2B5EF4-FFF2-40B4-BE49-F238E27FC236}">
                  <a16:creationId xmlns:a16="http://schemas.microsoft.com/office/drawing/2014/main" id="{BB132D43-4009-B369-AB7F-0F8EBB83EFC8}"/>
                </a:ext>
              </a:extLst>
            </p:cNvPr>
            <p:cNvSpPr/>
            <p:nvPr/>
          </p:nvSpPr>
          <p:spPr>
            <a:xfrm>
              <a:off x="2687019" y="1881495"/>
              <a:ext cx="371937" cy="371906"/>
            </a:xfrm>
            <a:custGeom>
              <a:avLst/>
              <a:gdLst/>
              <a:ahLst/>
              <a:cxnLst/>
              <a:rect l="l" t="t" r="r" b="b"/>
              <a:pathLst>
                <a:path w="11997" h="11996" extrusionOk="0">
                  <a:moveTo>
                    <a:pt x="11886" y="0"/>
                  </a:moveTo>
                  <a:lnTo>
                    <a:pt x="1" y="111"/>
                  </a:lnTo>
                  <a:lnTo>
                    <a:pt x="111" y="11996"/>
                  </a:lnTo>
                  <a:lnTo>
                    <a:pt x="11996" y="11885"/>
                  </a:lnTo>
                  <a:lnTo>
                    <a:pt x="118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68">
              <a:extLst>
                <a:ext uri="{FF2B5EF4-FFF2-40B4-BE49-F238E27FC236}">
                  <a16:creationId xmlns:a16="http://schemas.microsoft.com/office/drawing/2014/main" id="{8C704C55-6078-8571-8D9F-E0208D23634D}"/>
                </a:ext>
              </a:extLst>
            </p:cNvPr>
            <p:cNvSpPr/>
            <p:nvPr/>
          </p:nvSpPr>
          <p:spPr>
            <a:xfrm>
              <a:off x="3055492" y="1878054"/>
              <a:ext cx="372371" cy="371937"/>
            </a:xfrm>
            <a:custGeom>
              <a:avLst/>
              <a:gdLst/>
              <a:ahLst/>
              <a:cxnLst/>
              <a:rect l="l" t="t" r="r" b="b"/>
              <a:pathLst>
                <a:path w="12011" h="11997" extrusionOk="0">
                  <a:moveTo>
                    <a:pt x="11900" y="1"/>
                  </a:moveTo>
                  <a:lnTo>
                    <a:pt x="1" y="111"/>
                  </a:lnTo>
                  <a:lnTo>
                    <a:pt x="111" y="11996"/>
                  </a:lnTo>
                  <a:lnTo>
                    <a:pt x="12010" y="11885"/>
                  </a:lnTo>
                  <a:lnTo>
                    <a:pt x="119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68">
              <a:extLst>
                <a:ext uri="{FF2B5EF4-FFF2-40B4-BE49-F238E27FC236}">
                  <a16:creationId xmlns:a16="http://schemas.microsoft.com/office/drawing/2014/main" id="{69600E15-3B2C-056D-6E02-E7BD95404558}"/>
                </a:ext>
              </a:extLst>
            </p:cNvPr>
            <p:cNvSpPr/>
            <p:nvPr/>
          </p:nvSpPr>
          <p:spPr>
            <a:xfrm>
              <a:off x="3424399" y="1874643"/>
              <a:ext cx="371937" cy="371906"/>
            </a:xfrm>
            <a:custGeom>
              <a:avLst/>
              <a:gdLst/>
              <a:ahLst/>
              <a:cxnLst/>
              <a:rect l="l" t="t" r="r" b="b"/>
              <a:pathLst>
                <a:path w="11997" h="11996" extrusionOk="0">
                  <a:moveTo>
                    <a:pt x="11886" y="0"/>
                  </a:moveTo>
                  <a:lnTo>
                    <a:pt x="1" y="111"/>
                  </a:lnTo>
                  <a:lnTo>
                    <a:pt x="111" y="11995"/>
                  </a:lnTo>
                  <a:lnTo>
                    <a:pt x="11996" y="11885"/>
                  </a:lnTo>
                  <a:lnTo>
                    <a:pt x="118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68">
              <a:extLst>
                <a:ext uri="{FF2B5EF4-FFF2-40B4-BE49-F238E27FC236}">
                  <a16:creationId xmlns:a16="http://schemas.microsoft.com/office/drawing/2014/main" id="{B1770739-B7C5-1EA0-00D9-BED4A2C83735}"/>
                </a:ext>
              </a:extLst>
            </p:cNvPr>
            <p:cNvSpPr/>
            <p:nvPr/>
          </p:nvSpPr>
          <p:spPr>
            <a:xfrm>
              <a:off x="3792872" y="1871202"/>
              <a:ext cx="372340" cy="371906"/>
            </a:xfrm>
            <a:custGeom>
              <a:avLst/>
              <a:gdLst/>
              <a:ahLst/>
              <a:cxnLst/>
              <a:rect l="l" t="t" r="r" b="b"/>
              <a:pathLst>
                <a:path w="12010" h="11996" extrusionOk="0">
                  <a:moveTo>
                    <a:pt x="11899" y="1"/>
                  </a:moveTo>
                  <a:lnTo>
                    <a:pt x="1" y="111"/>
                  </a:lnTo>
                  <a:lnTo>
                    <a:pt x="111" y="11996"/>
                  </a:lnTo>
                  <a:lnTo>
                    <a:pt x="12009" y="11885"/>
                  </a:lnTo>
                  <a:lnTo>
                    <a:pt x="11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68">
              <a:extLst>
                <a:ext uri="{FF2B5EF4-FFF2-40B4-BE49-F238E27FC236}">
                  <a16:creationId xmlns:a16="http://schemas.microsoft.com/office/drawing/2014/main" id="{23B4E759-FC41-1961-2477-7406BD09B635}"/>
                </a:ext>
              </a:extLst>
            </p:cNvPr>
            <p:cNvSpPr/>
            <p:nvPr/>
          </p:nvSpPr>
          <p:spPr>
            <a:xfrm>
              <a:off x="1212321" y="1895198"/>
              <a:ext cx="371906" cy="371906"/>
            </a:xfrm>
            <a:custGeom>
              <a:avLst/>
              <a:gdLst/>
              <a:ahLst/>
              <a:cxnLst/>
              <a:rect l="l" t="t" r="r" b="b"/>
              <a:pathLst>
                <a:path w="11996" h="11996" extrusionOk="0">
                  <a:moveTo>
                    <a:pt x="11885" y="0"/>
                  </a:moveTo>
                  <a:lnTo>
                    <a:pt x="0" y="111"/>
                  </a:lnTo>
                  <a:lnTo>
                    <a:pt x="111" y="11996"/>
                  </a:lnTo>
                  <a:lnTo>
                    <a:pt x="11996" y="11885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68">
              <a:extLst>
                <a:ext uri="{FF2B5EF4-FFF2-40B4-BE49-F238E27FC236}">
                  <a16:creationId xmlns:a16="http://schemas.microsoft.com/office/drawing/2014/main" id="{DA0B96C7-11C1-95C5-FCDB-1E2B8AF793FD}"/>
                </a:ext>
              </a:extLst>
            </p:cNvPr>
            <p:cNvSpPr/>
            <p:nvPr/>
          </p:nvSpPr>
          <p:spPr>
            <a:xfrm>
              <a:off x="1215731" y="2263671"/>
              <a:ext cx="371937" cy="372340"/>
            </a:xfrm>
            <a:custGeom>
              <a:avLst/>
              <a:gdLst/>
              <a:ahLst/>
              <a:cxnLst/>
              <a:rect l="l" t="t" r="r" b="b"/>
              <a:pathLst>
                <a:path w="11997" h="12010" extrusionOk="0">
                  <a:moveTo>
                    <a:pt x="11886" y="0"/>
                  </a:moveTo>
                  <a:lnTo>
                    <a:pt x="1" y="111"/>
                  </a:lnTo>
                  <a:lnTo>
                    <a:pt x="111" y="12010"/>
                  </a:lnTo>
                  <a:lnTo>
                    <a:pt x="11996" y="11899"/>
                  </a:lnTo>
                  <a:lnTo>
                    <a:pt x="118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68">
              <a:extLst>
                <a:ext uri="{FF2B5EF4-FFF2-40B4-BE49-F238E27FC236}">
                  <a16:creationId xmlns:a16="http://schemas.microsoft.com/office/drawing/2014/main" id="{9176531F-2D02-6038-F060-E26CF5F21B5A}"/>
                </a:ext>
              </a:extLst>
            </p:cNvPr>
            <p:cNvSpPr/>
            <p:nvPr/>
          </p:nvSpPr>
          <p:spPr>
            <a:xfrm>
              <a:off x="1584204" y="2260230"/>
              <a:ext cx="372371" cy="372371"/>
            </a:xfrm>
            <a:custGeom>
              <a:avLst/>
              <a:gdLst/>
              <a:ahLst/>
              <a:cxnLst/>
              <a:rect l="l" t="t" r="r" b="b"/>
              <a:pathLst>
                <a:path w="12011" h="12011" extrusionOk="0">
                  <a:moveTo>
                    <a:pt x="11900" y="1"/>
                  </a:moveTo>
                  <a:lnTo>
                    <a:pt x="1" y="111"/>
                  </a:lnTo>
                  <a:lnTo>
                    <a:pt x="111" y="12010"/>
                  </a:lnTo>
                  <a:lnTo>
                    <a:pt x="12010" y="11900"/>
                  </a:lnTo>
                  <a:lnTo>
                    <a:pt x="119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68">
              <a:extLst>
                <a:ext uri="{FF2B5EF4-FFF2-40B4-BE49-F238E27FC236}">
                  <a16:creationId xmlns:a16="http://schemas.microsoft.com/office/drawing/2014/main" id="{D107B78B-DBFE-5BA6-83C1-14D9394A9020}"/>
                </a:ext>
              </a:extLst>
            </p:cNvPr>
            <p:cNvSpPr/>
            <p:nvPr/>
          </p:nvSpPr>
          <p:spPr>
            <a:xfrm>
              <a:off x="1953111" y="2256819"/>
              <a:ext cx="371906" cy="372340"/>
            </a:xfrm>
            <a:custGeom>
              <a:avLst/>
              <a:gdLst/>
              <a:ahLst/>
              <a:cxnLst/>
              <a:rect l="l" t="t" r="r" b="b"/>
              <a:pathLst>
                <a:path w="11996" h="12010" extrusionOk="0">
                  <a:moveTo>
                    <a:pt x="11885" y="0"/>
                  </a:moveTo>
                  <a:lnTo>
                    <a:pt x="1" y="111"/>
                  </a:lnTo>
                  <a:lnTo>
                    <a:pt x="111" y="12010"/>
                  </a:lnTo>
                  <a:lnTo>
                    <a:pt x="11996" y="11899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68">
              <a:extLst>
                <a:ext uri="{FF2B5EF4-FFF2-40B4-BE49-F238E27FC236}">
                  <a16:creationId xmlns:a16="http://schemas.microsoft.com/office/drawing/2014/main" id="{A3B6C031-9560-DFAF-16C0-DD64EE47EC02}"/>
                </a:ext>
              </a:extLst>
            </p:cNvPr>
            <p:cNvSpPr/>
            <p:nvPr/>
          </p:nvSpPr>
          <p:spPr>
            <a:xfrm>
              <a:off x="2321584" y="2253378"/>
              <a:ext cx="372340" cy="372371"/>
            </a:xfrm>
            <a:custGeom>
              <a:avLst/>
              <a:gdLst/>
              <a:ahLst/>
              <a:cxnLst/>
              <a:rect l="l" t="t" r="r" b="b"/>
              <a:pathLst>
                <a:path w="12010" h="12011" extrusionOk="0">
                  <a:moveTo>
                    <a:pt x="11898" y="1"/>
                  </a:moveTo>
                  <a:lnTo>
                    <a:pt x="0" y="111"/>
                  </a:lnTo>
                  <a:lnTo>
                    <a:pt x="111" y="12010"/>
                  </a:lnTo>
                  <a:lnTo>
                    <a:pt x="12009" y="11900"/>
                  </a:lnTo>
                  <a:lnTo>
                    <a:pt x="118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68">
              <a:extLst>
                <a:ext uri="{FF2B5EF4-FFF2-40B4-BE49-F238E27FC236}">
                  <a16:creationId xmlns:a16="http://schemas.microsoft.com/office/drawing/2014/main" id="{170059DD-0B8B-AE0A-E96F-7C0AC72D433D}"/>
                </a:ext>
              </a:extLst>
            </p:cNvPr>
            <p:cNvSpPr/>
            <p:nvPr/>
          </p:nvSpPr>
          <p:spPr>
            <a:xfrm>
              <a:off x="2690461" y="2249967"/>
              <a:ext cx="371906" cy="372340"/>
            </a:xfrm>
            <a:custGeom>
              <a:avLst/>
              <a:gdLst/>
              <a:ahLst/>
              <a:cxnLst/>
              <a:rect l="l" t="t" r="r" b="b"/>
              <a:pathLst>
                <a:path w="11996" h="12010" extrusionOk="0">
                  <a:moveTo>
                    <a:pt x="11885" y="0"/>
                  </a:moveTo>
                  <a:lnTo>
                    <a:pt x="0" y="111"/>
                  </a:lnTo>
                  <a:lnTo>
                    <a:pt x="111" y="12010"/>
                  </a:lnTo>
                  <a:lnTo>
                    <a:pt x="11996" y="11899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68">
              <a:extLst>
                <a:ext uri="{FF2B5EF4-FFF2-40B4-BE49-F238E27FC236}">
                  <a16:creationId xmlns:a16="http://schemas.microsoft.com/office/drawing/2014/main" id="{3B8E6DD1-BBDF-D1DE-253D-489073024CF1}"/>
                </a:ext>
              </a:extLst>
            </p:cNvPr>
            <p:cNvSpPr/>
            <p:nvPr/>
          </p:nvSpPr>
          <p:spPr>
            <a:xfrm>
              <a:off x="3058934" y="2246526"/>
              <a:ext cx="372340" cy="372371"/>
            </a:xfrm>
            <a:custGeom>
              <a:avLst/>
              <a:gdLst/>
              <a:ahLst/>
              <a:cxnLst/>
              <a:rect l="l" t="t" r="r" b="b"/>
              <a:pathLst>
                <a:path w="12010" h="12011" extrusionOk="0">
                  <a:moveTo>
                    <a:pt x="11899" y="0"/>
                  </a:moveTo>
                  <a:lnTo>
                    <a:pt x="0" y="111"/>
                  </a:lnTo>
                  <a:lnTo>
                    <a:pt x="111" y="12010"/>
                  </a:lnTo>
                  <a:lnTo>
                    <a:pt x="12010" y="11900"/>
                  </a:lnTo>
                  <a:lnTo>
                    <a:pt x="118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68">
              <a:extLst>
                <a:ext uri="{FF2B5EF4-FFF2-40B4-BE49-F238E27FC236}">
                  <a16:creationId xmlns:a16="http://schemas.microsoft.com/office/drawing/2014/main" id="{782FF7CC-8CE8-66B0-3D2C-5346DEDB210D}"/>
                </a:ext>
              </a:extLst>
            </p:cNvPr>
            <p:cNvSpPr/>
            <p:nvPr/>
          </p:nvSpPr>
          <p:spPr>
            <a:xfrm>
              <a:off x="3427841" y="2243085"/>
              <a:ext cx="371906" cy="372371"/>
            </a:xfrm>
            <a:custGeom>
              <a:avLst/>
              <a:gdLst/>
              <a:ahLst/>
              <a:cxnLst/>
              <a:rect l="l" t="t" r="r" b="b"/>
              <a:pathLst>
                <a:path w="11996" h="12011" extrusionOk="0">
                  <a:moveTo>
                    <a:pt x="11885" y="1"/>
                  </a:moveTo>
                  <a:lnTo>
                    <a:pt x="0" y="111"/>
                  </a:lnTo>
                  <a:lnTo>
                    <a:pt x="111" y="12011"/>
                  </a:lnTo>
                  <a:lnTo>
                    <a:pt x="11996" y="11900"/>
                  </a:lnTo>
                  <a:lnTo>
                    <a:pt x="1188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68">
              <a:extLst>
                <a:ext uri="{FF2B5EF4-FFF2-40B4-BE49-F238E27FC236}">
                  <a16:creationId xmlns:a16="http://schemas.microsoft.com/office/drawing/2014/main" id="{2F207AE7-5CB8-74AD-15C5-632491FD08F9}"/>
                </a:ext>
              </a:extLst>
            </p:cNvPr>
            <p:cNvSpPr/>
            <p:nvPr/>
          </p:nvSpPr>
          <p:spPr>
            <a:xfrm>
              <a:off x="3796314" y="2239674"/>
              <a:ext cx="372309" cy="372371"/>
            </a:xfrm>
            <a:custGeom>
              <a:avLst/>
              <a:gdLst/>
              <a:ahLst/>
              <a:cxnLst/>
              <a:rect l="l" t="t" r="r" b="b"/>
              <a:pathLst>
                <a:path w="12009" h="12011" extrusionOk="0">
                  <a:moveTo>
                    <a:pt x="11898" y="0"/>
                  </a:moveTo>
                  <a:lnTo>
                    <a:pt x="0" y="111"/>
                  </a:lnTo>
                  <a:lnTo>
                    <a:pt x="111" y="12010"/>
                  </a:lnTo>
                  <a:lnTo>
                    <a:pt x="12009" y="11900"/>
                  </a:lnTo>
                  <a:lnTo>
                    <a:pt x="118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68">
              <a:extLst>
                <a:ext uri="{FF2B5EF4-FFF2-40B4-BE49-F238E27FC236}">
                  <a16:creationId xmlns:a16="http://schemas.microsoft.com/office/drawing/2014/main" id="{57928D49-B632-EB70-8175-D57E14A2473D}"/>
                </a:ext>
              </a:extLst>
            </p:cNvPr>
            <p:cNvSpPr/>
            <p:nvPr/>
          </p:nvSpPr>
          <p:spPr>
            <a:xfrm>
              <a:off x="1587646" y="2629136"/>
              <a:ext cx="372340" cy="371937"/>
            </a:xfrm>
            <a:custGeom>
              <a:avLst/>
              <a:gdLst/>
              <a:ahLst/>
              <a:cxnLst/>
              <a:rect l="l" t="t" r="r" b="b"/>
              <a:pathLst>
                <a:path w="12010" h="11997" extrusionOk="0">
                  <a:moveTo>
                    <a:pt x="11899" y="1"/>
                  </a:moveTo>
                  <a:lnTo>
                    <a:pt x="0" y="111"/>
                  </a:lnTo>
                  <a:lnTo>
                    <a:pt x="111" y="11996"/>
                  </a:lnTo>
                  <a:lnTo>
                    <a:pt x="12010" y="11886"/>
                  </a:lnTo>
                  <a:lnTo>
                    <a:pt x="11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68">
              <a:extLst>
                <a:ext uri="{FF2B5EF4-FFF2-40B4-BE49-F238E27FC236}">
                  <a16:creationId xmlns:a16="http://schemas.microsoft.com/office/drawing/2014/main" id="{37D4F71B-3225-3F89-99CC-7752D17E382D}"/>
                </a:ext>
              </a:extLst>
            </p:cNvPr>
            <p:cNvSpPr/>
            <p:nvPr/>
          </p:nvSpPr>
          <p:spPr>
            <a:xfrm>
              <a:off x="1956553" y="2625726"/>
              <a:ext cx="371906" cy="371906"/>
            </a:xfrm>
            <a:custGeom>
              <a:avLst/>
              <a:gdLst/>
              <a:ahLst/>
              <a:cxnLst/>
              <a:rect l="l" t="t" r="r" b="b"/>
              <a:pathLst>
                <a:path w="11996" h="11996" extrusionOk="0">
                  <a:moveTo>
                    <a:pt x="11885" y="0"/>
                  </a:moveTo>
                  <a:lnTo>
                    <a:pt x="0" y="111"/>
                  </a:lnTo>
                  <a:lnTo>
                    <a:pt x="111" y="11996"/>
                  </a:lnTo>
                  <a:lnTo>
                    <a:pt x="11996" y="11885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68">
              <a:extLst>
                <a:ext uri="{FF2B5EF4-FFF2-40B4-BE49-F238E27FC236}">
                  <a16:creationId xmlns:a16="http://schemas.microsoft.com/office/drawing/2014/main" id="{195D5879-6BD7-C863-B6BB-E9CAE9E705C6}"/>
                </a:ext>
              </a:extLst>
            </p:cNvPr>
            <p:cNvSpPr/>
            <p:nvPr/>
          </p:nvSpPr>
          <p:spPr>
            <a:xfrm>
              <a:off x="2324995" y="2622285"/>
              <a:ext cx="372340" cy="371937"/>
            </a:xfrm>
            <a:custGeom>
              <a:avLst/>
              <a:gdLst/>
              <a:ahLst/>
              <a:cxnLst/>
              <a:rect l="l" t="t" r="r" b="b"/>
              <a:pathLst>
                <a:path w="12010" h="11997" extrusionOk="0">
                  <a:moveTo>
                    <a:pt x="11899" y="1"/>
                  </a:moveTo>
                  <a:lnTo>
                    <a:pt x="1" y="111"/>
                  </a:lnTo>
                  <a:lnTo>
                    <a:pt x="112" y="11996"/>
                  </a:lnTo>
                  <a:lnTo>
                    <a:pt x="12010" y="11886"/>
                  </a:lnTo>
                  <a:lnTo>
                    <a:pt x="11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68">
              <a:extLst>
                <a:ext uri="{FF2B5EF4-FFF2-40B4-BE49-F238E27FC236}">
                  <a16:creationId xmlns:a16="http://schemas.microsoft.com/office/drawing/2014/main" id="{C7FD8569-07B9-F347-DE45-431C6358B5C7}"/>
                </a:ext>
              </a:extLst>
            </p:cNvPr>
            <p:cNvSpPr/>
            <p:nvPr/>
          </p:nvSpPr>
          <p:spPr>
            <a:xfrm>
              <a:off x="2693902" y="2618874"/>
              <a:ext cx="371906" cy="371906"/>
            </a:xfrm>
            <a:custGeom>
              <a:avLst/>
              <a:gdLst/>
              <a:ahLst/>
              <a:cxnLst/>
              <a:rect l="l" t="t" r="r" b="b"/>
              <a:pathLst>
                <a:path w="11996" h="11996" extrusionOk="0">
                  <a:moveTo>
                    <a:pt x="11885" y="0"/>
                  </a:moveTo>
                  <a:lnTo>
                    <a:pt x="0" y="111"/>
                  </a:lnTo>
                  <a:lnTo>
                    <a:pt x="111" y="11996"/>
                  </a:lnTo>
                  <a:lnTo>
                    <a:pt x="11995" y="11885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68">
              <a:extLst>
                <a:ext uri="{FF2B5EF4-FFF2-40B4-BE49-F238E27FC236}">
                  <a16:creationId xmlns:a16="http://schemas.microsoft.com/office/drawing/2014/main" id="{B46F399A-51E7-E2F3-B274-9DD3E4EE6606}"/>
                </a:ext>
              </a:extLst>
            </p:cNvPr>
            <p:cNvSpPr/>
            <p:nvPr/>
          </p:nvSpPr>
          <p:spPr>
            <a:xfrm>
              <a:off x="3062344" y="2615433"/>
              <a:ext cx="372371" cy="371937"/>
            </a:xfrm>
            <a:custGeom>
              <a:avLst/>
              <a:gdLst/>
              <a:ahLst/>
              <a:cxnLst/>
              <a:rect l="l" t="t" r="r" b="b"/>
              <a:pathLst>
                <a:path w="12011" h="11997" extrusionOk="0">
                  <a:moveTo>
                    <a:pt x="11900" y="1"/>
                  </a:moveTo>
                  <a:lnTo>
                    <a:pt x="1" y="111"/>
                  </a:lnTo>
                  <a:lnTo>
                    <a:pt x="111" y="11996"/>
                  </a:lnTo>
                  <a:lnTo>
                    <a:pt x="12010" y="11885"/>
                  </a:lnTo>
                  <a:lnTo>
                    <a:pt x="119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68">
              <a:extLst>
                <a:ext uri="{FF2B5EF4-FFF2-40B4-BE49-F238E27FC236}">
                  <a16:creationId xmlns:a16="http://schemas.microsoft.com/office/drawing/2014/main" id="{FC3ED1C1-467A-E62A-2533-637E2F3C01F1}"/>
                </a:ext>
              </a:extLst>
            </p:cNvPr>
            <p:cNvSpPr/>
            <p:nvPr/>
          </p:nvSpPr>
          <p:spPr>
            <a:xfrm>
              <a:off x="3431251" y="2612022"/>
              <a:ext cx="371937" cy="371906"/>
            </a:xfrm>
            <a:custGeom>
              <a:avLst/>
              <a:gdLst/>
              <a:ahLst/>
              <a:cxnLst/>
              <a:rect l="l" t="t" r="r" b="b"/>
              <a:pathLst>
                <a:path w="11997" h="11996" extrusionOk="0">
                  <a:moveTo>
                    <a:pt x="11886" y="0"/>
                  </a:moveTo>
                  <a:lnTo>
                    <a:pt x="1" y="111"/>
                  </a:lnTo>
                  <a:lnTo>
                    <a:pt x="111" y="11995"/>
                  </a:lnTo>
                  <a:lnTo>
                    <a:pt x="11996" y="11885"/>
                  </a:lnTo>
                  <a:lnTo>
                    <a:pt x="118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68">
              <a:extLst>
                <a:ext uri="{FF2B5EF4-FFF2-40B4-BE49-F238E27FC236}">
                  <a16:creationId xmlns:a16="http://schemas.microsoft.com/office/drawing/2014/main" id="{552D3C1E-0D62-A9B6-0A02-88C60118ED10}"/>
                </a:ext>
              </a:extLst>
            </p:cNvPr>
            <p:cNvSpPr/>
            <p:nvPr/>
          </p:nvSpPr>
          <p:spPr>
            <a:xfrm>
              <a:off x="3799724" y="2608581"/>
              <a:ext cx="372340" cy="371906"/>
            </a:xfrm>
            <a:custGeom>
              <a:avLst/>
              <a:gdLst/>
              <a:ahLst/>
              <a:cxnLst/>
              <a:rect l="l" t="t" r="r" b="b"/>
              <a:pathLst>
                <a:path w="12010" h="11996" extrusionOk="0">
                  <a:moveTo>
                    <a:pt x="11899" y="1"/>
                  </a:moveTo>
                  <a:lnTo>
                    <a:pt x="1" y="111"/>
                  </a:lnTo>
                  <a:lnTo>
                    <a:pt x="111" y="11996"/>
                  </a:lnTo>
                  <a:lnTo>
                    <a:pt x="12009" y="11885"/>
                  </a:lnTo>
                  <a:lnTo>
                    <a:pt x="11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68">
              <a:extLst>
                <a:ext uri="{FF2B5EF4-FFF2-40B4-BE49-F238E27FC236}">
                  <a16:creationId xmlns:a16="http://schemas.microsoft.com/office/drawing/2014/main" id="{5DB2D628-B243-A073-2203-4D0C6D6E40FE}"/>
                </a:ext>
              </a:extLst>
            </p:cNvPr>
            <p:cNvSpPr/>
            <p:nvPr/>
          </p:nvSpPr>
          <p:spPr>
            <a:xfrm>
              <a:off x="1219173" y="2632578"/>
              <a:ext cx="371906" cy="371906"/>
            </a:xfrm>
            <a:custGeom>
              <a:avLst/>
              <a:gdLst/>
              <a:ahLst/>
              <a:cxnLst/>
              <a:rect l="l" t="t" r="r" b="b"/>
              <a:pathLst>
                <a:path w="11996" h="11996" extrusionOk="0">
                  <a:moveTo>
                    <a:pt x="11885" y="0"/>
                  </a:moveTo>
                  <a:lnTo>
                    <a:pt x="0" y="111"/>
                  </a:lnTo>
                  <a:lnTo>
                    <a:pt x="111" y="11996"/>
                  </a:lnTo>
                  <a:lnTo>
                    <a:pt x="11996" y="11885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68">
              <a:extLst>
                <a:ext uri="{FF2B5EF4-FFF2-40B4-BE49-F238E27FC236}">
                  <a16:creationId xmlns:a16="http://schemas.microsoft.com/office/drawing/2014/main" id="{E476EAC2-4864-DA8C-2C25-3122DFD30220}"/>
                </a:ext>
              </a:extLst>
            </p:cNvPr>
            <p:cNvSpPr/>
            <p:nvPr/>
          </p:nvSpPr>
          <p:spPr>
            <a:xfrm>
              <a:off x="1222583" y="3001050"/>
              <a:ext cx="371937" cy="372309"/>
            </a:xfrm>
            <a:custGeom>
              <a:avLst/>
              <a:gdLst/>
              <a:ahLst/>
              <a:cxnLst/>
              <a:rect l="l" t="t" r="r" b="b"/>
              <a:pathLst>
                <a:path w="11997" h="12009" extrusionOk="0">
                  <a:moveTo>
                    <a:pt x="11886" y="0"/>
                  </a:moveTo>
                  <a:lnTo>
                    <a:pt x="1" y="111"/>
                  </a:lnTo>
                  <a:lnTo>
                    <a:pt x="111" y="12009"/>
                  </a:lnTo>
                  <a:lnTo>
                    <a:pt x="11996" y="11898"/>
                  </a:lnTo>
                  <a:lnTo>
                    <a:pt x="118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68">
              <a:extLst>
                <a:ext uri="{FF2B5EF4-FFF2-40B4-BE49-F238E27FC236}">
                  <a16:creationId xmlns:a16="http://schemas.microsoft.com/office/drawing/2014/main" id="{73F8DDE9-73BD-4C46-D845-8CB0D20B6FD0}"/>
                </a:ext>
              </a:extLst>
            </p:cNvPr>
            <p:cNvSpPr/>
            <p:nvPr/>
          </p:nvSpPr>
          <p:spPr>
            <a:xfrm>
              <a:off x="1591056" y="2997609"/>
              <a:ext cx="372371" cy="372340"/>
            </a:xfrm>
            <a:custGeom>
              <a:avLst/>
              <a:gdLst/>
              <a:ahLst/>
              <a:cxnLst/>
              <a:rect l="l" t="t" r="r" b="b"/>
              <a:pathLst>
                <a:path w="12011" h="12010" extrusionOk="0">
                  <a:moveTo>
                    <a:pt x="11900" y="1"/>
                  </a:moveTo>
                  <a:lnTo>
                    <a:pt x="1" y="111"/>
                  </a:lnTo>
                  <a:lnTo>
                    <a:pt x="111" y="12009"/>
                  </a:lnTo>
                  <a:lnTo>
                    <a:pt x="12010" y="11899"/>
                  </a:lnTo>
                  <a:lnTo>
                    <a:pt x="119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68">
              <a:extLst>
                <a:ext uri="{FF2B5EF4-FFF2-40B4-BE49-F238E27FC236}">
                  <a16:creationId xmlns:a16="http://schemas.microsoft.com/office/drawing/2014/main" id="{9F3D9381-3C2C-9904-2D56-C7EB697D2287}"/>
                </a:ext>
              </a:extLst>
            </p:cNvPr>
            <p:cNvSpPr/>
            <p:nvPr/>
          </p:nvSpPr>
          <p:spPr>
            <a:xfrm>
              <a:off x="1959963" y="2994199"/>
              <a:ext cx="371937" cy="372309"/>
            </a:xfrm>
            <a:custGeom>
              <a:avLst/>
              <a:gdLst/>
              <a:ahLst/>
              <a:cxnLst/>
              <a:rect l="l" t="t" r="r" b="b"/>
              <a:pathLst>
                <a:path w="11997" h="12009" extrusionOk="0">
                  <a:moveTo>
                    <a:pt x="11886" y="0"/>
                  </a:moveTo>
                  <a:lnTo>
                    <a:pt x="1" y="111"/>
                  </a:lnTo>
                  <a:lnTo>
                    <a:pt x="111" y="12009"/>
                  </a:lnTo>
                  <a:lnTo>
                    <a:pt x="11996" y="11898"/>
                  </a:lnTo>
                  <a:lnTo>
                    <a:pt x="118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68">
              <a:extLst>
                <a:ext uri="{FF2B5EF4-FFF2-40B4-BE49-F238E27FC236}">
                  <a16:creationId xmlns:a16="http://schemas.microsoft.com/office/drawing/2014/main" id="{DF12E27E-481D-A836-FD08-C1AC91316916}"/>
                </a:ext>
              </a:extLst>
            </p:cNvPr>
            <p:cNvSpPr/>
            <p:nvPr/>
          </p:nvSpPr>
          <p:spPr>
            <a:xfrm>
              <a:off x="2328436" y="2990757"/>
              <a:ext cx="372340" cy="372340"/>
            </a:xfrm>
            <a:custGeom>
              <a:avLst/>
              <a:gdLst/>
              <a:ahLst/>
              <a:cxnLst/>
              <a:rect l="l" t="t" r="r" b="b"/>
              <a:pathLst>
                <a:path w="12010" h="12010" extrusionOk="0">
                  <a:moveTo>
                    <a:pt x="11899" y="1"/>
                  </a:moveTo>
                  <a:lnTo>
                    <a:pt x="1" y="111"/>
                  </a:lnTo>
                  <a:lnTo>
                    <a:pt x="111" y="12009"/>
                  </a:lnTo>
                  <a:lnTo>
                    <a:pt x="12009" y="11885"/>
                  </a:lnTo>
                  <a:lnTo>
                    <a:pt x="118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68">
              <a:extLst>
                <a:ext uri="{FF2B5EF4-FFF2-40B4-BE49-F238E27FC236}">
                  <a16:creationId xmlns:a16="http://schemas.microsoft.com/office/drawing/2014/main" id="{C85F008C-DBA1-9410-74F3-BAF790813B66}"/>
                </a:ext>
              </a:extLst>
            </p:cNvPr>
            <p:cNvSpPr/>
            <p:nvPr/>
          </p:nvSpPr>
          <p:spPr>
            <a:xfrm>
              <a:off x="2697312" y="2987347"/>
              <a:ext cx="371906" cy="371906"/>
            </a:xfrm>
            <a:custGeom>
              <a:avLst/>
              <a:gdLst/>
              <a:ahLst/>
              <a:cxnLst/>
              <a:rect l="l" t="t" r="r" b="b"/>
              <a:pathLst>
                <a:path w="11996" h="11996" extrusionOk="0">
                  <a:moveTo>
                    <a:pt x="11885" y="0"/>
                  </a:moveTo>
                  <a:lnTo>
                    <a:pt x="1" y="111"/>
                  </a:lnTo>
                  <a:lnTo>
                    <a:pt x="111" y="11995"/>
                  </a:lnTo>
                  <a:lnTo>
                    <a:pt x="11996" y="11898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68">
              <a:extLst>
                <a:ext uri="{FF2B5EF4-FFF2-40B4-BE49-F238E27FC236}">
                  <a16:creationId xmlns:a16="http://schemas.microsoft.com/office/drawing/2014/main" id="{96C84D8B-D285-F542-417F-39810D2FDB3F}"/>
                </a:ext>
              </a:extLst>
            </p:cNvPr>
            <p:cNvSpPr/>
            <p:nvPr/>
          </p:nvSpPr>
          <p:spPr>
            <a:xfrm>
              <a:off x="3065785" y="2983905"/>
              <a:ext cx="372371" cy="372340"/>
            </a:xfrm>
            <a:custGeom>
              <a:avLst/>
              <a:gdLst/>
              <a:ahLst/>
              <a:cxnLst/>
              <a:rect l="l" t="t" r="r" b="b"/>
              <a:pathLst>
                <a:path w="12011" h="12010" extrusionOk="0">
                  <a:moveTo>
                    <a:pt x="11899" y="0"/>
                  </a:moveTo>
                  <a:lnTo>
                    <a:pt x="0" y="111"/>
                  </a:lnTo>
                  <a:lnTo>
                    <a:pt x="111" y="12009"/>
                  </a:lnTo>
                  <a:lnTo>
                    <a:pt x="12010" y="11899"/>
                  </a:lnTo>
                  <a:lnTo>
                    <a:pt x="118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68">
              <a:extLst>
                <a:ext uri="{FF2B5EF4-FFF2-40B4-BE49-F238E27FC236}">
                  <a16:creationId xmlns:a16="http://schemas.microsoft.com/office/drawing/2014/main" id="{15896079-7D9C-48F8-0818-C16F3E9779F7}"/>
                </a:ext>
              </a:extLst>
            </p:cNvPr>
            <p:cNvSpPr/>
            <p:nvPr/>
          </p:nvSpPr>
          <p:spPr>
            <a:xfrm>
              <a:off x="3434692" y="2980464"/>
              <a:ext cx="371906" cy="372340"/>
            </a:xfrm>
            <a:custGeom>
              <a:avLst/>
              <a:gdLst/>
              <a:ahLst/>
              <a:cxnLst/>
              <a:rect l="l" t="t" r="r" b="b"/>
              <a:pathLst>
                <a:path w="11996" h="12010" extrusionOk="0">
                  <a:moveTo>
                    <a:pt x="11885" y="1"/>
                  </a:moveTo>
                  <a:lnTo>
                    <a:pt x="0" y="111"/>
                  </a:lnTo>
                  <a:lnTo>
                    <a:pt x="111" y="12010"/>
                  </a:lnTo>
                  <a:lnTo>
                    <a:pt x="11996" y="11899"/>
                  </a:lnTo>
                  <a:lnTo>
                    <a:pt x="1188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68">
              <a:extLst>
                <a:ext uri="{FF2B5EF4-FFF2-40B4-BE49-F238E27FC236}">
                  <a16:creationId xmlns:a16="http://schemas.microsoft.com/office/drawing/2014/main" id="{82E2529F-3BC0-A5A0-D763-C029457E2094}"/>
                </a:ext>
              </a:extLst>
            </p:cNvPr>
            <p:cNvSpPr/>
            <p:nvPr/>
          </p:nvSpPr>
          <p:spPr>
            <a:xfrm>
              <a:off x="3803165" y="2977054"/>
              <a:ext cx="372309" cy="372340"/>
            </a:xfrm>
            <a:custGeom>
              <a:avLst/>
              <a:gdLst/>
              <a:ahLst/>
              <a:cxnLst/>
              <a:rect l="l" t="t" r="r" b="b"/>
              <a:pathLst>
                <a:path w="12009" h="12010" extrusionOk="0">
                  <a:moveTo>
                    <a:pt x="11898" y="0"/>
                  </a:moveTo>
                  <a:lnTo>
                    <a:pt x="0" y="111"/>
                  </a:lnTo>
                  <a:lnTo>
                    <a:pt x="111" y="12009"/>
                  </a:lnTo>
                  <a:lnTo>
                    <a:pt x="12009" y="11898"/>
                  </a:lnTo>
                  <a:lnTo>
                    <a:pt x="118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68">
              <a:extLst>
                <a:ext uri="{FF2B5EF4-FFF2-40B4-BE49-F238E27FC236}">
                  <a16:creationId xmlns:a16="http://schemas.microsoft.com/office/drawing/2014/main" id="{FD55B402-D130-0B3D-42B3-4C71BE080D3A}"/>
                </a:ext>
              </a:extLst>
            </p:cNvPr>
            <p:cNvSpPr/>
            <p:nvPr/>
          </p:nvSpPr>
          <p:spPr>
            <a:xfrm>
              <a:off x="1594497" y="3366485"/>
              <a:ext cx="372340" cy="371937"/>
            </a:xfrm>
            <a:custGeom>
              <a:avLst/>
              <a:gdLst/>
              <a:ahLst/>
              <a:cxnLst/>
              <a:rect l="l" t="t" r="r" b="b"/>
              <a:pathLst>
                <a:path w="12010" h="11997" extrusionOk="0">
                  <a:moveTo>
                    <a:pt x="11899" y="1"/>
                  </a:moveTo>
                  <a:lnTo>
                    <a:pt x="0" y="111"/>
                  </a:lnTo>
                  <a:lnTo>
                    <a:pt x="111" y="11996"/>
                  </a:lnTo>
                  <a:lnTo>
                    <a:pt x="12010" y="11886"/>
                  </a:lnTo>
                  <a:lnTo>
                    <a:pt x="11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68">
              <a:extLst>
                <a:ext uri="{FF2B5EF4-FFF2-40B4-BE49-F238E27FC236}">
                  <a16:creationId xmlns:a16="http://schemas.microsoft.com/office/drawing/2014/main" id="{2198619F-875F-E2DB-1EC1-AD1A96E6CD92}"/>
                </a:ext>
              </a:extLst>
            </p:cNvPr>
            <p:cNvSpPr/>
            <p:nvPr/>
          </p:nvSpPr>
          <p:spPr>
            <a:xfrm>
              <a:off x="1963404" y="3363074"/>
              <a:ext cx="371906" cy="371906"/>
            </a:xfrm>
            <a:custGeom>
              <a:avLst/>
              <a:gdLst/>
              <a:ahLst/>
              <a:cxnLst/>
              <a:rect l="l" t="t" r="r" b="b"/>
              <a:pathLst>
                <a:path w="11996" h="11996" extrusionOk="0">
                  <a:moveTo>
                    <a:pt x="11885" y="0"/>
                  </a:moveTo>
                  <a:lnTo>
                    <a:pt x="0" y="111"/>
                  </a:lnTo>
                  <a:lnTo>
                    <a:pt x="111" y="11996"/>
                  </a:lnTo>
                  <a:lnTo>
                    <a:pt x="11996" y="11885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68">
              <a:extLst>
                <a:ext uri="{FF2B5EF4-FFF2-40B4-BE49-F238E27FC236}">
                  <a16:creationId xmlns:a16="http://schemas.microsoft.com/office/drawing/2014/main" id="{73FBF9E4-87E5-F4D5-64A9-92A629D2B51F}"/>
                </a:ext>
              </a:extLst>
            </p:cNvPr>
            <p:cNvSpPr/>
            <p:nvPr/>
          </p:nvSpPr>
          <p:spPr>
            <a:xfrm>
              <a:off x="2331878" y="3359230"/>
              <a:ext cx="372309" cy="372340"/>
            </a:xfrm>
            <a:custGeom>
              <a:avLst/>
              <a:gdLst/>
              <a:ahLst/>
              <a:cxnLst/>
              <a:rect l="l" t="t" r="r" b="b"/>
              <a:pathLst>
                <a:path w="12009" h="12010" extrusionOk="0">
                  <a:moveTo>
                    <a:pt x="11898" y="0"/>
                  </a:moveTo>
                  <a:lnTo>
                    <a:pt x="0" y="124"/>
                  </a:lnTo>
                  <a:lnTo>
                    <a:pt x="111" y="12009"/>
                  </a:lnTo>
                  <a:lnTo>
                    <a:pt x="12009" y="11899"/>
                  </a:lnTo>
                  <a:lnTo>
                    <a:pt x="1189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68">
              <a:extLst>
                <a:ext uri="{FF2B5EF4-FFF2-40B4-BE49-F238E27FC236}">
                  <a16:creationId xmlns:a16="http://schemas.microsoft.com/office/drawing/2014/main" id="{3B1FA7A2-909A-FD56-8AAA-04492AC99EB7}"/>
                </a:ext>
              </a:extLst>
            </p:cNvPr>
            <p:cNvSpPr/>
            <p:nvPr/>
          </p:nvSpPr>
          <p:spPr>
            <a:xfrm>
              <a:off x="2700754" y="3356222"/>
              <a:ext cx="371906" cy="371906"/>
            </a:xfrm>
            <a:custGeom>
              <a:avLst/>
              <a:gdLst/>
              <a:ahLst/>
              <a:cxnLst/>
              <a:rect l="l" t="t" r="r" b="b"/>
              <a:pathLst>
                <a:path w="11996" h="11996" extrusionOk="0">
                  <a:moveTo>
                    <a:pt x="11885" y="0"/>
                  </a:moveTo>
                  <a:lnTo>
                    <a:pt x="0" y="97"/>
                  </a:lnTo>
                  <a:lnTo>
                    <a:pt x="111" y="11996"/>
                  </a:lnTo>
                  <a:lnTo>
                    <a:pt x="11995" y="11885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68">
              <a:extLst>
                <a:ext uri="{FF2B5EF4-FFF2-40B4-BE49-F238E27FC236}">
                  <a16:creationId xmlns:a16="http://schemas.microsoft.com/office/drawing/2014/main" id="{CD771C1A-2F4B-8C0D-F329-13A2805ADF27}"/>
                </a:ext>
              </a:extLst>
            </p:cNvPr>
            <p:cNvSpPr/>
            <p:nvPr/>
          </p:nvSpPr>
          <p:spPr>
            <a:xfrm>
              <a:off x="3069196" y="3352781"/>
              <a:ext cx="372371" cy="371906"/>
            </a:xfrm>
            <a:custGeom>
              <a:avLst/>
              <a:gdLst/>
              <a:ahLst/>
              <a:cxnLst/>
              <a:rect l="l" t="t" r="r" b="b"/>
              <a:pathLst>
                <a:path w="12011" h="11996" extrusionOk="0">
                  <a:moveTo>
                    <a:pt x="11900" y="1"/>
                  </a:moveTo>
                  <a:lnTo>
                    <a:pt x="1" y="111"/>
                  </a:lnTo>
                  <a:lnTo>
                    <a:pt x="111" y="11996"/>
                  </a:lnTo>
                  <a:lnTo>
                    <a:pt x="12011" y="11885"/>
                  </a:lnTo>
                  <a:lnTo>
                    <a:pt x="119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68">
              <a:extLst>
                <a:ext uri="{FF2B5EF4-FFF2-40B4-BE49-F238E27FC236}">
                  <a16:creationId xmlns:a16="http://schemas.microsoft.com/office/drawing/2014/main" id="{BF8F379B-3339-EF92-0966-9461DFEB0AD1}"/>
                </a:ext>
              </a:extLst>
            </p:cNvPr>
            <p:cNvSpPr/>
            <p:nvPr/>
          </p:nvSpPr>
          <p:spPr>
            <a:xfrm>
              <a:off x="3438134" y="3349371"/>
              <a:ext cx="371906" cy="371906"/>
            </a:xfrm>
            <a:custGeom>
              <a:avLst/>
              <a:gdLst/>
              <a:ahLst/>
              <a:cxnLst/>
              <a:rect l="l" t="t" r="r" b="b"/>
              <a:pathLst>
                <a:path w="11996" h="11996" extrusionOk="0">
                  <a:moveTo>
                    <a:pt x="11885" y="0"/>
                  </a:moveTo>
                  <a:lnTo>
                    <a:pt x="0" y="111"/>
                  </a:lnTo>
                  <a:lnTo>
                    <a:pt x="111" y="11995"/>
                  </a:lnTo>
                  <a:lnTo>
                    <a:pt x="11995" y="11885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68">
              <a:extLst>
                <a:ext uri="{FF2B5EF4-FFF2-40B4-BE49-F238E27FC236}">
                  <a16:creationId xmlns:a16="http://schemas.microsoft.com/office/drawing/2014/main" id="{EC919374-222A-DCC0-1139-01FB56891456}"/>
                </a:ext>
              </a:extLst>
            </p:cNvPr>
            <p:cNvSpPr/>
            <p:nvPr/>
          </p:nvSpPr>
          <p:spPr>
            <a:xfrm>
              <a:off x="3806576" y="3345929"/>
              <a:ext cx="372340" cy="371906"/>
            </a:xfrm>
            <a:custGeom>
              <a:avLst/>
              <a:gdLst/>
              <a:ahLst/>
              <a:cxnLst/>
              <a:rect l="l" t="t" r="r" b="b"/>
              <a:pathLst>
                <a:path w="12010" h="11996" extrusionOk="0">
                  <a:moveTo>
                    <a:pt x="11899" y="0"/>
                  </a:moveTo>
                  <a:lnTo>
                    <a:pt x="1" y="111"/>
                  </a:lnTo>
                  <a:lnTo>
                    <a:pt x="111" y="11996"/>
                  </a:lnTo>
                  <a:lnTo>
                    <a:pt x="12009" y="11885"/>
                  </a:lnTo>
                  <a:lnTo>
                    <a:pt x="1189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68">
              <a:extLst>
                <a:ext uri="{FF2B5EF4-FFF2-40B4-BE49-F238E27FC236}">
                  <a16:creationId xmlns:a16="http://schemas.microsoft.com/office/drawing/2014/main" id="{D656F4BA-5ADB-F56B-3D61-5175407892D4}"/>
                </a:ext>
              </a:extLst>
            </p:cNvPr>
            <p:cNvSpPr/>
            <p:nvPr/>
          </p:nvSpPr>
          <p:spPr>
            <a:xfrm>
              <a:off x="1226024" y="3369926"/>
              <a:ext cx="371906" cy="371906"/>
            </a:xfrm>
            <a:custGeom>
              <a:avLst/>
              <a:gdLst/>
              <a:ahLst/>
              <a:cxnLst/>
              <a:rect l="l" t="t" r="r" b="b"/>
              <a:pathLst>
                <a:path w="11996" h="11996" extrusionOk="0">
                  <a:moveTo>
                    <a:pt x="11885" y="0"/>
                  </a:moveTo>
                  <a:lnTo>
                    <a:pt x="0" y="111"/>
                  </a:lnTo>
                  <a:lnTo>
                    <a:pt x="111" y="11996"/>
                  </a:lnTo>
                  <a:lnTo>
                    <a:pt x="11996" y="11885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68">
              <a:extLst>
                <a:ext uri="{FF2B5EF4-FFF2-40B4-BE49-F238E27FC236}">
                  <a16:creationId xmlns:a16="http://schemas.microsoft.com/office/drawing/2014/main" id="{DC8F8C13-44F1-3146-3159-607B5289DA51}"/>
                </a:ext>
              </a:extLst>
            </p:cNvPr>
            <p:cNvSpPr/>
            <p:nvPr/>
          </p:nvSpPr>
          <p:spPr>
            <a:xfrm>
              <a:off x="1229435" y="3738399"/>
              <a:ext cx="371937" cy="372340"/>
            </a:xfrm>
            <a:custGeom>
              <a:avLst/>
              <a:gdLst/>
              <a:ahLst/>
              <a:cxnLst/>
              <a:rect l="l" t="t" r="r" b="b"/>
              <a:pathLst>
                <a:path w="11997" h="12010" extrusionOk="0">
                  <a:moveTo>
                    <a:pt x="11886" y="0"/>
                  </a:moveTo>
                  <a:lnTo>
                    <a:pt x="1" y="111"/>
                  </a:lnTo>
                  <a:lnTo>
                    <a:pt x="112" y="12010"/>
                  </a:lnTo>
                  <a:lnTo>
                    <a:pt x="11996" y="11885"/>
                  </a:lnTo>
                  <a:lnTo>
                    <a:pt x="118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68">
              <a:extLst>
                <a:ext uri="{FF2B5EF4-FFF2-40B4-BE49-F238E27FC236}">
                  <a16:creationId xmlns:a16="http://schemas.microsoft.com/office/drawing/2014/main" id="{A5AD4373-65B8-FEF3-6136-995D93955A94}"/>
                </a:ext>
              </a:extLst>
            </p:cNvPr>
            <p:cNvSpPr/>
            <p:nvPr/>
          </p:nvSpPr>
          <p:spPr>
            <a:xfrm>
              <a:off x="1597908" y="3734957"/>
              <a:ext cx="372371" cy="371937"/>
            </a:xfrm>
            <a:custGeom>
              <a:avLst/>
              <a:gdLst/>
              <a:ahLst/>
              <a:cxnLst/>
              <a:rect l="l" t="t" r="r" b="b"/>
              <a:pathLst>
                <a:path w="12011" h="11997" extrusionOk="0">
                  <a:moveTo>
                    <a:pt x="11900" y="1"/>
                  </a:moveTo>
                  <a:lnTo>
                    <a:pt x="1" y="111"/>
                  </a:lnTo>
                  <a:lnTo>
                    <a:pt x="111" y="11996"/>
                  </a:lnTo>
                  <a:lnTo>
                    <a:pt x="12010" y="11900"/>
                  </a:lnTo>
                  <a:lnTo>
                    <a:pt x="119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68">
              <a:extLst>
                <a:ext uri="{FF2B5EF4-FFF2-40B4-BE49-F238E27FC236}">
                  <a16:creationId xmlns:a16="http://schemas.microsoft.com/office/drawing/2014/main" id="{254E56A4-34DF-EAD1-FB1A-93E5BD106FB8}"/>
                </a:ext>
              </a:extLst>
            </p:cNvPr>
            <p:cNvSpPr/>
            <p:nvPr/>
          </p:nvSpPr>
          <p:spPr>
            <a:xfrm>
              <a:off x="1966815" y="3731547"/>
              <a:ext cx="371937" cy="372340"/>
            </a:xfrm>
            <a:custGeom>
              <a:avLst/>
              <a:gdLst/>
              <a:ahLst/>
              <a:cxnLst/>
              <a:rect l="l" t="t" r="r" b="b"/>
              <a:pathLst>
                <a:path w="11997" h="12010" extrusionOk="0">
                  <a:moveTo>
                    <a:pt x="11886" y="0"/>
                  </a:moveTo>
                  <a:lnTo>
                    <a:pt x="1" y="111"/>
                  </a:lnTo>
                  <a:lnTo>
                    <a:pt x="111" y="12010"/>
                  </a:lnTo>
                  <a:lnTo>
                    <a:pt x="11996" y="11899"/>
                  </a:lnTo>
                  <a:lnTo>
                    <a:pt x="118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68">
              <a:extLst>
                <a:ext uri="{FF2B5EF4-FFF2-40B4-BE49-F238E27FC236}">
                  <a16:creationId xmlns:a16="http://schemas.microsoft.com/office/drawing/2014/main" id="{9334B85E-2D1F-B357-1C21-893C0A49CC5B}"/>
                </a:ext>
              </a:extLst>
            </p:cNvPr>
            <p:cNvSpPr/>
            <p:nvPr/>
          </p:nvSpPr>
          <p:spPr>
            <a:xfrm>
              <a:off x="2335288" y="3728105"/>
              <a:ext cx="372340" cy="372371"/>
            </a:xfrm>
            <a:custGeom>
              <a:avLst/>
              <a:gdLst/>
              <a:ahLst/>
              <a:cxnLst/>
              <a:rect l="l" t="t" r="r" b="b"/>
              <a:pathLst>
                <a:path w="12010" h="12011" extrusionOk="0">
                  <a:moveTo>
                    <a:pt x="11899" y="1"/>
                  </a:moveTo>
                  <a:lnTo>
                    <a:pt x="1" y="111"/>
                  </a:lnTo>
                  <a:lnTo>
                    <a:pt x="111" y="12010"/>
                  </a:lnTo>
                  <a:lnTo>
                    <a:pt x="12009" y="11885"/>
                  </a:lnTo>
                  <a:lnTo>
                    <a:pt x="118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68">
              <a:extLst>
                <a:ext uri="{FF2B5EF4-FFF2-40B4-BE49-F238E27FC236}">
                  <a16:creationId xmlns:a16="http://schemas.microsoft.com/office/drawing/2014/main" id="{783F9B87-C59E-1024-694A-F6F2A3A8E3DE}"/>
                </a:ext>
              </a:extLst>
            </p:cNvPr>
            <p:cNvSpPr/>
            <p:nvPr/>
          </p:nvSpPr>
          <p:spPr>
            <a:xfrm>
              <a:off x="2704164" y="3724664"/>
              <a:ext cx="371937" cy="371937"/>
            </a:xfrm>
            <a:custGeom>
              <a:avLst/>
              <a:gdLst/>
              <a:ahLst/>
              <a:cxnLst/>
              <a:rect l="l" t="t" r="r" b="b"/>
              <a:pathLst>
                <a:path w="11997" h="11997" extrusionOk="0">
                  <a:moveTo>
                    <a:pt x="11885" y="1"/>
                  </a:moveTo>
                  <a:lnTo>
                    <a:pt x="1" y="112"/>
                  </a:lnTo>
                  <a:lnTo>
                    <a:pt x="111" y="11996"/>
                  </a:lnTo>
                  <a:lnTo>
                    <a:pt x="11996" y="11900"/>
                  </a:lnTo>
                  <a:lnTo>
                    <a:pt x="1188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68">
              <a:extLst>
                <a:ext uri="{FF2B5EF4-FFF2-40B4-BE49-F238E27FC236}">
                  <a16:creationId xmlns:a16="http://schemas.microsoft.com/office/drawing/2014/main" id="{F3F5F5B6-E3F5-4D43-A44C-9BDF1EE63974}"/>
                </a:ext>
              </a:extLst>
            </p:cNvPr>
            <p:cNvSpPr/>
            <p:nvPr/>
          </p:nvSpPr>
          <p:spPr>
            <a:xfrm>
              <a:off x="3072637" y="3721254"/>
              <a:ext cx="372371" cy="372371"/>
            </a:xfrm>
            <a:custGeom>
              <a:avLst/>
              <a:gdLst/>
              <a:ahLst/>
              <a:cxnLst/>
              <a:rect l="l" t="t" r="r" b="b"/>
              <a:pathLst>
                <a:path w="12011" h="12011" extrusionOk="0">
                  <a:moveTo>
                    <a:pt x="11900" y="0"/>
                  </a:moveTo>
                  <a:lnTo>
                    <a:pt x="0" y="111"/>
                  </a:lnTo>
                  <a:lnTo>
                    <a:pt x="111" y="12010"/>
                  </a:lnTo>
                  <a:lnTo>
                    <a:pt x="12010" y="11885"/>
                  </a:lnTo>
                  <a:lnTo>
                    <a:pt x="119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68">
              <a:extLst>
                <a:ext uri="{FF2B5EF4-FFF2-40B4-BE49-F238E27FC236}">
                  <a16:creationId xmlns:a16="http://schemas.microsoft.com/office/drawing/2014/main" id="{A473ADFE-40F4-9E39-4BCA-2D5C6F357D4C}"/>
                </a:ext>
              </a:extLst>
            </p:cNvPr>
            <p:cNvSpPr/>
            <p:nvPr/>
          </p:nvSpPr>
          <p:spPr>
            <a:xfrm>
              <a:off x="3441544" y="3717812"/>
              <a:ext cx="371906" cy="371937"/>
            </a:xfrm>
            <a:custGeom>
              <a:avLst/>
              <a:gdLst/>
              <a:ahLst/>
              <a:cxnLst/>
              <a:rect l="l" t="t" r="r" b="b"/>
              <a:pathLst>
                <a:path w="11996" h="11997" extrusionOk="0">
                  <a:moveTo>
                    <a:pt x="11885" y="1"/>
                  </a:moveTo>
                  <a:lnTo>
                    <a:pt x="1" y="111"/>
                  </a:lnTo>
                  <a:lnTo>
                    <a:pt x="111" y="11996"/>
                  </a:lnTo>
                  <a:lnTo>
                    <a:pt x="11996" y="11900"/>
                  </a:lnTo>
                  <a:lnTo>
                    <a:pt x="1188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68">
              <a:extLst>
                <a:ext uri="{FF2B5EF4-FFF2-40B4-BE49-F238E27FC236}">
                  <a16:creationId xmlns:a16="http://schemas.microsoft.com/office/drawing/2014/main" id="{49DBDA58-76AD-ABA8-BA38-AB8C15449C8A}"/>
                </a:ext>
              </a:extLst>
            </p:cNvPr>
            <p:cNvSpPr/>
            <p:nvPr/>
          </p:nvSpPr>
          <p:spPr>
            <a:xfrm>
              <a:off x="3810017" y="3714402"/>
              <a:ext cx="372309" cy="372371"/>
            </a:xfrm>
            <a:custGeom>
              <a:avLst/>
              <a:gdLst/>
              <a:ahLst/>
              <a:cxnLst/>
              <a:rect l="l" t="t" r="r" b="b"/>
              <a:pathLst>
                <a:path w="12009" h="12011" extrusionOk="0">
                  <a:moveTo>
                    <a:pt x="11898" y="0"/>
                  </a:moveTo>
                  <a:lnTo>
                    <a:pt x="0" y="111"/>
                  </a:lnTo>
                  <a:lnTo>
                    <a:pt x="111" y="12010"/>
                  </a:lnTo>
                  <a:lnTo>
                    <a:pt x="12009" y="11899"/>
                  </a:lnTo>
                  <a:lnTo>
                    <a:pt x="118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68">
              <a:extLst>
                <a:ext uri="{FF2B5EF4-FFF2-40B4-BE49-F238E27FC236}">
                  <a16:creationId xmlns:a16="http://schemas.microsoft.com/office/drawing/2014/main" id="{22887DB7-9155-8444-9AB5-216D77FB3D87}"/>
                </a:ext>
              </a:extLst>
            </p:cNvPr>
            <p:cNvSpPr/>
            <p:nvPr/>
          </p:nvSpPr>
          <p:spPr>
            <a:xfrm>
              <a:off x="1601349" y="4103864"/>
              <a:ext cx="372340" cy="371937"/>
            </a:xfrm>
            <a:custGeom>
              <a:avLst/>
              <a:gdLst/>
              <a:ahLst/>
              <a:cxnLst/>
              <a:rect l="l" t="t" r="r" b="b"/>
              <a:pathLst>
                <a:path w="12010" h="11997" extrusionOk="0">
                  <a:moveTo>
                    <a:pt x="11899" y="1"/>
                  </a:moveTo>
                  <a:lnTo>
                    <a:pt x="0" y="97"/>
                  </a:lnTo>
                  <a:lnTo>
                    <a:pt x="111" y="11996"/>
                  </a:lnTo>
                  <a:lnTo>
                    <a:pt x="12010" y="11886"/>
                  </a:lnTo>
                  <a:lnTo>
                    <a:pt x="11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68">
              <a:extLst>
                <a:ext uri="{FF2B5EF4-FFF2-40B4-BE49-F238E27FC236}">
                  <a16:creationId xmlns:a16="http://schemas.microsoft.com/office/drawing/2014/main" id="{D16A1884-EBBE-F1FE-1FE7-07BAF8404E77}"/>
                </a:ext>
              </a:extLst>
            </p:cNvPr>
            <p:cNvSpPr/>
            <p:nvPr/>
          </p:nvSpPr>
          <p:spPr>
            <a:xfrm>
              <a:off x="1970256" y="4100454"/>
              <a:ext cx="371906" cy="371906"/>
            </a:xfrm>
            <a:custGeom>
              <a:avLst/>
              <a:gdLst/>
              <a:ahLst/>
              <a:cxnLst/>
              <a:rect l="l" t="t" r="r" b="b"/>
              <a:pathLst>
                <a:path w="11996" h="11996" extrusionOk="0">
                  <a:moveTo>
                    <a:pt x="11885" y="0"/>
                  </a:moveTo>
                  <a:lnTo>
                    <a:pt x="0" y="111"/>
                  </a:lnTo>
                  <a:lnTo>
                    <a:pt x="111" y="11996"/>
                  </a:lnTo>
                  <a:lnTo>
                    <a:pt x="11996" y="11885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68">
              <a:extLst>
                <a:ext uri="{FF2B5EF4-FFF2-40B4-BE49-F238E27FC236}">
                  <a16:creationId xmlns:a16="http://schemas.microsoft.com/office/drawing/2014/main" id="{81ED0BEB-570F-9EA3-5EA7-F0A25D7B2382}"/>
                </a:ext>
              </a:extLst>
            </p:cNvPr>
            <p:cNvSpPr/>
            <p:nvPr/>
          </p:nvSpPr>
          <p:spPr>
            <a:xfrm>
              <a:off x="2338729" y="4096578"/>
              <a:ext cx="372309" cy="372371"/>
            </a:xfrm>
            <a:custGeom>
              <a:avLst/>
              <a:gdLst/>
              <a:ahLst/>
              <a:cxnLst/>
              <a:rect l="l" t="t" r="r" b="b"/>
              <a:pathLst>
                <a:path w="12009" h="12011" extrusionOk="0">
                  <a:moveTo>
                    <a:pt x="11898" y="0"/>
                  </a:moveTo>
                  <a:lnTo>
                    <a:pt x="0" y="125"/>
                  </a:lnTo>
                  <a:lnTo>
                    <a:pt x="111" y="12010"/>
                  </a:lnTo>
                  <a:lnTo>
                    <a:pt x="12009" y="11900"/>
                  </a:lnTo>
                  <a:lnTo>
                    <a:pt x="1189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68">
              <a:extLst>
                <a:ext uri="{FF2B5EF4-FFF2-40B4-BE49-F238E27FC236}">
                  <a16:creationId xmlns:a16="http://schemas.microsoft.com/office/drawing/2014/main" id="{E693962C-A225-B471-2B4B-817868F48B7B}"/>
                </a:ext>
              </a:extLst>
            </p:cNvPr>
            <p:cNvSpPr/>
            <p:nvPr/>
          </p:nvSpPr>
          <p:spPr>
            <a:xfrm>
              <a:off x="2707605" y="4093602"/>
              <a:ext cx="371906" cy="371906"/>
            </a:xfrm>
            <a:custGeom>
              <a:avLst/>
              <a:gdLst/>
              <a:ahLst/>
              <a:cxnLst/>
              <a:rect l="l" t="t" r="r" b="b"/>
              <a:pathLst>
                <a:path w="11996" h="11996" extrusionOk="0">
                  <a:moveTo>
                    <a:pt x="11885" y="0"/>
                  </a:moveTo>
                  <a:lnTo>
                    <a:pt x="0" y="96"/>
                  </a:lnTo>
                  <a:lnTo>
                    <a:pt x="111" y="11996"/>
                  </a:lnTo>
                  <a:lnTo>
                    <a:pt x="11996" y="11885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68">
              <a:extLst>
                <a:ext uri="{FF2B5EF4-FFF2-40B4-BE49-F238E27FC236}">
                  <a16:creationId xmlns:a16="http://schemas.microsoft.com/office/drawing/2014/main" id="{EEF18F08-6F23-B62F-A99E-90EB8A2DE551}"/>
                </a:ext>
              </a:extLst>
            </p:cNvPr>
            <p:cNvSpPr/>
            <p:nvPr/>
          </p:nvSpPr>
          <p:spPr>
            <a:xfrm>
              <a:off x="3076078" y="4089726"/>
              <a:ext cx="372340" cy="372340"/>
            </a:xfrm>
            <a:custGeom>
              <a:avLst/>
              <a:gdLst/>
              <a:ahLst/>
              <a:cxnLst/>
              <a:rect l="l" t="t" r="r" b="b"/>
              <a:pathLst>
                <a:path w="12010" h="12010" extrusionOk="0">
                  <a:moveTo>
                    <a:pt x="11899" y="0"/>
                  </a:moveTo>
                  <a:lnTo>
                    <a:pt x="0" y="125"/>
                  </a:lnTo>
                  <a:lnTo>
                    <a:pt x="111" y="12010"/>
                  </a:lnTo>
                  <a:lnTo>
                    <a:pt x="12010" y="11899"/>
                  </a:lnTo>
                  <a:lnTo>
                    <a:pt x="1189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68">
              <a:extLst>
                <a:ext uri="{FF2B5EF4-FFF2-40B4-BE49-F238E27FC236}">
                  <a16:creationId xmlns:a16="http://schemas.microsoft.com/office/drawing/2014/main" id="{FA886980-1FF9-C96A-3AD8-2C34D454BCC3}"/>
                </a:ext>
              </a:extLst>
            </p:cNvPr>
            <p:cNvSpPr/>
            <p:nvPr/>
          </p:nvSpPr>
          <p:spPr>
            <a:xfrm>
              <a:off x="3444985" y="4086750"/>
              <a:ext cx="371906" cy="371906"/>
            </a:xfrm>
            <a:custGeom>
              <a:avLst/>
              <a:gdLst/>
              <a:ahLst/>
              <a:cxnLst/>
              <a:rect l="l" t="t" r="r" b="b"/>
              <a:pathLst>
                <a:path w="11996" h="11996" extrusionOk="0">
                  <a:moveTo>
                    <a:pt x="11885" y="0"/>
                  </a:moveTo>
                  <a:lnTo>
                    <a:pt x="0" y="96"/>
                  </a:lnTo>
                  <a:lnTo>
                    <a:pt x="111" y="11995"/>
                  </a:lnTo>
                  <a:lnTo>
                    <a:pt x="11995" y="11885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68">
              <a:extLst>
                <a:ext uri="{FF2B5EF4-FFF2-40B4-BE49-F238E27FC236}">
                  <a16:creationId xmlns:a16="http://schemas.microsoft.com/office/drawing/2014/main" id="{DFC62FE5-A6C8-F546-CAE2-F186DFE0038B}"/>
                </a:ext>
              </a:extLst>
            </p:cNvPr>
            <p:cNvSpPr/>
            <p:nvPr/>
          </p:nvSpPr>
          <p:spPr>
            <a:xfrm>
              <a:off x="3813428" y="4083309"/>
              <a:ext cx="372340" cy="371906"/>
            </a:xfrm>
            <a:custGeom>
              <a:avLst/>
              <a:gdLst/>
              <a:ahLst/>
              <a:cxnLst/>
              <a:rect l="l" t="t" r="r" b="b"/>
              <a:pathLst>
                <a:path w="12010" h="11996" extrusionOk="0">
                  <a:moveTo>
                    <a:pt x="11899" y="0"/>
                  </a:moveTo>
                  <a:lnTo>
                    <a:pt x="1" y="111"/>
                  </a:lnTo>
                  <a:lnTo>
                    <a:pt x="111" y="11996"/>
                  </a:lnTo>
                  <a:lnTo>
                    <a:pt x="12010" y="11885"/>
                  </a:lnTo>
                  <a:lnTo>
                    <a:pt x="1189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68">
              <a:extLst>
                <a:ext uri="{FF2B5EF4-FFF2-40B4-BE49-F238E27FC236}">
                  <a16:creationId xmlns:a16="http://schemas.microsoft.com/office/drawing/2014/main" id="{F931FE09-EE40-DAEA-5944-F2F4D18A7EC8}"/>
                </a:ext>
              </a:extLst>
            </p:cNvPr>
            <p:cNvSpPr/>
            <p:nvPr/>
          </p:nvSpPr>
          <p:spPr>
            <a:xfrm>
              <a:off x="1232876" y="4106871"/>
              <a:ext cx="371906" cy="372340"/>
            </a:xfrm>
            <a:custGeom>
              <a:avLst/>
              <a:gdLst/>
              <a:ahLst/>
              <a:cxnLst/>
              <a:rect l="l" t="t" r="r" b="b"/>
              <a:pathLst>
                <a:path w="11996" h="12010" extrusionOk="0">
                  <a:moveTo>
                    <a:pt x="11885" y="0"/>
                  </a:moveTo>
                  <a:lnTo>
                    <a:pt x="1" y="125"/>
                  </a:lnTo>
                  <a:lnTo>
                    <a:pt x="111" y="12010"/>
                  </a:lnTo>
                  <a:lnTo>
                    <a:pt x="11996" y="11899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8" name="Google Shape;1528;p68">
            <a:extLst>
              <a:ext uri="{FF2B5EF4-FFF2-40B4-BE49-F238E27FC236}">
                <a16:creationId xmlns:a16="http://schemas.microsoft.com/office/drawing/2014/main" id="{F5D69087-EA09-EC38-E03E-A0B5762E07A6}"/>
              </a:ext>
            </a:extLst>
          </p:cNvPr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1529" name="Google Shape;1529;p68">
              <a:extLst>
                <a:ext uri="{FF2B5EF4-FFF2-40B4-BE49-F238E27FC236}">
                  <a16:creationId xmlns:a16="http://schemas.microsoft.com/office/drawing/2014/main" id="{767AC6E3-4DC0-E2B1-9247-634DCBAB4669}"/>
                </a:ext>
              </a:extLst>
            </p:cNvPr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68">
              <a:extLst>
                <a:ext uri="{FF2B5EF4-FFF2-40B4-BE49-F238E27FC236}">
                  <a16:creationId xmlns:a16="http://schemas.microsoft.com/office/drawing/2014/main" id="{8C46A3C4-6959-CD4F-E32A-337102AD863A}"/>
                </a:ext>
              </a:extLst>
            </p:cNvPr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 descr="A chess board with chess pieces&#10;&#10;AI-generated content may be incorrect.">
            <a:extLst>
              <a:ext uri="{FF2B5EF4-FFF2-40B4-BE49-F238E27FC236}">
                <a16:creationId xmlns:a16="http://schemas.microsoft.com/office/drawing/2014/main" id="{6FC3559D-5936-D729-6D99-93DCCD008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995" y="1485777"/>
            <a:ext cx="3017520" cy="30175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E0CB109-311A-6DA2-B87C-B204B04C6A3B}"/>
              </a:ext>
            </a:extLst>
          </p:cNvPr>
          <p:cNvSpPr txBox="1"/>
          <p:nvPr/>
        </p:nvSpPr>
        <p:spPr>
          <a:xfrm>
            <a:off x="5136204" y="1566153"/>
            <a:ext cx="264592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dk1"/>
                </a:solidFill>
                <a:latin typeface="Anaheim"/>
              </a:rPr>
              <a:t>1. e4 c5 2. Nf3 e6 3. d4 cxd4 4. Nxd4 Nf6 5. Bb5 a6 6. Ba4 Nxe4 7. Qe2 Nf6 8. O-O Be7 9. Bg5 O-O 10. Nc3 h6 11. Bh4 b5 12. Bb3 d5 13. Rfe1 Bb7 14. h3 Nc6 15. Nxc6 Bxc6 16. Rad1 Nd7 17. Bxe7 Qxe7 18. a4 Nc5 19. axb5 </a:t>
            </a:r>
            <a:r>
              <a:rPr lang="en-US" sz="1600" dirty="0" err="1">
                <a:solidFill>
                  <a:schemeClr val="dk1"/>
                </a:solidFill>
                <a:latin typeface="Anaheim"/>
              </a:rPr>
              <a:t>axb5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86597A-4FB4-951F-B263-D6835EB0A3F0}"/>
              </a:ext>
            </a:extLst>
          </p:cNvPr>
          <p:cNvSpPr/>
          <p:nvPr/>
        </p:nvSpPr>
        <p:spPr>
          <a:xfrm>
            <a:off x="5378482" y="1634082"/>
            <a:ext cx="288892" cy="218531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507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8">
          <a:extLst>
            <a:ext uri="{FF2B5EF4-FFF2-40B4-BE49-F238E27FC236}">
              <a16:creationId xmlns:a16="http://schemas.microsoft.com/office/drawing/2014/main" id="{5E85E567-53D3-3E17-DF7F-855F212CC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p68">
            <a:extLst>
              <a:ext uri="{FF2B5EF4-FFF2-40B4-BE49-F238E27FC236}">
                <a16:creationId xmlns:a16="http://schemas.microsoft.com/office/drawing/2014/main" id="{B8B5DFC8-6DCE-3B79-91A3-8359290314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MOVE NOTATION</a:t>
            </a:r>
            <a:endParaRPr dirty="0"/>
          </a:p>
        </p:txBody>
      </p:sp>
      <p:grpSp>
        <p:nvGrpSpPr>
          <p:cNvPr id="1462" name="Google Shape;1462;p68">
            <a:extLst>
              <a:ext uri="{FF2B5EF4-FFF2-40B4-BE49-F238E27FC236}">
                <a16:creationId xmlns:a16="http://schemas.microsoft.com/office/drawing/2014/main" id="{C4A5A697-E0B8-2718-6462-58991FB9144B}"/>
              </a:ext>
            </a:extLst>
          </p:cNvPr>
          <p:cNvGrpSpPr/>
          <p:nvPr/>
        </p:nvGrpSpPr>
        <p:grpSpPr>
          <a:xfrm>
            <a:off x="1084650" y="1378499"/>
            <a:ext cx="3224880" cy="3224911"/>
            <a:chOff x="1084650" y="1378499"/>
            <a:chExt cx="3224880" cy="3224911"/>
          </a:xfrm>
        </p:grpSpPr>
        <p:sp>
          <p:nvSpPr>
            <p:cNvPr id="1463" name="Google Shape;1463;p68">
              <a:extLst>
                <a:ext uri="{FF2B5EF4-FFF2-40B4-BE49-F238E27FC236}">
                  <a16:creationId xmlns:a16="http://schemas.microsoft.com/office/drawing/2014/main" id="{7B19EDE3-1921-1150-89EF-F33F815856EB}"/>
                </a:ext>
              </a:extLst>
            </p:cNvPr>
            <p:cNvSpPr/>
            <p:nvPr/>
          </p:nvSpPr>
          <p:spPr>
            <a:xfrm>
              <a:off x="1084650" y="1378499"/>
              <a:ext cx="3224880" cy="3224911"/>
            </a:xfrm>
            <a:custGeom>
              <a:avLst/>
              <a:gdLst/>
              <a:ahLst/>
              <a:cxnLst/>
              <a:rect l="l" t="t" r="r" b="b"/>
              <a:pathLst>
                <a:path w="104020" h="104021" extrusionOk="0">
                  <a:moveTo>
                    <a:pt x="103066" y="0"/>
                  </a:moveTo>
                  <a:lnTo>
                    <a:pt x="0" y="954"/>
                  </a:lnTo>
                  <a:lnTo>
                    <a:pt x="967" y="104020"/>
                  </a:lnTo>
                  <a:lnTo>
                    <a:pt x="104020" y="103053"/>
                  </a:lnTo>
                  <a:lnTo>
                    <a:pt x="1030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68">
              <a:extLst>
                <a:ext uri="{FF2B5EF4-FFF2-40B4-BE49-F238E27FC236}">
                  <a16:creationId xmlns:a16="http://schemas.microsoft.com/office/drawing/2014/main" id="{A04AE6A3-145C-3331-4646-24935237B1AD}"/>
                </a:ext>
              </a:extLst>
            </p:cNvPr>
            <p:cNvSpPr/>
            <p:nvPr/>
          </p:nvSpPr>
          <p:spPr>
            <a:xfrm>
              <a:off x="1208880" y="1526323"/>
              <a:ext cx="371906" cy="372309"/>
            </a:xfrm>
            <a:custGeom>
              <a:avLst/>
              <a:gdLst/>
              <a:ahLst/>
              <a:cxnLst/>
              <a:rect l="l" t="t" r="r" b="b"/>
              <a:pathLst>
                <a:path w="11996" h="12009" extrusionOk="0">
                  <a:moveTo>
                    <a:pt x="11885" y="0"/>
                  </a:moveTo>
                  <a:lnTo>
                    <a:pt x="1" y="111"/>
                  </a:lnTo>
                  <a:lnTo>
                    <a:pt x="111" y="12009"/>
                  </a:lnTo>
                  <a:lnTo>
                    <a:pt x="11996" y="11898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68">
              <a:extLst>
                <a:ext uri="{FF2B5EF4-FFF2-40B4-BE49-F238E27FC236}">
                  <a16:creationId xmlns:a16="http://schemas.microsoft.com/office/drawing/2014/main" id="{5D092E3D-EAFF-8F86-5468-3BE8B7BC28FB}"/>
                </a:ext>
              </a:extLst>
            </p:cNvPr>
            <p:cNvSpPr/>
            <p:nvPr/>
          </p:nvSpPr>
          <p:spPr>
            <a:xfrm>
              <a:off x="1577353" y="1522881"/>
              <a:ext cx="372371" cy="372340"/>
            </a:xfrm>
            <a:custGeom>
              <a:avLst/>
              <a:gdLst/>
              <a:ahLst/>
              <a:cxnLst/>
              <a:rect l="l" t="t" r="r" b="b"/>
              <a:pathLst>
                <a:path w="12011" h="12010" extrusionOk="0">
                  <a:moveTo>
                    <a:pt x="11900" y="1"/>
                  </a:moveTo>
                  <a:lnTo>
                    <a:pt x="0" y="111"/>
                  </a:lnTo>
                  <a:lnTo>
                    <a:pt x="111" y="12009"/>
                  </a:lnTo>
                  <a:lnTo>
                    <a:pt x="12010" y="11899"/>
                  </a:lnTo>
                  <a:lnTo>
                    <a:pt x="119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68">
              <a:extLst>
                <a:ext uri="{FF2B5EF4-FFF2-40B4-BE49-F238E27FC236}">
                  <a16:creationId xmlns:a16="http://schemas.microsoft.com/office/drawing/2014/main" id="{87EE24D4-7369-D9DC-5980-0419A02BC54E}"/>
                </a:ext>
              </a:extLst>
            </p:cNvPr>
            <p:cNvSpPr/>
            <p:nvPr/>
          </p:nvSpPr>
          <p:spPr>
            <a:xfrm>
              <a:off x="1946260" y="1519471"/>
              <a:ext cx="371906" cy="372309"/>
            </a:xfrm>
            <a:custGeom>
              <a:avLst/>
              <a:gdLst/>
              <a:ahLst/>
              <a:cxnLst/>
              <a:rect l="l" t="t" r="r" b="b"/>
              <a:pathLst>
                <a:path w="11996" h="12009" extrusionOk="0">
                  <a:moveTo>
                    <a:pt x="11885" y="0"/>
                  </a:moveTo>
                  <a:lnTo>
                    <a:pt x="1" y="111"/>
                  </a:lnTo>
                  <a:lnTo>
                    <a:pt x="111" y="12009"/>
                  </a:lnTo>
                  <a:lnTo>
                    <a:pt x="11996" y="11898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68">
              <a:extLst>
                <a:ext uri="{FF2B5EF4-FFF2-40B4-BE49-F238E27FC236}">
                  <a16:creationId xmlns:a16="http://schemas.microsoft.com/office/drawing/2014/main" id="{31232286-26D2-4C3C-4FE0-320FD1C6DB42}"/>
                </a:ext>
              </a:extLst>
            </p:cNvPr>
            <p:cNvSpPr/>
            <p:nvPr/>
          </p:nvSpPr>
          <p:spPr>
            <a:xfrm>
              <a:off x="2314733" y="1516030"/>
              <a:ext cx="372309" cy="372340"/>
            </a:xfrm>
            <a:custGeom>
              <a:avLst/>
              <a:gdLst/>
              <a:ahLst/>
              <a:cxnLst/>
              <a:rect l="l" t="t" r="r" b="b"/>
              <a:pathLst>
                <a:path w="12009" h="12010" extrusionOk="0">
                  <a:moveTo>
                    <a:pt x="11898" y="1"/>
                  </a:moveTo>
                  <a:lnTo>
                    <a:pt x="0" y="111"/>
                  </a:lnTo>
                  <a:lnTo>
                    <a:pt x="111" y="12009"/>
                  </a:lnTo>
                  <a:lnTo>
                    <a:pt x="12009" y="11899"/>
                  </a:lnTo>
                  <a:lnTo>
                    <a:pt x="118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68">
              <a:extLst>
                <a:ext uri="{FF2B5EF4-FFF2-40B4-BE49-F238E27FC236}">
                  <a16:creationId xmlns:a16="http://schemas.microsoft.com/office/drawing/2014/main" id="{813BD360-9755-BA09-002F-70E5FEFCC97C}"/>
                </a:ext>
              </a:extLst>
            </p:cNvPr>
            <p:cNvSpPr/>
            <p:nvPr/>
          </p:nvSpPr>
          <p:spPr>
            <a:xfrm>
              <a:off x="2683609" y="1512619"/>
              <a:ext cx="371906" cy="372309"/>
            </a:xfrm>
            <a:custGeom>
              <a:avLst/>
              <a:gdLst/>
              <a:ahLst/>
              <a:cxnLst/>
              <a:rect l="l" t="t" r="r" b="b"/>
              <a:pathLst>
                <a:path w="11996" h="12009" extrusionOk="0">
                  <a:moveTo>
                    <a:pt x="11885" y="0"/>
                  </a:moveTo>
                  <a:lnTo>
                    <a:pt x="0" y="111"/>
                  </a:lnTo>
                  <a:lnTo>
                    <a:pt x="111" y="12009"/>
                  </a:lnTo>
                  <a:lnTo>
                    <a:pt x="11996" y="11898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68">
              <a:extLst>
                <a:ext uri="{FF2B5EF4-FFF2-40B4-BE49-F238E27FC236}">
                  <a16:creationId xmlns:a16="http://schemas.microsoft.com/office/drawing/2014/main" id="{83B68EC8-B4F0-9451-FEBC-B64AFA750345}"/>
                </a:ext>
              </a:extLst>
            </p:cNvPr>
            <p:cNvSpPr/>
            <p:nvPr/>
          </p:nvSpPr>
          <p:spPr>
            <a:xfrm>
              <a:off x="3052082" y="1509178"/>
              <a:ext cx="372340" cy="372340"/>
            </a:xfrm>
            <a:custGeom>
              <a:avLst/>
              <a:gdLst/>
              <a:ahLst/>
              <a:cxnLst/>
              <a:rect l="l" t="t" r="r" b="b"/>
              <a:pathLst>
                <a:path w="12010" h="12010" extrusionOk="0">
                  <a:moveTo>
                    <a:pt x="11899" y="1"/>
                  </a:moveTo>
                  <a:lnTo>
                    <a:pt x="0" y="111"/>
                  </a:lnTo>
                  <a:lnTo>
                    <a:pt x="111" y="12009"/>
                  </a:lnTo>
                  <a:lnTo>
                    <a:pt x="12010" y="11899"/>
                  </a:lnTo>
                  <a:lnTo>
                    <a:pt x="118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68">
              <a:extLst>
                <a:ext uri="{FF2B5EF4-FFF2-40B4-BE49-F238E27FC236}">
                  <a16:creationId xmlns:a16="http://schemas.microsoft.com/office/drawing/2014/main" id="{5EBAD70E-3569-0A80-A476-73125D204BA8}"/>
                </a:ext>
              </a:extLst>
            </p:cNvPr>
            <p:cNvSpPr/>
            <p:nvPr/>
          </p:nvSpPr>
          <p:spPr>
            <a:xfrm>
              <a:off x="3420989" y="1505736"/>
              <a:ext cx="371906" cy="372340"/>
            </a:xfrm>
            <a:custGeom>
              <a:avLst/>
              <a:gdLst/>
              <a:ahLst/>
              <a:cxnLst/>
              <a:rect l="l" t="t" r="r" b="b"/>
              <a:pathLst>
                <a:path w="11996" h="12010" extrusionOk="0">
                  <a:moveTo>
                    <a:pt x="11885" y="1"/>
                  </a:moveTo>
                  <a:lnTo>
                    <a:pt x="0" y="112"/>
                  </a:lnTo>
                  <a:lnTo>
                    <a:pt x="111" y="12010"/>
                  </a:lnTo>
                  <a:lnTo>
                    <a:pt x="11996" y="11899"/>
                  </a:lnTo>
                  <a:lnTo>
                    <a:pt x="1188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68">
              <a:extLst>
                <a:ext uri="{FF2B5EF4-FFF2-40B4-BE49-F238E27FC236}">
                  <a16:creationId xmlns:a16="http://schemas.microsoft.com/office/drawing/2014/main" id="{2564BE3E-3B39-12B4-3640-F5925075939D}"/>
                </a:ext>
              </a:extLst>
            </p:cNvPr>
            <p:cNvSpPr/>
            <p:nvPr/>
          </p:nvSpPr>
          <p:spPr>
            <a:xfrm>
              <a:off x="3789462" y="1502326"/>
              <a:ext cx="372309" cy="372340"/>
            </a:xfrm>
            <a:custGeom>
              <a:avLst/>
              <a:gdLst/>
              <a:ahLst/>
              <a:cxnLst/>
              <a:rect l="l" t="t" r="r" b="b"/>
              <a:pathLst>
                <a:path w="12009" h="12010" extrusionOk="0">
                  <a:moveTo>
                    <a:pt x="11898" y="0"/>
                  </a:moveTo>
                  <a:lnTo>
                    <a:pt x="0" y="111"/>
                  </a:lnTo>
                  <a:lnTo>
                    <a:pt x="111" y="12009"/>
                  </a:lnTo>
                  <a:lnTo>
                    <a:pt x="12009" y="11899"/>
                  </a:lnTo>
                  <a:lnTo>
                    <a:pt x="118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68">
              <a:extLst>
                <a:ext uri="{FF2B5EF4-FFF2-40B4-BE49-F238E27FC236}">
                  <a16:creationId xmlns:a16="http://schemas.microsoft.com/office/drawing/2014/main" id="{86B13227-5486-D44F-9845-13075E257308}"/>
                </a:ext>
              </a:extLst>
            </p:cNvPr>
            <p:cNvSpPr/>
            <p:nvPr/>
          </p:nvSpPr>
          <p:spPr>
            <a:xfrm>
              <a:off x="1580763" y="1891757"/>
              <a:ext cx="372371" cy="371937"/>
            </a:xfrm>
            <a:custGeom>
              <a:avLst/>
              <a:gdLst/>
              <a:ahLst/>
              <a:cxnLst/>
              <a:rect l="l" t="t" r="r" b="b"/>
              <a:pathLst>
                <a:path w="12011" h="11997" extrusionOk="0">
                  <a:moveTo>
                    <a:pt x="11900" y="1"/>
                  </a:moveTo>
                  <a:lnTo>
                    <a:pt x="1" y="111"/>
                  </a:lnTo>
                  <a:lnTo>
                    <a:pt x="112" y="11996"/>
                  </a:lnTo>
                  <a:lnTo>
                    <a:pt x="12011" y="11886"/>
                  </a:lnTo>
                  <a:lnTo>
                    <a:pt x="119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68">
              <a:extLst>
                <a:ext uri="{FF2B5EF4-FFF2-40B4-BE49-F238E27FC236}">
                  <a16:creationId xmlns:a16="http://schemas.microsoft.com/office/drawing/2014/main" id="{4E22C480-2CB7-7558-8BFB-94D31C0DD4E7}"/>
                </a:ext>
              </a:extLst>
            </p:cNvPr>
            <p:cNvSpPr/>
            <p:nvPr/>
          </p:nvSpPr>
          <p:spPr>
            <a:xfrm>
              <a:off x="1949701" y="1888347"/>
              <a:ext cx="371906" cy="371906"/>
            </a:xfrm>
            <a:custGeom>
              <a:avLst/>
              <a:gdLst/>
              <a:ahLst/>
              <a:cxnLst/>
              <a:rect l="l" t="t" r="r" b="b"/>
              <a:pathLst>
                <a:path w="11996" h="11996" extrusionOk="0">
                  <a:moveTo>
                    <a:pt x="11885" y="0"/>
                  </a:moveTo>
                  <a:lnTo>
                    <a:pt x="0" y="111"/>
                  </a:lnTo>
                  <a:lnTo>
                    <a:pt x="111" y="11996"/>
                  </a:lnTo>
                  <a:lnTo>
                    <a:pt x="11995" y="11885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68">
              <a:extLst>
                <a:ext uri="{FF2B5EF4-FFF2-40B4-BE49-F238E27FC236}">
                  <a16:creationId xmlns:a16="http://schemas.microsoft.com/office/drawing/2014/main" id="{56914C51-DBC6-A8BF-1895-873333D614C1}"/>
                </a:ext>
              </a:extLst>
            </p:cNvPr>
            <p:cNvSpPr/>
            <p:nvPr/>
          </p:nvSpPr>
          <p:spPr>
            <a:xfrm>
              <a:off x="2318143" y="1884905"/>
              <a:ext cx="372340" cy="371937"/>
            </a:xfrm>
            <a:custGeom>
              <a:avLst/>
              <a:gdLst/>
              <a:ahLst/>
              <a:cxnLst/>
              <a:rect l="l" t="t" r="r" b="b"/>
              <a:pathLst>
                <a:path w="12010" h="11997" extrusionOk="0">
                  <a:moveTo>
                    <a:pt x="11899" y="1"/>
                  </a:moveTo>
                  <a:lnTo>
                    <a:pt x="1" y="111"/>
                  </a:lnTo>
                  <a:lnTo>
                    <a:pt x="111" y="11996"/>
                  </a:lnTo>
                  <a:lnTo>
                    <a:pt x="12009" y="11886"/>
                  </a:lnTo>
                  <a:lnTo>
                    <a:pt x="11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68">
              <a:extLst>
                <a:ext uri="{FF2B5EF4-FFF2-40B4-BE49-F238E27FC236}">
                  <a16:creationId xmlns:a16="http://schemas.microsoft.com/office/drawing/2014/main" id="{755EA24F-FBD7-35FF-38F0-A80206CB05AF}"/>
                </a:ext>
              </a:extLst>
            </p:cNvPr>
            <p:cNvSpPr/>
            <p:nvPr/>
          </p:nvSpPr>
          <p:spPr>
            <a:xfrm>
              <a:off x="2687019" y="1881495"/>
              <a:ext cx="371937" cy="371906"/>
            </a:xfrm>
            <a:custGeom>
              <a:avLst/>
              <a:gdLst/>
              <a:ahLst/>
              <a:cxnLst/>
              <a:rect l="l" t="t" r="r" b="b"/>
              <a:pathLst>
                <a:path w="11997" h="11996" extrusionOk="0">
                  <a:moveTo>
                    <a:pt x="11886" y="0"/>
                  </a:moveTo>
                  <a:lnTo>
                    <a:pt x="1" y="111"/>
                  </a:lnTo>
                  <a:lnTo>
                    <a:pt x="111" y="11996"/>
                  </a:lnTo>
                  <a:lnTo>
                    <a:pt x="11996" y="11885"/>
                  </a:lnTo>
                  <a:lnTo>
                    <a:pt x="118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68">
              <a:extLst>
                <a:ext uri="{FF2B5EF4-FFF2-40B4-BE49-F238E27FC236}">
                  <a16:creationId xmlns:a16="http://schemas.microsoft.com/office/drawing/2014/main" id="{D8AEA8D3-5607-4BF3-5333-B2DAE46B060F}"/>
                </a:ext>
              </a:extLst>
            </p:cNvPr>
            <p:cNvSpPr/>
            <p:nvPr/>
          </p:nvSpPr>
          <p:spPr>
            <a:xfrm>
              <a:off x="3055492" y="1878054"/>
              <a:ext cx="372371" cy="371937"/>
            </a:xfrm>
            <a:custGeom>
              <a:avLst/>
              <a:gdLst/>
              <a:ahLst/>
              <a:cxnLst/>
              <a:rect l="l" t="t" r="r" b="b"/>
              <a:pathLst>
                <a:path w="12011" h="11997" extrusionOk="0">
                  <a:moveTo>
                    <a:pt x="11900" y="1"/>
                  </a:moveTo>
                  <a:lnTo>
                    <a:pt x="1" y="111"/>
                  </a:lnTo>
                  <a:lnTo>
                    <a:pt x="111" y="11996"/>
                  </a:lnTo>
                  <a:lnTo>
                    <a:pt x="12010" y="11885"/>
                  </a:lnTo>
                  <a:lnTo>
                    <a:pt x="119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68">
              <a:extLst>
                <a:ext uri="{FF2B5EF4-FFF2-40B4-BE49-F238E27FC236}">
                  <a16:creationId xmlns:a16="http://schemas.microsoft.com/office/drawing/2014/main" id="{9CC92CAB-5356-52B7-99E6-79586D3DC8CC}"/>
                </a:ext>
              </a:extLst>
            </p:cNvPr>
            <p:cNvSpPr/>
            <p:nvPr/>
          </p:nvSpPr>
          <p:spPr>
            <a:xfrm>
              <a:off x="3424399" y="1874643"/>
              <a:ext cx="371937" cy="371906"/>
            </a:xfrm>
            <a:custGeom>
              <a:avLst/>
              <a:gdLst/>
              <a:ahLst/>
              <a:cxnLst/>
              <a:rect l="l" t="t" r="r" b="b"/>
              <a:pathLst>
                <a:path w="11997" h="11996" extrusionOk="0">
                  <a:moveTo>
                    <a:pt x="11886" y="0"/>
                  </a:moveTo>
                  <a:lnTo>
                    <a:pt x="1" y="111"/>
                  </a:lnTo>
                  <a:lnTo>
                    <a:pt x="111" y="11995"/>
                  </a:lnTo>
                  <a:lnTo>
                    <a:pt x="11996" y="11885"/>
                  </a:lnTo>
                  <a:lnTo>
                    <a:pt x="118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68">
              <a:extLst>
                <a:ext uri="{FF2B5EF4-FFF2-40B4-BE49-F238E27FC236}">
                  <a16:creationId xmlns:a16="http://schemas.microsoft.com/office/drawing/2014/main" id="{F1DEC518-C8DD-6CC7-CACE-38F75BB2E027}"/>
                </a:ext>
              </a:extLst>
            </p:cNvPr>
            <p:cNvSpPr/>
            <p:nvPr/>
          </p:nvSpPr>
          <p:spPr>
            <a:xfrm>
              <a:off x="3792872" y="1871202"/>
              <a:ext cx="372340" cy="371906"/>
            </a:xfrm>
            <a:custGeom>
              <a:avLst/>
              <a:gdLst/>
              <a:ahLst/>
              <a:cxnLst/>
              <a:rect l="l" t="t" r="r" b="b"/>
              <a:pathLst>
                <a:path w="12010" h="11996" extrusionOk="0">
                  <a:moveTo>
                    <a:pt x="11899" y="1"/>
                  </a:moveTo>
                  <a:lnTo>
                    <a:pt x="1" y="111"/>
                  </a:lnTo>
                  <a:lnTo>
                    <a:pt x="111" y="11996"/>
                  </a:lnTo>
                  <a:lnTo>
                    <a:pt x="12009" y="11885"/>
                  </a:lnTo>
                  <a:lnTo>
                    <a:pt x="11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68">
              <a:extLst>
                <a:ext uri="{FF2B5EF4-FFF2-40B4-BE49-F238E27FC236}">
                  <a16:creationId xmlns:a16="http://schemas.microsoft.com/office/drawing/2014/main" id="{12F57AC3-BCB9-0F9B-1CAF-E1959D2A3FA1}"/>
                </a:ext>
              </a:extLst>
            </p:cNvPr>
            <p:cNvSpPr/>
            <p:nvPr/>
          </p:nvSpPr>
          <p:spPr>
            <a:xfrm>
              <a:off x="1212321" y="1895198"/>
              <a:ext cx="371906" cy="371906"/>
            </a:xfrm>
            <a:custGeom>
              <a:avLst/>
              <a:gdLst/>
              <a:ahLst/>
              <a:cxnLst/>
              <a:rect l="l" t="t" r="r" b="b"/>
              <a:pathLst>
                <a:path w="11996" h="11996" extrusionOk="0">
                  <a:moveTo>
                    <a:pt x="11885" y="0"/>
                  </a:moveTo>
                  <a:lnTo>
                    <a:pt x="0" y="111"/>
                  </a:lnTo>
                  <a:lnTo>
                    <a:pt x="111" y="11996"/>
                  </a:lnTo>
                  <a:lnTo>
                    <a:pt x="11996" y="11885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68">
              <a:extLst>
                <a:ext uri="{FF2B5EF4-FFF2-40B4-BE49-F238E27FC236}">
                  <a16:creationId xmlns:a16="http://schemas.microsoft.com/office/drawing/2014/main" id="{C8C76A40-D0AE-11C7-E34B-7AFB11C5C974}"/>
                </a:ext>
              </a:extLst>
            </p:cNvPr>
            <p:cNvSpPr/>
            <p:nvPr/>
          </p:nvSpPr>
          <p:spPr>
            <a:xfrm>
              <a:off x="1215731" y="2263671"/>
              <a:ext cx="371937" cy="372340"/>
            </a:xfrm>
            <a:custGeom>
              <a:avLst/>
              <a:gdLst/>
              <a:ahLst/>
              <a:cxnLst/>
              <a:rect l="l" t="t" r="r" b="b"/>
              <a:pathLst>
                <a:path w="11997" h="12010" extrusionOk="0">
                  <a:moveTo>
                    <a:pt x="11886" y="0"/>
                  </a:moveTo>
                  <a:lnTo>
                    <a:pt x="1" y="111"/>
                  </a:lnTo>
                  <a:lnTo>
                    <a:pt x="111" y="12010"/>
                  </a:lnTo>
                  <a:lnTo>
                    <a:pt x="11996" y="11899"/>
                  </a:lnTo>
                  <a:lnTo>
                    <a:pt x="118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68">
              <a:extLst>
                <a:ext uri="{FF2B5EF4-FFF2-40B4-BE49-F238E27FC236}">
                  <a16:creationId xmlns:a16="http://schemas.microsoft.com/office/drawing/2014/main" id="{BBB9D425-9DF4-B2FF-2F5F-A3B6EC9865F1}"/>
                </a:ext>
              </a:extLst>
            </p:cNvPr>
            <p:cNvSpPr/>
            <p:nvPr/>
          </p:nvSpPr>
          <p:spPr>
            <a:xfrm>
              <a:off x="1584204" y="2260230"/>
              <a:ext cx="372371" cy="372371"/>
            </a:xfrm>
            <a:custGeom>
              <a:avLst/>
              <a:gdLst/>
              <a:ahLst/>
              <a:cxnLst/>
              <a:rect l="l" t="t" r="r" b="b"/>
              <a:pathLst>
                <a:path w="12011" h="12011" extrusionOk="0">
                  <a:moveTo>
                    <a:pt x="11900" y="1"/>
                  </a:moveTo>
                  <a:lnTo>
                    <a:pt x="1" y="111"/>
                  </a:lnTo>
                  <a:lnTo>
                    <a:pt x="111" y="12010"/>
                  </a:lnTo>
                  <a:lnTo>
                    <a:pt x="12010" y="11900"/>
                  </a:lnTo>
                  <a:lnTo>
                    <a:pt x="119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68">
              <a:extLst>
                <a:ext uri="{FF2B5EF4-FFF2-40B4-BE49-F238E27FC236}">
                  <a16:creationId xmlns:a16="http://schemas.microsoft.com/office/drawing/2014/main" id="{A1B760B4-C58F-D7BD-524E-5075325897CC}"/>
                </a:ext>
              </a:extLst>
            </p:cNvPr>
            <p:cNvSpPr/>
            <p:nvPr/>
          </p:nvSpPr>
          <p:spPr>
            <a:xfrm>
              <a:off x="1953111" y="2256819"/>
              <a:ext cx="371906" cy="372340"/>
            </a:xfrm>
            <a:custGeom>
              <a:avLst/>
              <a:gdLst/>
              <a:ahLst/>
              <a:cxnLst/>
              <a:rect l="l" t="t" r="r" b="b"/>
              <a:pathLst>
                <a:path w="11996" h="12010" extrusionOk="0">
                  <a:moveTo>
                    <a:pt x="11885" y="0"/>
                  </a:moveTo>
                  <a:lnTo>
                    <a:pt x="1" y="111"/>
                  </a:lnTo>
                  <a:lnTo>
                    <a:pt x="111" y="12010"/>
                  </a:lnTo>
                  <a:lnTo>
                    <a:pt x="11996" y="11899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68">
              <a:extLst>
                <a:ext uri="{FF2B5EF4-FFF2-40B4-BE49-F238E27FC236}">
                  <a16:creationId xmlns:a16="http://schemas.microsoft.com/office/drawing/2014/main" id="{3038F70A-473A-3ACC-3451-0B47E1437C16}"/>
                </a:ext>
              </a:extLst>
            </p:cNvPr>
            <p:cNvSpPr/>
            <p:nvPr/>
          </p:nvSpPr>
          <p:spPr>
            <a:xfrm>
              <a:off x="2321584" y="2253378"/>
              <a:ext cx="372340" cy="372371"/>
            </a:xfrm>
            <a:custGeom>
              <a:avLst/>
              <a:gdLst/>
              <a:ahLst/>
              <a:cxnLst/>
              <a:rect l="l" t="t" r="r" b="b"/>
              <a:pathLst>
                <a:path w="12010" h="12011" extrusionOk="0">
                  <a:moveTo>
                    <a:pt x="11898" y="1"/>
                  </a:moveTo>
                  <a:lnTo>
                    <a:pt x="0" y="111"/>
                  </a:lnTo>
                  <a:lnTo>
                    <a:pt x="111" y="12010"/>
                  </a:lnTo>
                  <a:lnTo>
                    <a:pt x="12009" y="11900"/>
                  </a:lnTo>
                  <a:lnTo>
                    <a:pt x="118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68">
              <a:extLst>
                <a:ext uri="{FF2B5EF4-FFF2-40B4-BE49-F238E27FC236}">
                  <a16:creationId xmlns:a16="http://schemas.microsoft.com/office/drawing/2014/main" id="{570A9AA7-B42C-500F-00C2-B5A526EDC660}"/>
                </a:ext>
              </a:extLst>
            </p:cNvPr>
            <p:cNvSpPr/>
            <p:nvPr/>
          </p:nvSpPr>
          <p:spPr>
            <a:xfrm>
              <a:off x="2690461" y="2249967"/>
              <a:ext cx="371906" cy="372340"/>
            </a:xfrm>
            <a:custGeom>
              <a:avLst/>
              <a:gdLst/>
              <a:ahLst/>
              <a:cxnLst/>
              <a:rect l="l" t="t" r="r" b="b"/>
              <a:pathLst>
                <a:path w="11996" h="12010" extrusionOk="0">
                  <a:moveTo>
                    <a:pt x="11885" y="0"/>
                  </a:moveTo>
                  <a:lnTo>
                    <a:pt x="0" y="111"/>
                  </a:lnTo>
                  <a:lnTo>
                    <a:pt x="111" y="12010"/>
                  </a:lnTo>
                  <a:lnTo>
                    <a:pt x="11996" y="11899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68">
              <a:extLst>
                <a:ext uri="{FF2B5EF4-FFF2-40B4-BE49-F238E27FC236}">
                  <a16:creationId xmlns:a16="http://schemas.microsoft.com/office/drawing/2014/main" id="{3D5FEF38-BC85-E733-CDF1-5B82D0F4F89C}"/>
                </a:ext>
              </a:extLst>
            </p:cNvPr>
            <p:cNvSpPr/>
            <p:nvPr/>
          </p:nvSpPr>
          <p:spPr>
            <a:xfrm>
              <a:off x="3058934" y="2246526"/>
              <a:ext cx="372340" cy="372371"/>
            </a:xfrm>
            <a:custGeom>
              <a:avLst/>
              <a:gdLst/>
              <a:ahLst/>
              <a:cxnLst/>
              <a:rect l="l" t="t" r="r" b="b"/>
              <a:pathLst>
                <a:path w="12010" h="12011" extrusionOk="0">
                  <a:moveTo>
                    <a:pt x="11899" y="0"/>
                  </a:moveTo>
                  <a:lnTo>
                    <a:pt x="0" y="111"/>
                  </a:lnTo>
                  <a:lnTo>
                    <a:pt x="111" y="12010"/>
                  </a:lnTo>
                  <a:lnTo>
                    <a:pt x="12010" y="11900"/>
                  </a:lnTo>
                  <a:lnTo>
                    <a:pt x="118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68">
              <a:extLst>
                <a:ext uri="{FF2B5EF4-FFF2-40B4-BE49-F238E27FC236}">
                  <a16:creationId xmlns:a16="http://schemas.microsoft.com/office/drawing/2014/main" id="{164535AE-C0EC-DD8E-8967-5BF7C5FF3FBC}"/>
                </a:ext>
              </a:extLst>
            </p:cNvPr>
            <p:cNvSpPr/>
            <p:nvPr/>
          </p:nvSpPr>
          <p:spPr>
            <a:xfrm>
              <a:off x="3427841" y="2243085"/>
              <a:ext cx="371906" cy="372371"/>
            </a:xfrm>
            <a:custGeom>
              <a:avLst/>
              <a:gdLst/>
              <a:ahLst/>
              <a:cxnLst/>
              <a:rect l="l" t="t" r="r" b="b"/>
              <a:pathLst>
                <a:path w="11996" h="12011" extrusionOk="0">
                  <a:moveTo>
                    <a:pt x="11885" y="1"/>
                  </a:moveTo>
                  <a:lnTo>
                    <a:pt x="0" y="111"/>
                  </a:lnTo>
                  <a:lnTo>
                    <a:pt x="111" y="12011"/>
                  </a:lnTo>
                  <a:lnTo>
                    <a:pt x="11996" y="11900"/>
                  </a:lnTo>
                  <a:lnTo>
                    <a:pt x="1188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68">
              <a:extLst>
                <a:ext uri="{FF2B5EF4-FFF2-40B4-BE49-F238E27FC236}">
                  <a16:creationId xmlns:a16="http://schemas.microsoft.com/office/drawing/2014/main" id="{72F9B8EE-FFB6-185E-1073-6F6ADA0F7904}"/>
                </a:ext>
              </a:extLst>
            </p:cNvPr>
            <p:cNvSpPr/>
            <p:nvPr/>
          </p:nvSpPr>
          <p:spPr>
            <a:xfrm>
              <a:off x="3796314" y="2239674"/>
              <a:ext cx="372309" cy="372371"/>
            </a:xfrm>
            <a:custGeom>
              <a:avLst/>
              <a:gdLst/>
              <a:ahLst/>
              <a:cxnLst/>
              <a:rect l="l" t="t" r="r" b="b"/>
              <a:pathLst>
                <a:path w="12009" h="12011" extrusionOk="0">
                  <a:moveTo>
                    <a:pt x="11898" y="0"/>
                  </a:moveTo>
                  <a:lnTo>
                    <a:pt x="0" y="111"/>
                  </a:lnTo>
                  <a:lnTo>
                    <a:pt x="111" y="12010"/>
                  </a:lnTo>
                  <a:lnTo>
                    <a:pt x="12009" y="11900"/>
                  </a:lnTo>
                  <a:lnTo>
                    <a:pt x="118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68">
              <a:extLst>
                <a:ext uri="{FF2B5EF4-FFF2-40B4-BE49-F238E27FC236}">
                  <a16:creationId xmlns:a16="http://schemas.microsoft.com/office/drawing/2014/main" id="{6AD2CC2A-0664-8B68-CC3B-4A071E9E238D}"/>
                </a:ext>
              </a:extLst>
            </p:cNvPr>
            <p:cNvSpPr/>
            <p:nvPr/>
          </p:nvSpPr>
          <p:spPr>
            <a:xfrm>
              <a:off x="1587646" y="2629136"/>
              <a:ext cx="372340" cy="371937"/>
            </a:xfrm>
            <a:custGeom>
              <a:avLst/>
              <a:gdLst/>
              <a:ahLst/>
              <a:cxnLst/>
              <a:rect l="l" t="t" r="r" b="b"/>
              <a:pathLst>
                <a:path w="12010" h="11997" extrusionOk="0">
                  <a:moveTo>
                    <a:pt x="11899" y="1"/>
                  </a:moveTo>
                  <a:lnTo>
                    <a:pt x="0" y="111"/>
                  </a:lnTo>
                  <a:lnTo>
                    <a:pt x="111" y="11996"/>
                  </a:lnTo>
                  <a:lnTo>
                    <a:pt x="12010" y="11886"/>
                  </a:lnTo>
                  <a:lnTo>
                    <a:pt x="11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68">
              <a:extLst>
                <a:ext uri="{FF2B5EF4-FFF2-40B4-BE49-F238E27FC236}">
                  <a16:creationId xmlns:a16="http://schemas.microsoft.com/office/drawing/2014/main" id="{CD3FF59C-E561-EFF8-2081-937D0132212A}"/>
                </a:ext>
              </a:extLst>
            </p:cNvPr>
            <p:cNvSpPr/>
            <p:nvPr/>
          </p:nvSpPr>
          <p:spPr>
            <a:xfrm>
              <a:off x="1956553" y="2625726"/>
              <a:ext cx="371906" cy="371906"/>
            </a:xfrm>
            <a:custGeom>
              <a:avLst/>
              <a:gdLst/>
              <a:ahLst/>
              <a:cxnLst/>
              <a:rect l="l" t="t" r="r" b="b"/>
              <a:pathLst>
                <a:path w="11996" h="11996" extrusionOk="0">
                  <a:moveTo>
                    <a:pt x="11885" y="0"/>
                  </a:moveTo>
                  <a:lnTo>
                    <a:pt x="0" y="111"/>
                  </a:lnTo>
                  <a:lnTo>
                    <a:pt x="111" y="11996"/>
                  </a:lnTo>
                  <a:lnTo>
                    <a:pt x="11996" y="11885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68">
              <a:extLst>
                <a:ext uri="{FF2B5EF4-FFF2-40B4-BE49-F238E27FC236}">
                  <a16:creationId xmlns:a16="http://schemas.microsoft.com/office/drawing/2014/main" id="{825FEE9E-7BB3-AD4F-DB8E-640447DB3F52}"/>
                </a:ext>
              </a:extLst>
            </p:cNvPr>
            <p:cNvSpPr/>
            <p:nvPr/>
          </p:nvSpPr>
          <p:spPr>
            <a:xfrm>
              <a:off x="2324995" y="2622285"/>
              <a:ext cx="372340" cy="371937"/>
            </a:xfrm>
            <a:custGeom>
              <a:avLst/>
              <a:gdLst/>
              <a:ahLst/>
              <a:cxnLst/>
              <a:rect l="l" t="t" r="r" b="b"/>
              <a:pathLst>
                <a:path w="12010" h="11997" extrusionOk="0">
                  <a:moveTo>
                    <a:pt x="11899" y="1"/>
                  </a:moveTo>
                  <a:lnTo>
                    <a:pt x="1" y="111"/>
                  </a:lnTo>
                  <a:lnTo>
                    <a:pt x="112" y="11996"/>
                  </a:lnTo>
                  <a:lnTo>
                    <a:pt x="12010" y="11886"/>
                  </a:lnTo>
                  <a:lnTo>
                    <a:pt x="11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68">
              <a:extLst>
                <a:ext uri="{FF2B5EF4-FFF2-40B4-BE49-F238E27FC236}">
                  <a16:creationId xmlns:a16="http://schemas.microsoft.com/office/drawing/2014/main" id="{0B39BDB7-5963-AA96-0D6B-13CD039A4A60}"/>
                </a:ext>
              </a:extLst>
            </p:cNvPr>
            <p:cNvSpPr/>
            <p:nvPr/>
          </p:nvSpPr>
          <p:spPr>
            <a:xfrm>
              <a:off x="2693902" y="2618874"/>
              <a:ext cx="371906" cy="371906"/>
            </a:xfrm>
            <a:custGeom>
              <a:avLst/>
              <a:gdLst/>
              <a:ahLst/>
              <a:cxnLst/>
              <a:rect l="l" t="t" r="r" b="b"/>
              <a:pathLst>
                <a:path w="11996" h="11996" extrusionOk="0">
                  <a:moveTo>
                    <a:pt x="11885" y="0"/>
                  </a:moveTo>
                  <a:lnTo>
                    <a:pt x="0" y="111"/>
                  </a:lnTo>
                  <a:lnTo>
                    <a:pt x="111" y="11996"/>
                  </a:lnTo>
                  <a:lnTo>
                    <a:pt x="11995" y="11885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68">
              <a:extLst>
                <a:ext uri="{FF2B5EF4-FFF2-40B4-BE49-F238E27FC236}">
                  <a16:creationId xmlns:a16="http://schemas.microsoft.com/office/drawing/2014/main" id="{7CAAE324-EB27-08FE-720D-425D3AFB9ECF}"/>
                </a:ext>
              </a:extLst>
            </p:cNvPr>
            <p:cNvSpPr/>
            <p:nvPr/>
          </p:nvSpPr>
          <p:spPr>
            <a:xfrm>
              <a:off x="3062344" y="2615433"/>
              <a:ext cx="372371" cy="371937"/>
            </a:xfrm>
            <a:custGeom>
              <a:avLst/>
              <a:gdLst/>
              <a:ahLst/>
              <a:cxnLst/>
              <a:rect l="l" t="t" r="r" b="b"/>
              <a:pathLst>
                <a:path w="12011" h="11997" extrusionOk="0">
                  <a:moveTo>
                    <a:pt x="11900" y="1"/>
                  </a:moveTo>
                  <a:lnTo>
                    <a:pt x="1" y="111"/>
                  </a:lnTo>
                  <a:lnTo>
                    <a:pt x="111" y="11996"/>
                  </a:lnTo>
                  <a:lnTo>
                    <a:pt x="12010" y="11885"/>
                  </a:lnTo>
                  <a:lnTo>
                    <a:pt x="119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68">
              <a:extLst>
                <a:ext uri="{FF2B5EF4-FFF2-40B4-BE49-F238E27FC236}">
                  <a16:creationId xmlns:a16="http://schemas.microsoft.com/office/drawing/2014/main" id="{3DDCF30C-DEAA-70DA-88CD-C64DAC3F99A2}"/>
                </a:ext>
              </a:extLst>
            </p:cNvPr>
            <p:cNvSpPr/>
            <p:nvPr/>
          </p:nvSpPr>
          <p:spPr>
            <a:xfrm>
              <a:off x="3431251" y="2612022"/>
              <a:ext cx="371937" cy="371906"/>
            </a:xfrm>
            <a:custGeom>
              <a:avLst/>
              <a:gdLst/>
              <a:ahLst/>
              <a:cxnLst/>
              <a:rect l="l" t="t" r="r" b="b"/>
              <a:pathLst>
                <a:path w="11997" h="11996" extrusionOk="0">
                  <a:moveTo>
                    <a:pt x="11886" y="0"/>
                  </a:moveTo>
                  <a:lnTo>
                    <a:pt x="1" y="111"/>
                  </a:lnTo>
                  <a:lnTo>
                    <a:pt x="111" y="11995"/>
                  </a:lnTo>
                  <a:lnTo>
                    <a:pt x="11996" y="11885"/>
                  </a:lnTo>
                  <a:lnTo>
                    <a:pt x="118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68">
              <a:extLst>
                <a:ext uri="{FF2B5EF4-FFF2-40B4-BE49-F238E27FC236}">
                  <a16:creationId xmlns:a16="http://schemas.microsoft.com/office/drawing/2014/main" id="{65C1B74C-7B1E-2A8B-00C9-B2EA3986AB8B}"/>
                </a:ext>
              </a:extLst>
            </p:cNvPr>
            <p:cNvSpPr/>
            <p:nvPr/>
          </p:nvSpPr>
          <p:spPr>
            <a:xfrm>
              <a:off x="3799724" y="2608581"/>
              <a:ext cx="372340" cy="371906"/>
            </a:xfrm>
            <a:custGeom>
              <a:avLst/>
              <a:gdLst/>
              <a:ahLst/>
              <a:cxnLst/>
              <a:rect l="l" t="t" r="r" b="b"/>
              <a:pathLst>
                <a:path w="12010" h="11996" extrusionOk="0">
                  <a:moveTo>
                    <a:pt x="11899" y="1"/>
                  </a:moveTo>
                  <a:lnTo>
                    <a:pt x="1" y="111"/>
                  </a:lnTo>
                  <a:lnTo>
                    <a:pt x="111" y="11996"/>
                  </a:lnTo>
                  <a:lnTo>
                    <a:pt x="12009" y="11885"/>
                  </a:lnTo>
                  <a:lnTo>
                    <a:pt x="11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68">
              <a:extLst>
                <a:ext uri="{FF2B5EF4-FFF2-40B4-BE49-F238E27FC236}">
                  <a16:creationId xmlns:a16="http://schemas.microsoft.com/office/drawing/2014/main" id="{3DF20DC9-A40A-90E9-8768-40B70159FEDD}"/>
                </a:ext>
              </a:extLst>
            </p:cNvPr>
            <p:cNvSpPr/>
            <p:nvPr/>
          </p:nvSpPr>
          <p:spPr>
            <a:xfrm>
              <a:off x="1219173" y="2632578"/>
              <a:ext cx="371906" cy="371906"/>
            </a:xfrm>
            <a:custGeom>
              <a:avLst/>
              <a:gdLst/>
              <a:ahLst/>
              <a:cxnLst/>
              <a:rect l="l" t="t" r="r" b="b"/>
              <a:pathLst>
                <a:path w="11996" h="11996" extrusionOk="0">
                  <a:moveTo>
                    <a:pt x="11885" y="0"/>
                  </a:moveTo>
                  <a:lnTo>
                    <a:pt x="0" y="111"/>
                  </a:lnTo>
                  <a:lnTo>
                    <a:pt x="111" y="11996"/>
                  </a:lnTo>
                  <a:lnTo>
                    <a:pt x="11996" y="11885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68">
              <a:extLst>
                <a:ext uri="{FF2B5EF4-FFF2-40B4-BE49-F238E27FC236}">
                  <a16:creationId xmlns:a16="http://schemas.microsoft.com/office/drawing/2014/main" id="{2E780155-AEBD-C4E3-5614-3E457E5BFD00}"/>
                </a:ext>
              </a:extLst>
            </p:cNvPr>
            <p:cNvSpPr/>
            <p:nvPr/>
          </p:nvSpPr>
          <p:spPr>
            <a:xfrm>
              <a:off x="1222583" y="3001050"/>
              <a:ext cx="371937" cy="372309"/>
            </a:xfrm>
            <a:custGeom>
              <a:avLst/>
              <a:gdLst/>
              <a:ahLst/>
              <a:cxnLst/>
              <a:rect l="l" t="t" r="r" b="b"/>
              <a:pathLst>
                <a:path w="11997" h="12009" extrusionOk="0">
                  <a:moveTo>
                    <a:pt x="11886" y="0"/>
                  </a:moveTo>
                  <a:lnTo>
                    <a:pt x="1" y="111"/>
                  </a:lnTo>
                  <a:lnTo>
                    <a:pt x="111" y="12009"/>
                  </a:lnTo>
                  <a:lnTo>
                    <a:pt x="11996" y="11898"/>
                  </a:lnTo>
                  <a:lnTo>
                    <a:pt x="118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68">
              <a:extLst>
                <a:ext uri="{FF2B5EF4-FFF2-40B4-BE49-F238E27FC236}">
                  <a16:creationId xmlns:a16="http://schemas.microsoft.com/office/drawing/2014/main" id="{458F898E-736C-2079-30F3-DA64172E2221}"/>
                </a:ext>
              </a:extLst>
            </p:cNvPr>
            <p:cNvSpPr/>
            <p:nvPr/>
          </p:nvSpPr>
          <p:spPr>
            <a:xfrm>
              <a:off x="1591056" y="2997609"/>
              <a:ext cx="372371" cy="372340"/>
            </a:xfrm>
            <a:custGeom>
              <a:avLst/>
              <a:gdLst/>
              <a:ahLst/>
              <a:cxnLst/>
              <a:rect l="l" t="t" r="r" b="b"/>
              <a:pathLst>
                <a:path w="12011" h="12010" extrusionOk="0">
                  <a:moveTo>
                    <a:pt x="11900" y="1"/>
                  </a:moveTo>
                  <a:lnTo>
                    <a:pt x="1" y="111"/>
                  </a:lnTo>
                  <a:lnTo>
                    <a:pt x="111" y="12009"/>
                  </a:lnTo>
                  <a:lnTo>
                    <a:pt x="12010" y="11899"/>
                  </a:lnTo>
                  <a:lnTo>
                    <a:pt x="119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68">
              <a:extLst>
                <a:ext uri="{FF2B5EF4-FFF2-40B4-BE49-F238E27FC236}">
                  <a16:creationId xmlns:a16="http://schemas.microsoft.com/office/drawing/2014/main" id="{64E84DBF-54D9-FA96-FBCD-41707288BF74}"/>
                </a:ext>
              </a:extLst>
            </p:cNvPr>
            <p:cNvSpPr/>
            <p:nvPr/>
          </p:nvSpPr>
          <p:spPr>
            <a:xfrm>
              <a:off x="1959963" y="2994199"/>
              <a:ext cx="371937" cy="372309"/>
            </a:xfrm>
            <a:custGeom>
              <a:avLst/>
              <a:gdLst/>
              <a:ahLst/>
              <a:cxnLst/>
              <a:rect l="l" t="t" r="r" b="b"/>
              <a:pathLst>
                <a:path w="11997" h="12009" extrusionOk="0">
                  <a:moveTo>
                    <a:pt x="11886" y="0"/>
                  </a:moveTo>
                  <a:lnTo>
                    <a:pt x="1" y="111"/>
                  </a:lnTo>
                  <a:lnTo>
                    <a:pt x="111" y="12009"/>
                  </a:lnTo>
                  <a:lnTo>
                    <a:pt x="11996" y="11898"/>
                  </a:lnTo>
                  <a:lnTo>
                    <a:pt x="118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68">
              <a:extLst>
                <a:ext uri="{FF2B5EF4-FFF2-40B4-BE49-F238E27FC236}">
                  <a16:creationId xmlns:a16="http://schemas.microsoft.com/office/drawing/2014/main" id="{14E6F555-7C8D-74AB-4FFD-92FC7A8DB1ED}"/>
                </a:ext>
              </a:extLst>
            </p:cNvPr>
            <p:cNvSpPr/>
            <p:nvPr/>
          </p:nvSpPr>
          <p:spPr>
            <a:xfrm>
              <a:off x="2328436" y="2990757"/>
              <a:ext cx="372340" cy="372340"/>
            </a:xfrm>
            <a:custGeom>
              <a:avLst/>
              <a:gdLst/>
              <a:ahLst/>
              <a:cxnLst/>
              <a:rect l="l" t="t" r="r" b="b"/>
              <a:pathLst>
                <a:path w="12010" h="12010" extrusionOk="0">
                  <a:moveTo>
                    <a:pt x="11899" y="1"/>
                  </a:moveTo>
                  <a:lnTo>
                    <a:pt x="1" y="111"/>
                  </a:lnTo>
                  <a:lnTo>
                    <a:pt x="111" y="12009"/>
                  </a:lnTo>
                  <a:lnTo>
                    <a:pt x="12009" y="11885"/>
                  </a:lnTo>
                  <a:lnTo>
                    <a:pt x="118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68">
              <a:extLst>
                <a:ext uri="{FF2B5EF4-FFF2-40B4-BE49-F238E27FC236}">
                  <a16:creationId xmlns:a16="http://schemas.microsoft.com/office/drawing/2014/main" id="{71986624-8E36-FD19-6AC5-5F3E3DDC970F}"/>
                </a:ext>
              </a:extLst>
            </p:cNvPr>
            <p:cNvSpPr/>
            <p:nvPr/>
          </p:nvSpPr>
          <p:spPr>
            <a:xfrm>
              <a:off x="2697312" y="2987347"/>
              <a:ext cx="371906" cy="371906"/>
            </a:xfrm>
            <a:custGeom>
              <a:avLst/>
              <a:gdLst/>
              <a:ahLst/>
              <a:cxnLst/>
              <a:rect l="l" t="t" r="r" b="b"/>
              <a:pathLst>
                <a:path w="11996" h="11996" extrusionOk="0">
                  <a:moveTo>
                    <a:pt x="11885" y="0"/>
                  </a:moveTo>
                  <a:lnTo>
                    <a:pt x="1" y="111"/>
                  </a:lnTo>
                  <a:lnTo>
                    <a:pt x="111" y="11995"/>
                  </a:lnTo>
                  <a:lnTo>
                    <a:pt x="11996" y="11898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68">
              <a:extLst>
                <a:ext uri="{FF2B5EF4-FFF2-40B4-BE49-F238E27FC236}">
                  <a16:creationId xmlns:a16="http://schemas.microsoft.com/office/drawing/2014/main" id="{A8703D6D-9CC8-1C10-744A-2E9478074F99}"/>
                </a:ext>
              </a:extLst>
            </p:cNvPr>
            <p:cNvSpPr/>
            <p:nvPr/>
          </p:nvSpPr>
          <p:spPr>
            <a:xfrm>
              <a:off x="3065785" y="2983905"/>
              <a:ext cx="372371" cy="372340"/>
            </a:xfrm>
            <a:custGeom>
              <a:avLst/>
              <a:gdLst/>
              <a:ahLst/>
              <a:cxnLst/>
              <a:rect l="l" t="t" r="r" b="b"/>
              <a:pathLst>
                <a:path w="12011" h="12010" extrusionOk="0">
                  <a:moveTo>
                    <a:pt x="11899" y="0"/>
                  </a:moveTo>
                  <a:lnTo>
                    <a:pt x="0" y="111"/>
                  </a:lnTo>
                  <a:lnTo>
                    <a:pt x="111" y="12009"/>
                  </a:lnTo>
                  <a:lnTo>
                    <a:pt x="12010" y="11899"/>
                  </a:lnTo>
                  <a:lnTo>
                    <a:pt x="118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68">
              <a:extLst>
                <a:ext uri="{FF2B5EF4-FFF2-40B4-BE49-F238E27FC236}">
                  <a16:creationId xmlns:a16="http://schemas.microsoft.com/office/drawing/2014/main" id="{81260FC4-91FA-1B14-EDA3-2852AD5AED62}"/>
                </a:ext>
              </a:extLst>
            </p:cNvPr>
            <p:cNvSpPr/>
            <p:nvPr/>
          </p:nvSpPr>
          <p:spPr>
            <a:xfrm>
              <a:off x="3434692" y="2980464"/>
              <a:ext cx="371906" cy="372340"/>
            </a:xfrm>
            <a:custGeom>
              <a:avLst/>
              <a:gdLst/>
              <a:ahLst/>
              <a:cxnLst/>
              <a:rect l="l" t="t" r="r" b="b"/>
              <a:pathLst>
                <a:path w="11996" h="12010" extrusionOk="0">
                  <a:moveTo>
                    <a:pt x="11885" y="1"/>
                  </a:moveTo>
                  <a:lnTo>
                    <a:pt x="0" y="111"/>
                  </a:lnTo>
                  <a:lnTo>
                    <a:pt x="111" y="12010"/>
                  </a:lnTo>
                  <a:lnTo>
                    <a:pt x="11996" y="11899"/>
                  </a:lnTo>
                  <a:lnTo>
                    <a:pt x="1188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68">
              <a:extLst>
                <a:ext uri="{FF2B5EF4-FFF2-40B4-BE49-F238E27FC236}">
                  <a16:creationId xmlns:a16="http://schemas.microsoft.com/office/drawing/2014/main" id="{55CE1BFE-F7A5-9D87-2910-78FC35F2A0C5}"/>
                </a:ext>
              </a:extLst>
            </p:cNvPr>
            <p:cNvSpPr/>
            <p:nvPr/>
          </p:nvSpPr>
          <p:spPr>
            <a:xfrm>
              <a:off x="3803165" y="2977054"/>
              <a:ext cx="372309" cy="372340"/>
            </a:xfrm>
            <a:custGeom>
              <a:avLst/>
              <a:gdLst/>
              <a:ahLst/>
              <a:cxnLst/>
              <a:rect l="l" t="t" r="r" b="b"/>
              <a:pathLst>
                <a:path w="12009" h="12010" extrusionOk="0">
                  <a:moveTo>
                    <a:pt x="11898" y="0"/>
                  </a:moveTo>
                  <a:lnTo>
                    <a:pt x="0" y="111"/>
                  </a:lnTo>
                  <a:lnTo>
                    <a:pt x="111" y="12009"/>
                  </a:lnTo>
                  <a:lnTo>
                    <a:pt x="12009" y="11898"/>
                  </a:lnTo>
                  <a:lnTo>
                    <a:pt x="118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68">
              <a:extLst>
                <a:ext uri="{FF2B5EF4-FFF2-40B4-BE49-F238E27FC236}">
                  <a16:creationId xmlns:a16="http://schemas.microsoft.com/office/drawing/2014/main" id="{6BA3E066-371C-7793-8441-AD383A81A159}"/>
                </a:ext>
              </a:extLst>
            </p:cNvPr>
            <p:cNvSpPr/>
            <p:nvPr/>
          </p:nvSpPr>
          <p:spPr>
            <a:xfrm>
              <a:off x="1594497" y="3366485"/>
              <a:ext cx="372340" cy="371937"/>
            </a:xfrm>
            <a:custGeom>
              <a:avLst/>
              <a:gdLst/>
              <a:ahLst/>
              <a:cxnLst/>
              <a:rect l="l" t="t" r="r" b="b"/>
              <a:pathLst>
                <a:path w="12010" h="11997" extrusionOk="0">
                  <a:moveTo>
                    <a:pt x="11899" y="1"/>
                  </a:moveTo>
                  <a:lnTo>
                    <a:pt x="0" y="111"/>
                  </a:lnTo>
                  <a:lnTo>
                    <a:pt x="111" y="11996"/>
                  </a:lnTo>
                  <a:lnTo>
                    <a:pt x="12010" y="11886"/>
                  </a:lnTo>
                  <a:lnTo>
                    <a:pt x="11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68">
              <a:extLst>
                <a:ext uri="{FF2B5EF4-FFF2-40B4-BE49-F238E27FC236}">
                  <a16:creationId xmlns:a16="http://schemas.microsoft.com/office/drawing/2014/main" id="{F2800848-08E9-91A3-7650-B012362C9933}"/>
                </a:ext>
              </a:extLst>
            </p:cNvPr>
            <p:cNvSpPr/>
            <p:nvPr/>
          </p:nvSpPr>
          <p:spPr>
            <a:xfrm>
              <a:off x="1963404" y="3363074"/>
              <a:ext cx="371906" cy="371906"/>
            </a:xfrm>
            <a:custGeom>
              <a:avLst/>
              <a:gdLst/>
              <a:ahLst/>
              <a:cxnLst/>
              <a:rect l="l" t="t" r="r" b="b"/>
              <a:pathLst>
                <a:path w="11996" h="11996" extrusionOk="0">
                  <a:moveTo>
                    <a:pt x="11885" y="0"/>
                  </a:moveTo>
                  <a:lnTo>
                    <a:pt x="0" y="111"/>
                  </a:lnTo>
                  <a:lnTo>
                    <a:pt x="111" y="11996"/>
                  </a:lnTo>
                  <a:lnTo>
                    <a:pt x="11996" y="11885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68">
              <a:extLst>
                <a:ext uri="{FF2B5EF4-FFF2-40B4-BE49-F238E27FC236}">
                  <a16:creationId xmlns:a16="http://schemas.microsoft.com/office/drawing/2014/main" id="{625285C1-8CEE-8F9A-5F16-6F2673CE0AF4}"/>
                </a:ext>
              </a:extLst>
            </p:cNvPr>
            <p:cNvSpPr/>
            <p:nvPr/>
          </p:nvSpPr>
          <p:spPr>
            <a:xfrm>
              <a:off x="2331878" y="3359230"/>
              <a:ext cx="372309" cy="372340"/>
            </a:xfrm>
            <a:custGeom>
              <a:avLst/>
              <a:gdLst/>
              <a:ahLst/>
              <a:cxnLst/>
              <a:rect l="l" t="t" r="r" b="b"/>
              <a:pathLst>
                <a:path w="12009" h="12010" extrusionOk="0">
                  <a:moveTo>
                    <a:pt x="11898" y="0"/>
                  </a:moveTo>
                  <a:lnTo>
                    <a:pt x="0" y="124"/>
                  </a:lnTo>
                  <a:lnTo>
                    <a:pt x="111" y="12009"/>
                  </a:lnTo>
                  <a:lnTo>
                    <a:pt x="12009" y="11899"/>
                  </a:lnTo>
                  <a:lnTo>
                    <a:pt x="1189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68">
              <a:extLst>
                <a:ext uri="{FF2B5EF4-FFF2-40B4-BE49-F238E27FC236}">
                  <a16:creationId xmlns:a16="http://schemas.microsoft.com/office/drawing/2014/main" id="{61283C8C-9F81-AF4B-F5C0-2FAF4D1F84A8}"/>
                </a:ext>
              </a:extLst>
            </p:cNvPr>
            <p:cNvSpPr/>
            <p:nvPr/>
          </p:nvSpPr>
          <p:spPr>
            <a:xfrm>
              <a:off x="2700754" y="3356222"/>
              <a:ext cx="371906" cy="371906"/>
            </a:xfrm>
            <a:custGeom>
              <a:avLst/>
              <a:gdLst/>
              <a:ahLst/>
              <a:cxnLst/>
              <a:rect l="l" t="t" r="r" b="b"/>
              <a:pathLst>
                <a:path w="11996" h="11996" extrusionOk="0">
                  <a:moveTo>
                    <a:pt x="11885" y="0"/>
                  </a:moveTo>
                  <a:lnTo>
                    <a:pt x="0" y="97"/>
                  </a:lnTo>
                  <a:lnTo>
                    <a:pt x="111" y="11996"/>
                  </a:lnTo>
                  <a:lnTo>
                    <a:pt x="11995" y="11885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68">
              <a:extLst>
                <a:ext uri="{FF2B5EF4-FFF2-40B4-BE49-F238E27FC236}">
                  <a16:creationId xmlns:a16="http://schemas.microsoft.com/office/drawing/2014/main" id="{3D22DF02-9521-BDEA-ECA0-92D520D46628}"/>
                </a:ext>
              </a:extLst>
            </p:cNvPr>
            <p:cNvSpPr/>
            <p:nvPr/>
          </p:nvSpPr>
          <p:spPr>
            <a:xfrm>
              <a:off x="3069196" y="3352781"/>
              <a:ext cx="372371" cy="371906"/>
            </a:xfrm>
            <a:custGeom>
              <a:avLst/>
              <a:gdLst/>
              <a:ahLst/>
              <a:cxnLst/>
              <a:rect l="l" t="t" r="r" b="b"/>
              <a:pathLst>
                <a:path w="12011" h="11996" extrusionOk="0">
                  <a:moveTo>
                    <a:pt x="11900" y="1"/>
                  </a:moveTo>
                  <a:lnTo>
                    <a:pt x="1" y="111"/>
                  </a:lnTo>
                  <a:lnTo>
                    <a:pt x="111" y="11996"/>
                  </a:lnTo>
                  <a:lnTo>
                    <a:pt x="12011" y="11885"/>
                  </a:lnTo>
                  <a:lnTo>
                    <a:pt x="119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68">
              <a:extLst>
                <a:ext uri="{FF2B5EF4-FFF2-40B4-BE49-F238E27FC236}">
                  <a16:creationId xmlns:a16="http://schemas.microsoft.com/office/drawing/2014/main" id="{9BCEA173-7BD8-765B-52B0-0399A59DDFA0}"/>
                </a:ext>
              </a:extLst>
            </p:cNvPr>
            <p:cNvSpPr/>
            <p:nvPr/>
          </p:nvSpPr>
          <p:spPr>
            <a:xfrm>
              <a:off x="3438134" y="3349371"/>
              <a:ext cx="371906" cy="371906"/>
            </a:xfrm>
            <a:custGeom>
              <a:avLst/>
              <a:gdLst/>
              <a:ahLst/>
              <a:cxnLst/>
              <a:rect l="l" t="t" r="r" b="b"/>
              <a:pathLst>
                <a:path w="11996" h="11996" extrusionOk="0">
                  <a:moveTo>
                    <a:pt x="11885" y="0"/>
                  </a:moveTo>
                  <a:lnTo>
                    <a:pt x="0" y="111"/>
                  </a:lnTo>
                  <a:lnTo>
                    <a:pt x="111" y="11995"/>
                  </a:lnTo>
                  <a:lnTo>
                    <a:pt x="11995" y="11885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68">
              <a:extLst>
                <a:ext uri="{FF2B5EF4-FFF2-40B4-BE49-F238E27FC236}">
                  <a16:creationId xmlns:a16="http://schemas.microsoft.com/office/drawing/2014/main" id="{307F584D-706C-F290-0BFC-00D376EDCA79}"/>
                </a:ext>
              </a:extLst>
            </p:cNvPr>
            <p:cNvSpPr/>
            <p:nvPr/>
          </p:nvSpPr>
          <p:spPr>
            <a:xfrm>
              <a:off x="3806576" y="3345929"/>
              <a:ext cx="372340" cy="371906"/>
            </a:xfrm>
            <a:custGeom>
              <a:avLst/>
              <a:gdLst/>
              <a:ahLst/>
              <a:cxnLst/>
              <a:rect l="l" t="t" r="r" b="b"/>
              <a:pathLst>
                <a:path w="12010" h="11996" extrusionOk="0">
                  <a:moveTo>
                    <a:pt x="11899" y="0"/>
                  </a:moveTo>
                  <a:lnTo>
                    <a:pt x="1" y="111"/>
                  </a:lnTo>
                  <a:lnTo>
                    <a:pt x="111" y="11996"/>
                  </a:lnTo>
                  <a:lnTo>
                    <a:pt x="12009" y="11885"/>
                  </a:lnTo>
                  <a:lnTo>
                    <a:pt x="1189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68">
              <a:extLst>
                <a:ext uri="{FF2B5EF4-FFF2-40B4-BE49-F238E27FC236}">
                  <a16:creationId xmlns:a16="http://schemas.microsoft.com/office/drawing/2014/main" id="{809ED6BA-287F-69EB-5E73-42548723C79F}"/>
                </a:ext>
              </a:extLst>
            </p:cNvPr>
            <p:cNvSpPr/>
            <p:nvPr/>
          </p:nvSpPr>
          <p:spPr>
            <a:xfrm>
              <a:off x="1226024" y="3369926"/>
              <a:ext cx="371906" cy="371906"/>
            </a:xfrm>
            <a:custGeom>
              <a:avLst/>
              <a:gdLst/>
              <a:ahLst/>
              <a:cxnLst/>
              <a:rect l="l" t="t" r="r" b="b"/>
              <a:pathLst>
                <a:path w="11996" h="11996" extrusionOk="0">
                  <a:moveTo>
                    <a:pt x="11885" y="0"/>
                  </a:moveTo>
                  <a:lnTo>
                    <a:pt x="0" y="111"/>
                  </a:lnTo>
                  <a:lnTo>
                    <a:pt x="111" y="11996"/>
                  </a:lnTo>
                  <a:lnTo>
                    <a:pt x="11996" y="11885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68">
              <a:extLst>
                <a:ext uri="{FF2B5EF4-FFF2-40B4-BE49-F238E27FC236}">
                  <a16:creationId xmlns:a16="http://schemas.microsoft.com/office/drawing/2014/main" id="{DE683B37-9E58-35D5-1209-716A65F02BFF}"/>
                </a:ext>
              </a:extLst>
            </p:cNvPr>
            <p:cNvSpPr/>
            <p:nvPr/>
          </p:nvSpPr>
          <p:spPr>
            <a:xfrm>
              <a:off x="1229435" y="3738399"/>
              <a:ext cx="371937" cy="372340"/>
            </a:xfrm>
            <a:custGeom>
              <a:avLst/>
              <a:gdLst/>
              <a:ahLst/>
              <a:cxnLst/>
              <a:rect l="l" t="t" r="r" b="b"/>
              <a:pathLst>
                <a:path w="11997" h="12010" extrusionOk="0">
                  <a:moveTo>
                    <a:pt x="11886" y="0"/>
                  </a:moveTo>
                  <a:lnTo>
                    <a:pt x="1" y="111"/>
                  </a:lnTo>
                  <a:lnTo>
                    <a:pt x="112" y="12010"/>
                  </a:lnTo>
                  <a:lnTo>
                    <a:pt x="11996" y="11885"/>
                  </a:lnTo>
                  <a:lnTo>
                    <a:pt x="118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68">
              <a:extLst>
                <a:ext uri="{FF2B5EF4-FFF2-40B4-BE49-F238E27FC236}">
                  <a16:creationId xmlns:a16="http://schemas.microsoft.com/office/drawing/2014/main" id="{350CCE96-4923-F410-0FF9-CFFEBFC8B140}"/>
                </a:ext>
              </a:extLst>
            </p:cNvPr>
            <p:cNvSpPr/>
            <p:nvPr/>
          </p:nvSpPr>
          <p:spPr>
            <a:xfrm>
              <a:off x="1597908" y="3734957"/>
              <a:ext cx="372371" cy="371937"/>
            </a:xfrm>
            <a:custGeom>
              <a:avLst/>
              <a:gdLst/>
              <a:ahLst/>
              <a:cxnLst/>
              <a:rect l="l" t="t" r="r" b="b"/>
              <a:pathLst>
                <a:path w="12011" h="11997" extrusionOk="0">
                  <a:moveTo>
                    <a:pt x="11900" y="1"/>
                  </a:moveTo>
                  <a:lnTo>
                    <a:pt x="1" y="111"/>
                  </a:lnTo>
                  <a:lnTo>
                    <a:pt x="111" y="11996"/>
                  </a:lnTo>
                  <a:lnTo>
                    <a:pt x="12010" y="11900"/>
                  </a:lnTo>
                  <a:lnTo>
                    <a:pt x="119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68">
              <a:extLst>
                <a:ext uri="{FF2B5EF4-FFF2-40B4-BE49-F238E27FC236}">
                  <a16:creationId xmlns:a16="http://schemas.microsoft.com/office/drawing/2014/main" id="{C4E66DDB-9268-FBB3-9080-C9979A9777C2}"/>
                </a:ext>
              </a:extLst>
            </p:cNvPr>
            <p:cNvSpPr/>
            <p:nvPr/>
          </p:nvSpPr>
          <p:spPr>
            <a:xfrm>
              <a:off x="1966815" y="3731547"/>
              <a:ext cx="371937" cy="372340"/>
            </a:xfrm>
            <a:custGeom>
              <a:avLst/>
              <a:gdLst/>
              <a:ahLst/>
              <a:cxnLst/>
              <a:rect l="l" t="t" r="r" b="b"/>
              <a:pathLst>
                <a:path w="11997" h="12010" extrusionOk="0">
                  <a:moveTo>
                    <a:pt x="11886" y="0"/>
                  </a:moveTo>
                  <a:lnTo>
                    <a:pt x="1" y="111"/>
                  </a:lnTo>
                  <a:lnTo>
                    <a:pt x="111" y="12010"/>
                  </a:lnTo>
                  <a:lnTo>
                    <a:pt x="11996" y="11899"/>
                  </a:lnTo>
                  <a:lnTo>
                    <a:pt x="118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68">
              <a:extLst>
                <a:ext uri="{FF2B5EF4-FFF2-40B4-BE49-F238E27FC236}">
                  <a16:creationId xmlns:a16="http://schemas.microsoft.com/office/drawing/2014/main" id="{DFD02A99-8A69-F82F-F0D4-CF5D93A964FA}"/>
                </a:ext>
              </a:extLst>
            </p:cNvPr>
            <p:cNvSpPr/>
            <p:nvPr/>
          </p:nvSpPr>
          <p:spPr>
            <a:xfrm>
              <a:off x="2335288" y="3728105"/>
              <a:ext cx="372340" cy="372371"/>
            </a:xfrm>
            <a:custGeom>
              <a:avLst/>
              <a:gdLst/>
              <a:ahLst/>
              <a:cxnLst/>
              <a:rect l="l" t="t" r="r" b="b"/>
              <a:pathLst>
                <a:path w="12010" h="12011" extrusionOk="0">
                  <a:moveTo>
                    <a:pt x="11899" y="1"/>
                  </a:moveTo>
                  <a:lnTo>
                    <a:pt x="1" y="111"/>
                  </a:lnTo>
                  <a:lnTo>
                    <a:pt x="111" y="12010"/>
                  </a:lnTo>
                  <a:lnTo>
                    <a:pt x="12009" y="11885"/>
                  </a:lnTo>
                  <a:lnTo>
                    <a:pt x="118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68">
              <a:extLst>
                <a:ext uri="{FF2B5EF4-FFF2-40B4-BE49-F238E27FC236}">
                  <a16:creationId xmlns:a16="http://schemas.microsoft.com/office/drawing/2014/main" id="{F2745E7A-113A-9956-CDD7-761EF35CF68C}"/>
                </a:ext>
              </a:extLst>
            </p:cNvPr>
            <p:cNvSpPr/>
            <p:nvPr/>
          </p:nvSpPr>
          <p:spPr>
            <a:xfrm>
              <a:off x="2704164" y="3724664"/>
              <a:ext cx="371937" cy="371937"/>
            </a:xfrm>
            <a:custGeom>
              <a:avLst/>
              <a:gdLst/>
              <a:ahLst/>
              <a:cxnLst/>
              <a:rect l="l" t="t" r="r" b="b"/>
              <a:pathLst>
                <a:path w="11997" h="11997" extrusionOk="0">
                  <a:moveTo>
                    <a:pt x="11885" y="1"/>
                  </a:moveTo>
                  <a:lnTo>
                    <a:pt x="1" y="112"/>
                  </a:lnTo>
                  <a:lnTo>
                    <a:pt x="111" y="11996"/>
                  </a:lnTo>
                  <a:lnTo>
                    <a:pt x="11996" y="11900"/>
                  </a:lnTo>
                  <a:lnTo>
                    <a:pt x="1188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68">
              <a:extLst>
                <a:ext uri="{FF2B5EF4-FFF2-40B4-BE49-F238E27FC236}">
                  <a16:creationId xmlns:a16="http://schemas.microsoft.com/office/drawing/2014/main" id="{D3AB7A12-8BEE-6491-C092-72162F079722}"/>
                </a:ext>
              </a:extLst>
            </p:cNvPr>
            <p:cNvSpPr/>
            <p:nvPr/>
          </p:nvSpPr>
          <p:spPr>
            <a:xfrm>
              <a:off x="3072637" y="3721254"/>
              <a:ext cx="372371" cy="372371"/>
            </a:xfrm>
            <a:custGeom>
              <a:avLst/>
              <a:gdLst/>
              <a:ahLst/>
              <a:cxnLst/>
              <a:rect l="l" t="t" r="r" b="b"/>
              <a:pathLst>
                <a:path w="12011" h="12011" extrusionOk="0">
                  <a:moveTo>
                    <a:pt x="11900" y="0"/>
                  </a:moveTo>
                  <a:lnTo>
                    <a:pt x="0" y="111"/>
                  </a:lnTo>
                  <a:lnTo>
                    <a:pt x="111" y="12010"/>
                  </a:lnTo>
                  <a:lnTo>
                    <a:pt x="12010" y="11885"/>
                  </a:lnTo>
                  <a:lnTo>
                    <a:pt x="119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68">
              <a:extLst>
                <a:ext uri="{FF2B5EF4-FFF2-40B4-BE49-F238E27FC236}">
                  <a16:creationId xmlns:a16="http://schemas.microsoft.com/office/drawing/2014/main" id="{E21710CF-FE13-9A3D-8F6E-DC8DD4A40C81}"/>
                </a:ext>
              </a:extLst>
            </p:cNvPr>
            <p:cNvSpPr/>
            <p:nvPr/>
          </p:nvSpPr>
          <p:spPr>
            <a:xfrm>
              <a:off x="3441544" y="3717812"/>
              <a:ext cx="371906" cy="371937"/>
            </a:xfrm>
            <a:custGeom>
              <a:avLst/>
              <a:gdLst/>
              <a:ahLst/>
              <a:cxnLst/>
              <a:rect l="l" t="t" r="r" b="b"/>
              <a:pathLst>
                <a:path w="11996" h="11997" extrusionOk="0">
                  <a:moveTo>
                    <a:pt x="11885" y="1"/>
                  </a:moveTo>
                  <a:lnTo>
                    <a:pt x="1" y="111"/>
                  </a:lnTo>
                  <a:lnTo>
                    <a:pt x="111" y="11996"/>
                  </a:lnTo>
                  <a:lnTo>
                    <a:pt x="11996" y="11900"/>
                  </a:lnTo>
                  <a:lnTo>
                    <a:pt x="1188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68">
              <a:extLst>
                <a:ext uri="{FF2B5EF4-FFF2-40B4-BE49-F238E27FC236}">
                  <a16:creationId xmlns:a16="http://schemas.microsoft.com/office/drawing/2014/main" id="{EEE0B964-D03D-3819-230C-0D79C137CDE1}"/>
                </a:ext>
              </a:extLst>
            </p:cNvPr>
            <p:cNvSpPr/>
            <p:nvPr/>
          </p:nvSpPr>
          <p:spPr>
            <a:xfrm>
              <a:off x="3810017" y="3714402"/>
              <a:ext cx="372309" cy="372371"/>
            </a:xfrm>
            <a:custGeom>
              <a:avLst/>
              <a:gdLst/>
              <a:ahLst/>
              <a:cxnLst/>
              <a:rect l="l" t="t" r="r" b="b"/>
              <a:pathLst>
                <a:path w="12009" h="12011" extrusionOk="0">
                  <a:moveTo>
                    <a:pt x="11898" y="0"/>
                  </a:moveTo>
                  <a:lnTo>
                    <a:pt x="0" y="111"/>
                  </a:lnTo>
                  <a:lnTo>
                    <a:pt x="111" y="12010"/>
                  </a:lnTo>
                  <a:lnTo>
                    <a:pt x="12009" y="11899"/>
                  </a:lnTo>
                  <a:lnTo>
                    <a:pt x="118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68">
              <a:extLst>
                <a:ext uri="{FF2B5EF4-FFF2-40B4-BE49-F238E27FC236}">
                  <a16:creationId xmlns:a16="http://schemas.microsoft.com/office/drawing/2014/main" id="{A713E18B-71F2-B87B-E01B-018686265249}"/>
                </a:ext>
              </a:extLst>
            </p:cNvPr>
            <p:cNvSpPr/>
            <p:nvPr/>
          </p:nvSpPr>
          <p:spPr>
            <a:xfrm>
              <a:off x="1601349" y="4103864"/>
              <a:ext cx="372340" cy="371937"/>
            </a:xfrm>
            <a:custGeom>
              <a:avLst/>
              <a:gdLst/>
              <a:ahLst/>
              <a:cxnLst/>
              <a:rect l="l" t="t" r="r" b="b"/>
              <a:pathLst>
                <a:path w="12010" h="11997" extrusionOk="0">
                  <a:moveTo>
                    <a:pt x="11899" y="1"/>
                  </a:moveTo>
                  <a:lnTo>
                    <a:pt x="0" y="97"/>
                  </a:lnTo>
                  <a:lnTo>
                    <a:pt x="111" y="11996"/>
                  </a:lnTo>
                  <a:lnTo>
                    <a:pt x="12010" y="11886"/>
                  </a:lnTo>
                  <a:lnTo>
                    <a:pt x="11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68">
              <a:extLst>
                <a:ext uri="{FF2B5EF4-FFF2-40B4-BE49-F238E27FC236}">
                  <a16:creationId xmlns:a16="http://schemas.microsoft.com/office/drawing/2014/main" id="{14D0B7DB-61CE-0181-17DD-BBE1EB12BDD2}"/>
                </a:ext>
              </a:extLst>
            </p:cNvPr>
            <p:cNvSpPr/>
            <p:nvPr/>
          </p:nvSpPr>
          <p:spPr>
            <a:xfrm>
              <a:off x="1970256" y="4100454"/>
              <a:ext cx="371906" cy="371906"/>
            </a:xfrm>
            <a:custGeom>
              <a:avLst/>
              <a:gdLst/>
              <a:ahLst/>
              <a:cxnLst/>
              <a:rect l="l" t="t" r="r" b="b"/>
              <a:pathLst>
                <a:path w="11996" h="11996" extrusionOk="0">
                  <a:moveTo>
                    <a:pt x="11885" y="0"/>
                  </a:moveTo>
                  <a:lnTo>
                    <a:pt x="0" y="111"/>
                  </a:lnTo>
                  <a:lnTo>
                    <a:pt x="111" y="11996"/>
                  </a:lnTo>
                  <a:lnTo>
                    <a:pt x="11996" y="11885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68">
              <a:extLst>
                <a:ext uri="{FF2B5EF4-FFF2-40B4-BE49-F238E27FC236}">
                  <a16:creationId xmlns:a16="http://schemas.microsoft.com/office/drawing/2014/main" id="{8D32FEB4-B1AA-ADEB-EB3D-5FB590FE8F4D}"/>
                </a:ext>
              </a:extLst>
            </p:cNvPr>
            <p:cNvSpPr/>
            <p:nvPr/>
          </p:nvSpPr>
          <p:spPr>
            <a:xfrm>
              <a:off x="2338729" y="4096578"/>
              <a:ext cx="372309" cy="372371"/>
            </a:xfrm>
            <a:custGeom>
              <a:avLst/>
              <a:gdLst/>
              <a:ahLst/>
              <a:cxnLst/>
              <a:rect l="l" t="t" r="r" b="b"/>
              <a:pathLst>
                <a:path w="12009" h="12011" extrusionOk="0">
                  <a:moveTo>
                    <a:pt x="11898" y="0"/>
                  </a:moveTo>
                  <a:lnTo>
                    <a:pt x="0" y="125"/>
                  </a:lnTo>
                  <a:lnTo>
                    <a:pt x="111" y="12010"/>
                  </a:lnTo>
                  <a:lnTo>
                    <a:pt x="12009" y="11900"/>
                  </a:lnTo>
                  <a:lnTo>
                    <a:pt x="1189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68">
              <a:extLst>
                <a:ext uri="{FF2B5EF4-FFF2-40B4-BE49-F238E27FC236}">
                  <a16:creationId xmlns:a16="http://schemas.microsoft.com/office/drawing/2014/main" id="{877103DC-02FC-87EA-9D9E-411BBEEE9AF2}"/>
                </a:ext>
              </a:extLst>
            </p:cNvPr>
            <p:cNvSpPr/>
            <p:nvPr/>
          </p:nvSpPr>
          <p:spPr>
            <a:xfrm>
              <a:off x="2707605" y="4093602"/>
              <a:ext cx="371906" cy="371906"/>
            </a:xfrm>
            <a:custGeom>
              <a:avLst/>
              <a:gdLst/>
              <a:ahLst/>
              <a:cxnLst/>
              <a:rect l="l" t="t" r="r" b="b"/>
              <a:pathLst>
                <a:path w="11996" h="11996" extrusionOk="0">
                  <a:moveTo>
                    <a:pt x="11885" y="0"/>
                  </a:moveTo>
                  <a:lnTo>
                    <a:pt x="0" y="96"/>
                  </a:lnTo>
                  <a:lnTo>
                    <a:pt x="111" y="11996"/>
                  </a:lnTo>
                  <a:lnTo>
                    <a:pt x="11996" y="11885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68">
              <a:extLst>
                <a:ext uri="{FF2B5EF4-FFF2-40B4-BE49-F238E27FC236}">
                  <a16:creationId xmlns:a16="http://schemas.microsoft.com/office/drawing/2014/main" id="{D3A5A9D1-3406-373D-A18A-7E7460557763}"/>
                </a:ext>
              </a:extLst>
            </p:cNvPr>
            <p:cNvSpPr/>
            <p:nvPr/>
          </p:nvSpPr>
          <p:spPr>
            <a:xfrm>
              <a:off x="3076078" y="4089726"/>
              <a:ext cx="372340" cy="372340"/>
            </a:xfrm>
            <a:custGeom>
              <a:avLst/>
              <a:gdLst/>
              <a:ahLst/>
              <a:cxnLst/>
              <a:rect l="l" t="t" r="r" b="b"/>
              <a:pathLst>
                <a:path w="12010" h="12010" extrusionOk="0">
                  <a:moveTo>
                    <a:pt x="11899" y="0"/>
                  </a:moveTo>
                  <a:lnTo>
                    <a:pt x="0" y="125"/>
                  </a:lnTo>
                  <a:lnTo>
                    <a:pt x="111" y="12010"/>
                  </a:lnTo>
                  <a:lnTo>
                    <a:pt x="12010" y="11899"/>
                  </a:lnTo>
                  <a:lnTo>
                    <a:pt x="1189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68">
              <a:extLst>
                <a:ext uri="{FF2B5EF4-FFF2-40B4-BE49-F238E27FC236}">
                  <a16:creationId xmlns:a16="http://schemas.microsoft.com/office/drawing/2014/main" id="{B17ED5F1-7623-6A40-DA90-F8C476552921}"/>
                </a:ext>
              </a:extLst>
            </p:cNvPr>
            <p:cNvSpPr/>
            <p:nvPr/>
          </p:nvSpPr>
          <p:spPr>
            <a:xfrm>
              <a:off x="3444985" y="4086750"/>
              <a:ext cx="371906" cy="371906"/>
            </a:xfrm>
            <a:custGeom>
              <a:avLst/>
              <a:gdLst/>
              <a:ahLst/>
              <a:cxnLst/>
              <a:rect l="l" t="t" r="r" b="b"/>
              <a:pathLst>
                <a:path w="11996" h="11996" extrusionOk="0">
                  <a:moveTo>
                    <a:pt x="11885" y="0"/>
                  </a:moveTo>
                  <a:lnTo>
                    <a:pt x="0" y="96"/>
                  </a:lnTo>
                  <a:lnTo>
                    <a:pt x="111" y="11995"/>
                  </a:lnTo>
                  <a:lnTo>
                    <a:pt x="11995" y="11885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68">
              <a:extLst>
                <a:ext uri="{FF2B5EF4-FFF2-40B4-BE49-F238E27FC236}">
                  <a16:creationId xmlns:a16="http://schemas.microsoft.com/office/drawing/2014/main" id="{B5AF78AB-888D-6E5B-19AF-B746CD76EE9F}"/>
                </a:ext>
              </a:extLst>
            </p:cNvPr>
            <p:cNvSpPr/>
            <p:nvPr/>
          </p:nvSpPr>
          <p:spPr>
            <a:xfrm>
              <a:off x="3813428" y="4083309"/>
              <a:ext cx="372340" cy="371906"/>
            </a:xfrm>
            <a:custGeom>
              <a:avLst/>
              <a:gdLst/>
              <a:ahLst/>
              <a:cxnLst/>
              <a:rect l="l" t="t" r="r" b="b"/>
              <a:pathLst>
                <a:path w="12010" h="11996" extrusionOk="0">
                  <a:moveTo>
                    <a:pt x="11899" y="0"/>
                  </a:moveTo>
                  <a:lnTo>
                    <a:pt x="1" y="111"/>
                  </a:lnTo>
                  <a:lnTo>
                    <a:pt x="111" y="11996"/>
                  </a:lnTo>
                  <a:lnTo>
                    <a:pt x="12010" y="11885"/>
                  </a:lnTo>
                  <a:lnTo>
                    <a:pt x="1189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68">
              <a:extLst>
                <a:ext uri="{FF2B5EF4-FFF2-40B4-BE49-F238E27FC236}">
                  <a16:creationId xmlns:a16="http://schemas.microsoft.com/office/drawing/2014/main" id="{2CD6D20F-A13E-F5DE-2833-B0F8A90D1D7C}"/>
                </a:ext>
              </a:extLst>
            </p:cNvPr>
            <p:cNvSpPr/>
            <p:nvPr/>
          </p:nvSpPr>
          <p:spPr>
            <a:xfrm>
              <a:off x="1232876" y="4106871"/>
              <a:ext cx="371906" cy="372340"/>
            </a:xfrm>
            <a:custGeom>
              <a:avLst/>
              <a:gdLst/>
              <a:ahLst/>
              <a:cxnLst/>
              <a:rect l="l" t="t" r="r" b="b"/>
              <a:pathLst>
                <a:path w="11996" h="12010" extrusionOk="0">
                  <a:moveTo>
                    <a:pt x="11885" y="0"/>
                  </a:moveTo>
                  <a:lnTo>
                    <a:pt x="1" y="125"/>
                  </a:lnTo>
                  <a:lnTo>
                    <a:pt x="111" y="12010"/>
                  </a:lnTo>
                  <a:lnTo>
                    <a:pt x="11996" y="11899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8" name="Google Shape;1528;p68">
            <a:extLst>
              <a:ext uri="{FF2B5EF4-FFF2-40B4-BE49-F238E27FC236}">
                <a16:creationId xmlns:a16="http://schemas.microsoft.com/office/drawing/2014/main" id="{95588BE2-263E-CCB6-F6C7-386A85840433}"/>
              </a:ext>
            </a:extLst>
          </p:cNvPr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1529" name="Google Shape;1529;p68">
              <a:extLst>
                <a:ext uri="{FF2B5EF4-FFF2-40B4-BE49-F238E27FC236}">
                  <a16:creationId xmlns:a16="http://schemas.microsoft.com/office/drawing/2014/main" id="{0CD413D0-8D8A-8254-A2EF-651D25322939}"/>
                </a:ext>
              </a:extLst>
            </p:cNvPr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68">
              <a:extLst>
                <a:ext uri="{FF2B5EF4-FFF2-40B4-BE49-F238E27FC236}">
                  <a16:creationId xmlns:a16="http://schemas.microsoft.com/office/drawing/2014/main" id="{E313E63D-211B-FA7F-08C2-05544B76F66E}"/>
                </a:ext>
              </a:extLst>
            </p:cNvPr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 descr="A chess board with chess pieces&#10;&#10;AI-generated content may be incorrect.">
            <a:extLst>
              <a:ext uri="{FF2B5EF4-FFF2-40B4-BE49-F238E27FC236}">
                <a16:creationId xmlns:a16="http://schemas.microsoft.com/office/drawing/2014/main" id="{45925D0C-9DC3-E479-D8F5-6137602CA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995" y="1485777"/>
            <a:ext cx="3017520" cy="30175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E2A5095-8FEB-82AA-165D-472628D2FAE1}"/>
              </a:ext>
            </a:extLst>
          </p:cNvPr>
          <p:cNvSpPr txBox="1"/>
          <p:nvPr/>
        </p:nvSpPr>
        <p:spPr>
          <a:xfrm>
            <a:off x="5136204" y="1566153"/>
            <a:ext cx="264592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dk1"/>
                </a:solidFill>
                <a:latin typeface="Anaheim"/>
              </a:rPr>
              <a:t>1. e4 c5 2. Nf3 e6 3. d4 cxd4 4. Nxd4 Nf6 5. Bb5 a6 6. Ba4 Nxe4 7. Qe2 Nf6 8. O-O Be7 9. Bg5 O-O 10. Nc3 h6 11. Bh4 b5 12. Bb3 d5 13. Rfe1 Bb7 14. h3 Nc6 15. Nxc6 Bxc6 16. Rad1 Nd7 17. Bxe7 Qxe7 18. a4 Nc5 19. axb5 </a:t>
            </a:r>
            <a:r>
              <a:rPr lang="en-US" sz="1600" dirty="0" err="1">
                <a:solidFill>
                  <a:schemeClr val="dk1"/>
                </a:solidFill>
                <a:latin typeface="Anaheim"/>
              </a:rPr>
              <a:t>axb5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6B4C48-0E0B-A676-BFED-151F04505B82}"/>
              </a:ext>
            </a:extLst>
          </p:cNvPr>
          <p:cNvSpPr/>
          <p:nvPr/>
        </p:nvSpPr>
        <p:spPr>
          <a:xfrm>
            <a:off x="5624544" y="1624557"/>
            <a:ext cx="288892" cy="218531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hess board with chess pieces&#10;&#10;AI-generated content may be incorrect.">
            <a:extLst>
              <a:ext uri="{FF2B5EF4-FFF2-40B4-BE49-F238E27FC236}">
                <a16:creationId xmlns:a16="http://schemas.microsoft.com/office/drawing/2014/main" id="{3E0AD681-C6F8-0B99-D0E0-942C83CDFA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995" y="1484284"/>
            <a:ext cx="3017520" cy="301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42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A0A8D01A-328F-A3A4-7930-C84475E0E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3">
            <a:extLst>
              <a:ext uri="{FF2B5EF4-FFF2-40B4-BE49-F238E27FC236}">
                <a16:creationId xmlns:a16="http://schemas.microsoft.com/office/drawing/2014/main" id="{9F317679-34B4-1F47-2775-120328784D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8100" y="930075"/>
            <a:ext cx="6367800" cy="328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PIPELINE</a:t>
            </a:r>
            <a:endParaRPr dirty="0"/>
          </a:p>
        </p:txBody>
      </p:sp>
      <p:sp>
        <p:nvSpPr>
          <p:cNvPr id="542" name="Google Shape;542;p43">
            <a:extLst>
              <a:ext uri="{FF2B5EF4-FFF2-40B4-BE49-F238E27FC236}">
                <a16:creationId xmlns:a16="http://schemas.microsoft.com/office/drawing/2014/main" id="{37017727-D770-7CB5-F33A-D84071BA7949}"/>
              </a:ext>
            </a:extLst>
          </p:cNvPr>
          <p:cNvSpPr/>
          <p:nvPr/>
        </p:nvSpPr>
        <p:spPr>
          <a:xfrm rot="-5400000" flipH="1">
            <a:off x="7621801" y="1597685"/>
            <a:ext cx="1310058" cy="3320287"/>
          </a:xfrm>
          <a:custGeom>
            <a:avLst/>
            <a:gdLst/>
            <a:ahLst/>
            <a:cxnLst/>
            <a:rect l="l" t="t" r="r" b="b"/>
            <a:pathLst>
              <a:path w="16063" h="40711" extrusionOk="0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43">
            <a:extLst>
              <a:ext uri="{FF2B5EF4-FFF2-40B4-BE49-F238E27FC236}">
                <a16:creationId xmlns:a16="http://schemas.microsoft.com/office/drawing/2014/main" id="{05DCBB96-E217-01E2-3137-EF1498A554A7}"/>
              </a:ext>
            </a:extLst>
          </p:cNvPr>
          <p:cNvSpPr/>
          <p:nvPr/>
        </p:nvSpPr>
        <p:spPr>
          <a:xfrm rot="5400000">
            <a:off x="191680" y="1597685"/>
            <a:ext cx="1310058" cy="3320287"/>
          </a:xfrm>
          <a:custGeom>
            <a:avLst/>
            <a:gdLst/>
            <a:ahLst/>
            <a:cxnLst/>
            <a:rect l="l" t="t" r="r" b="b"/>
            <a:pathLst>
              <a:path w="16063" h="40711" extrusionOk="0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43">
            <a:extLst>
              <a:ext uri="{FF2B5EF4-FFF2-40B4-BE49-F238E27FC236}">
                <a16:creationId xmlns:a16="http://schemas.microsoft.com/office/drawing/2014/main" id="{39076D81-8129-FA70-56D0-7993AE656604}"/>
              </a:ext>
            </a:extLst>
          </p:cNvPr>
          <p:cNvSpPr/>
          <p:nvPr/>
        </p:nvSpPr>
        <p:spPr>
          <a:xfrm>
            <a:off x="720001" y="1256374"/>
            <a:ext cx="884812" cy="1310042"/>
          </a:xfrm>
          <a:custGeom>
            <a:avLst/>
            <a:gdLst/>
            <a:ahLst/>
            <a:cxnLst/>
            <a:rect l="l" t="t" r="r" b="b"/>
            <a:pathLst>
              <a:path w="9331" h="13815" extrusionOk="0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43">
            <a:extLst>
              <a:ext uri="{FF2B5EF4-FFF2-40B4-BE49-F238E27FC236}">
                <a16:creationId xmlns:a16="http://schemas.microsoft.com/office/drawing/2014/main" id="{CBFD09C6-774F-958B-26CC-0F011BDFF063}"/>
              </a:ext>
            </a:extLst>
          </p:cNvPr>
          <p:cNvSpPr/>
          <p:nvPr/>
        </p:nvSpPr>
        <p:spPr>
          <a:xfrm rot="10800000">
            <a:off x="7539176" y="1256374"/>
            <a:ext cx="884812" cy="1310042"/>
          </a:xfrm>
          <a:custGeom>
            <a:avLst/>
            <a:gdLst/>
            <a:ahLst/>
            <a:cxnLst/>
            <a:rect l="l" t="t" r="r" b="b"/>
            <a:pathLst>
              <a:path w="9331" h="13815" extrusionOk="0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43">
            <a:extLst>
              <a:ext uri="{FF2B5EF4-FFF2-40B4-BE49-F238E27FC236}">
                <a16:creationId xmlns:a16="http://schemas.microsoft.com/office/drawing/2014/main" id="{C94103E1-7A01-DF13-5F1C-15FFF5705956}"/>
              </a:ext>
            </a:extLst>
          </p:cNvPr>
          <p:cNvSpPr/>
          <p:nvPr/>
        </p:nvSpPr>
        <p:spPr>
          <a:xfrm>
            <a:off x="3812225" y="743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43">
            <a:extLst>
              <a:ext uri="{FF2B5EF4-FFF2-40B4-BE49-F238E27FC236}">
                <a16:creationId xmlns:a16="http://schemas.microsoft.com/office/drawing/2014/main" id="{C07E26C2-04CC-93B8-5E06-B335C02C7261}"/>
              </a:ext>
            </a:extLst>
          </p:cNvPr>
          <p:cNvSpPr/>
          <p:nvPr/>
        </p:nvSpPr>
        <p:spPr>
          <a:xfrm>
            <a:off x="4482425" y="743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43">
            <a:extLst>
              <a:ext uri="{FF2B5EF4-FFF2-40B4-BE49-F238E27FC236}">
                <a16:creationId xmlns:a16="http://schemas.microsoft.com/office/drawing/2014/main" id="{18A870CF-E42E-4B93-66B3-5550DCE802BA}"/>
              </a:ext>
            </a:extLst>
          </p:cNvPr>
          <p:cNvSpPr/>
          <p:nvPr/>
        </p:nvSpPr>
        <p:spPr>
          <a:xfrm>
            <a:off x="5152625" y="743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43">
            <a:extLst>
              <a:ext uri="{FF2B5EF4-FFF2-40B4-BE49-F238E27FC236}">
                <a16:creationId xmlns:a16="http://schemas.microsoft.com/office/drawing/2014/main" id="{F2DBF59D-CD39-0A32-FA4F-CE719D01EF3D}"/>
              </a:ext>
            </a:extLst>
          </p:cNvPr>
          <p:cNvSpPr/>
          <p:nvPr/>
        </p:nvSpPr>
        <p:spPr>
          <a:xfrm>
            <a:off x="3812225" y="4220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43">
            <a:extLst>
              <a:ext uri="{FF2B5EF4-FFF2-40B4-BE49-F238E27FC236}">
                <a16:creationId xmlns:a16="http://schemas.microsoft.com/office/drawing/2014/main" id="{3CE5AFDC-DB79-17FF-BCE4-3E0DDECD1CF5}"/>
              </a:ext>
            </a:extLst>
          </p:cNvPr>
          <p:cNvSpPr/>
          <p:nvPr/>
        </p:nvSpPr>
        <p:spPr>
          <a:xfrm>
            <a:off x="4482425" y="4220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43">
            <a:extLst>
              <a:ext uri="{FF2B5EF4-FFF2-40B4-BE49-F238E27FC236}">
                <a16:creationId xmlns:a16="http://schemas.microsoft.com/office/drawing/2014/main" id="{349ACF49-B7BA-1C5E-26A8-240EEA7955DA}"/>
              </a:ext>
            </a:extLst>
          </p:cNvPr>
          <p:cNvSpPr/>
          <p:nvPr/>
        </p:nvSpPr>
        <p:spPr>
          <a:xfrm>
            <a:off x="5152625" y="4220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56981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4">
          <a:extLst>
            <a:ext uri="{FF2B5EF4-FFF2-40B4-BE49-F238E27FC236}">
              <a16:creationId xmlns:a16="http://schemas.microsoft.com/office/drawing/2014/main" id="{1109231D-084C-0BF9-6E2E-F190B6B61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60">
            <a:extLst>
              <a:ext uri="{FF2B5EF4-FFF2-40B4-BE49-F238E27FC236}">
                <a16:creationId xmlns:a16="http://schemas.microsoft.com/office/drawing/2014/main" id="{EE957637-BDB0-6439-5AF0-339D1A459B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PIPELINE</a:t>
            </a:r>
            <a:endParaRPr dirty="0"/>
          </a:p>
        </p:txBody>
      </p:sp>
      <p:grpSp>
        <p:nvGrpSpPr>
          <p:cNvPr id="1186" name="Google Shape;1186;p60">
            <a:extLst>
              <a:ext uri="{FF2B5EF4-FFF2-40B4-BE49-F238E27FC236}">
                <a16:creationId xmlns:a16="http://schemas.microsoft.com/office/drawing/2014/main" id="{13DE0A48-5332-A55D-D09E-900112209879}"/>
              </a:ext>
            </a:extLst>
          </p:cNvPr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1187" name="Google Shape;1187;p60">
              <a:extLst>
                <a:ext uri="{FF2B5EF4-FFF2-40B4-BE49-F238E27FC236}">
                  <a16:creationId xmlns:a16="http://schemas.microsoft.com/office/drawing/2014/main" id="{68605613-0D51-DE67-3E8A-D38284D7CCCC}"/>
                </a:ext>
              </a:extLst>
            </p:cNvPr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60">
              <a:extLst>
                <a:ext uri="{FF2B5EF4-FFF2-40B4-BE49-F238E27FC236}">
                  <a16:creationId xmlns:a16="http://schemas.microsoft.com/office/drawing/2014/main" id="{92A00F78-6A75-822E-5747-384196C68856}"/>
                </a:ext>
              </a:extLst>
            </p:cNvPr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89" name="Google Shape;1189;p60">
            <a:extLst>
              <a:ext uri="{FF2B5EF4-FFF2-40B4-BE49-F238E27FC236}">
                <a16:creationId xmlns:a16="http://schemas.microsoft.com/office/drawing/2014/main" id="{EB28975F-9192-F099-4488-DBDBDBC68DE9}"/>
              </a:ext>
            </a:extLst>
          </p:cNvPr>
          <p:cNvSpPr/>
          <p:nvPr/>
        </p:nvSpPr>
        <p:spPr>
          <a:xfrm>
            <a:off x="1080313" y="1706625"/>
            <a:ext cx="984000" cy="98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0" name="Google Shape;1190;p60">
            <a:extLst>
              <a:ext uri="{FF2B5EF4-FFF2-40B4-BE49-F238E27FC236}">
                <a16:creationId xmlns:a16="http://schemas.microsoft.com/office/drawing/2014/main" id="{6E8CF44E-F588-0A3D-2965-A460F2D155C5}"/>
              </a:ext>
            </a:extLst>
          </p:cNvPr>
          <p:cNvSpPr/>
          <p:nvPr/>
        </p:nvSpPr>
        <p:spPr>
          <a:xfrm>
            <a:off x="5079891" y="1706625"/>
            <a:ext cx="984000" cy="98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1" name="Google Shape;1191;p60">
            <a:extLst>
              <a:ext uri="{FF2B5EF4-FFF2-40B4-BE49-F238E27FC236}">
                <a16:creationId xmlns:a16="http://schemas.microsoft.com/office/drawing/2014/main" id="{BBC318C1-A55D-B764-2050-F42925253DF6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719591" y="3641400"/>
            <a:ext cx="17046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Parsed game data in relational format (SQLite)</a:t>
            </a:r>
          </a:p>
        </p:txBody>
      </p:sp>
      <p:sp>
        <p:nvSpPr>
          <p:cNvPr id="1192" name="Google Shape;1192;p60">
            <a:extLst>
              <a:ext uri="{FF2B5EF4-FFF2-40B4-BE49-F238E27FC236}">
                <a16:creationId xmlns:a16="http://schemas.microsoft.com/office/drawing/2014/main" id="{C643621A-B3DF-4F0A-471C-FCF001448416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719583" y="3177350"/>
            <a:ext cx="1704600" cy="5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Oranienbaum"/>
                <a:ea typeface="Oranienbaum"/>
                <a:cs typeface="Oranienbaum"/>
                <a:sym typeface="Oranienbaum"/>
              </a:rPr>
              <a:t>SILVER</a:t>
            </a:r>
            <a:endParaRPr sz="2800" b="1" dirty="0"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1193" name="Google Shape;1193;p60">
            <a:extLst>
              <a:ext uri="{FF2B5EF4-FFF2-40B4-BE49-F238E27FC236}">
                <a16:creationId xmlns:a16="http://schemas.microsoft.com/office/drawing/2014/main" id="{0945A5F2-D207-2C3E-F3B5-2AC505CE905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33" y="3641400"/>
            <a:ext cx="17046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Compressed </a:t>
            </a:r>
            <a:r>
              <a:rPr lang="en" b="1" dirty="0"/>
              <a:t>.zst </a:t>
            </a:r>
            <a:r>
              <a:rPr lang="en" dirty="0"/>
              <a:t>file from Lichess Open Database</a:t>
            </a:r>
            <a:endParaRPr dirty="0"/>
          </a:p>
        </p:txBody>
      </p:sp>
      <p:sp>
        <p:nvSpPr>
          <p:cNvPr id="1194" name="Google Shape;1194;p60">
            <a:extLst>
              <a:ext uri="{FF2B5EF4-FFF2-40B4-BE49-F238E27FC236}">
                <a16:creationId xmlns:a16="http://schemas.microsoft.com/office/drawing/2014/main" id="{251CCB4F-3B6B-AE51-ABE0-17EDEE9B4F2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00" y="3177350"/>
            <a:ext cx="1704600" cy="5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Oranienbaum"/>
                <a:ea typeface="Oranienbaum"/>
                <a:cs typeface="Oranienbaum"/>
                <a:sym typeface="Oranienbaum"/>
              </a:rPr>
              <a:t>SOURCE</a:t>
            </a:r>
            <a:endParaRPr sz="2800" b="1" dirty="0"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1195" name="Google Shape;1195;p60">
            <a:extLst>
              <a:ext uri="{FF2B5EF4-FFF2-40B4-BE49-F238E27FC236}">
                <a16:creationId xmlns:a16="http://schemas.microsoft.com/office/drawing/2014/main" id="{4EA9C2A9-079F-F6CA-BCF6-0D04054310B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2719791" y="2119550"/>
            <a:ext cx="17046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Raw unstructured Data </a:t>
            </a:r>
            <a:r>
              <a:rPr lang="en" b="1" dirty="0"/>
              <a:t>.pgn </a:t>
            </a:r>
            <a:r>
              <a:rPr lang="en" dirty="0"/>
              <a:t>file</a:t>
            </a:r>
            <a:endParaRPr dirty="0"/>
          </a:p>
        </p:txBody>
      </p:sp>
      <p:sp>
        <p:nvSpPr>
          <p:cNvPr id="1196" name="Google Shape;1196;p60">
            <a:extLst>
              <a:ext uri="{FF2B5EF4-FFF2-40B4-BE49-F238E27FC236}">
                <a16:creationId xmlns:a16="http://schemas.microsoft.com/office/drawing/2014/main" id="{79B63656-C891-3076-29B6-21BBFBA1865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2719792" y="1655500"/>
            <a:ext cx="1704600" cy="5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Oranienbaum"/>
                <a:ea typeface="Oranienbaum"/>
                <a:cs typeface="Oranienbaum"/>
                <a:sym typeface="Oranienbaum"/>
              </a:rPr>
              <a:t>BRONZE</a:t>
            </a:r>
            <a:endParaRPr sz="2800" b="1" dirty="0"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1197" name="Google Shape;1197;p60">
            <a:extLst>
              <a:ext uri="{FF2B5EF4-FFF2-40B4-BE49-F238E27FC236}">
                <a16:creationId xmlns:a16="http://schemas.microsoft.com/office/drawing/2014/main" id="{DA0421A3-545C-85B2-FF53-5CA6AD7D8F59}"/>
              </a:ext>
            </a:extLst>
          </p:cNvPr>
          <p:cNvSpPr/>
          <p:nvPr/>
        </p:nvSpPr>
        <p:spPr>
          <a:xfrm>
            <a:off x="3080091" y="3279600"/>
            <a:ext cx="984000" cy="98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8" name="Google Shape;1198;p60">
            <a:extLst>
              <a:ext uri="{FF2B5EF4-FFF2-40B4-BE49-F238E27FC236}">
                <a16:creationId xmlns:a16="http://schemas.microsoft.com/office/drawing/2014/main" id="{1F4520BA-C53E-AB77-7929-9A4E904A8E3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719408" y="2119550"/>
            <a:ext cx="17046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Aggregated metrics &amp; ML features.</a:t>
            </a:r>
            <a:endParaRPr dirty="0"/>
          </a:p>
        </p:txBody>
      </p:sp>
      <p:sp>
        <p:nvSpPr>
          <p:cNvPr id="1199" name="Google Shape;1199;p60">
            <a:extLst>
              <a:ext uri="{FF2B5EF4-FFF2-40B4-BE49-F238E27FC236}">
                <a16:creationId xmlns:a16="http://schemas.microsoft.com/office/drawing/2014/main" id="{9BABF04B-D296-A6A7-AAA1-2702B18490E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719375" y="1655500"/>
            <a:ext cx="1704600" cy="5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Oranienbaum"/>
                <a:ea typeface="Oranienbaum"/>
                <a:cs typeface="Oranienbaum"/>
                <a:sym typeface="Oranienbaum"/>
              </a:rPr>
              <a:t>GOLD</a:t>
            </a:r>
            <a:endParaRPr sz="2800" b="1" dirty="0"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1200" name="Google Shape;1200;p60">
            <a:extLst>
              <a:ext uri="{FF2B5EF4-FFF2-40B4-BE49-F238E27FC236}">
                <a16:creationId xmlns:a16="http://schemas.microsoft.com/office/drawing/2014/main" id="{31CB3A29-CF86-A324-DA94-993D50F6BE05}"/>
              </a:ext>
            </a:extLst>
          </p:cNvPr>
          <p:cNvSpPr/>
          <p:nvPr/>
        </p:nvSpPr>
        <p:spPr>
          <a:xfrm>
            <a:off x="7079663" y="3279600"/>
            <a:ext cx="984000" cy="98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07" name="Google Shape;1207;p60">
            <a:extLst>
              <a:ext uri="{FF2B5EF4-FFF2-40B4-BE49-F238E27FC236}">
                <a16:creationId xmlns:a16="http://schemas.microsoft.com/office/drawing/2014/main" id="{C2D532B1-966D-F3C1-8662-A5421FF3836A}"/>
              </a:ext>
            </a:extLst>
          </p:cNvPr>
          <p:cNvCxnSpPr>
            <a:cxnSpLocks/>
            <a:stCxn id="13" idx="2"/>
            <a:endCxn id="1197" idx="1"/>
          </p:cNvCxnSpPr>
          <p:nvPr/>
        </p:nvCxnSpPr>
        <p:spPr>
          <a:xfrm rot="16200000" flipH="1">
            <a:off x="2439147" y="3130655"/>
            <a:ext cx="727791" cy="554098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8" name="Google Shape;1208;p60">
            <a:extLst>
              <a:ext uri="{FF2B5EF4-FFF2-40B4-BE49-F238E27FC236}">
                <a16:creationId xmlns:a16="http://schemas.microsoft.com/office/drawing/2014/main" id="{F6E7905F-0C1E-FC0B-07EA-12685A9CED27}"/>
              </a:ext>
            </a:extLst>
          </p:cNvPr>
          <p:cNvCxnSpPr>
            <a:cxnSpLocks/>
            <a:stCxn id="1197" idx="3"/>
            <a:endCxn id="32" idx="2"/>
          </p:cNvCxnSpPr>
          <p:nvPr/>
        </p:nvCxnSpPr>
        <p:spPr>
          <a:xfrm flipV="1">
            <a:off x="4064091" y="3043809"/>
            <a:ext cx="507909" cy="727791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9" name="Google Shape;1209;p60">
            <a:extLst>
              <a:ext uri="{FF2B5EF4-FFF2-40B4-BE49-F238E27FC236}">
                <a16:creationId xmlns:a16="http://schemas.microsoft.com/office/drawing/2014/main" id="{F4B42846-90A6-796F-CA2E-2C0C9AD77DCD}"/>
              </a:ext>
            </a:extLst>
          </p:cNvPr>
          <p:cNvCxnSpPr>
            <a:cxnSpLocks/>
            <a:stCxn id="43" idx="2"/>
            <a:endCxn id="1200" idx="1"/>
          </p:cNvCxnSpPr>
          <p:nvPr/>
        </p:nvCxnSpPr>
        <p:spPr>
          <a:xfrm rot="16200000" flipH="1">
            <a:off x="6484939" y="3176876"/>
            <a:ext cx="727792" cy="461655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B07D1D7D-B592-6531-0CAA-522C132124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30366" y="1939723"/>
            <a:ext cx="485775" cy="4857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45D680-20EA-298B-617C-75B8B1B5A128}"/>
              </a:ext>
            </a:extLst>
          </p:cNvPr>
          <p:cNvSpPr txBox="1"/>
          <p:nvPr/>
        </p:nvSpPr>
        <p:spPr>
          <a:xfrm>
            <a:off x="2064309" y="2766810"/>
            <a:ext cx="9233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dk1"/>
              </a:buClr>
              <a:buSzPts val="1600"/>
            </a:pPr>
            <a:r>
              <a:rPr lang="en-US" sz="1200" dirty="0">
                <a:solidFill>
                  <a:schemeClr val="dk1"/>
                </a:solidFill>
                <a:latin typeface="Anaheim"/>
                <a:sym typeface="Anaheim"/>
              </a:rPr>
              <a:t>Extract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90C16852-AA82-2DE7-F558-5DEC9813E20F}"/>
              </a:ext>
            </a:extLst>
          </p:cNvPr>
          <p:cNvCxnSpPr>
            <a:cxnSpLocks/>
            <a:stCxn id="1189" idx="3"/>
            <a:endCxn id="13" idx="0"/>
          </p:cNvCxnSpPr>
          <p:nvPr/>
        </p:nvCxnSpPr>
        <p:spPr>
          <a:xfrm>
            <a:off x="2064313" y="2198625"/>
            <a:ext cx="461680" cy="568185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Google Shape;1453;p68">
            <a:extLst>
              <a:ext uri="{FF2B5EF4-FFF2-40B4-BE49-F238E27FC236}">
                <a16:creationId xmlns:a16="http://schemas.microsoft.com/office/drawing/2014/main" id="{83985408-AD17-5954-8C6C-0FA8AF91518F}"/>
              </a:ext>
            </a:extLst>
          </p:cNvPr>
          <p:cNvSpPr>
            <a:spLocks noChangeAspect="1"/>
          </p:cNvSpPr>
          <p:nvPr/>
        </p:nvSpPr>
        <p:spPr>
          <a:xfrm>
            <a:off x="3386604" y="3523121"/>
            <a:ext cx="376883" cy="485316"/>
          </a:xfrm>
          <a:custGeom>
            <a:avLst/>
            <a:gdLst/>
            <a:ahLst/>
            <a:cxnLst/>
            <a:rect l="l" t="t" r="r" b="b"/>
            <a:pathLst>
              <a:path w="26298" h="33864" extrusionOk="0">
                <a:moveTo>
                  <a:pt x="6621" y="0"/>
                </a:moveTo>
                <a:cubicBezTo>
                  <a:pt x="6548" y="0"/>
                  <a:pt x="6468" y="31"/>
                  <a:pt x="6398" y="101"/>
                </a:cubicBezTo>
                <a:cubicBezTo>
                  <a:pt x="5445" y="1151"/>
                  <a:pt x="6495" y="2035"/>
                  <a:pt x="6840" y="3058"/>
                </a:cubicBezTo>
                <a:cubicBezTo>
                  <a:pt x="4754" y="3983"/>
                  <a:pt x="3164" y="5822"/>
                  <a:pt x="1976" y="7715"/>
                </a:cubicBezTo>
                <a:cubicBezTo>
                  <a:pt x="1244" y="8890"/>
                  <a:pt x="608" y="10189"/>
                  <a:pt x="345" y="11571"/>
                </a:cubicBezTo>
                <a:cubicBezTo>
                  <a:pt x="0" y="13367"/>
                  <a:pt x="262" y="15219"/>
                  <a:pt x="566" y="17001"/>
                </a:cubicBezTo>
                <a:cubicBezTo>
                  <a:pt x="857" y="18646"/>
                  <a:pt x="1520" y="20042"/>
                  <a:pt x="2252" y="21521"/>
                </a:cubicBezTo>
                <a:cubicBezTo>
                  <a:pt x="2694" y="22391"/>
                  <a:pt x="2985" y="23262"/>
                  <a:pt x="3219" y="24202"/>
                </a:cubicBezTo>
                <a:cubicBezTo>
                  <a:pt x="3496" y="25265"/>
                  <a:pt x="3731" y="26343"/>
                  <a:pt x="3925" y="27421"/>
                </a:cubicBezTo>
                <a:cubicBezTo>
                  <a:pt x="4021" y="27988"/>
                  <a:pt x="4242" y="28762"/>
                  <a:pt x="4187" y="29398"/>
                </a:cubicBezTo>
                <a:cubicBezTo>
                  <a:pt x="4047" y="29367"/>
                  <a:pt x="3911" y="29353"/>
                  <a:pt x="3779" y="29353"/>
                </a:cubicBezTo>
                <a:cubicBezTo>
                  <a:pt x="2364" y="29353"/>
                  <a:pt x="1406" y="31020"/>
                  <a:pt x="1962" y="32411"/>
                </a:cubicBezTo>
                <a:cubicBezTo>
                  <a:pt x="2405" y="33502"/>
                  <a:pt x="4201" y="33599"/>
                  <a:pt x="5169" y="33695"/>
                </a:cubicBezTo>
                <a:cubicBezTo>
                  <a:pt x="6328" y="33811"/>
                  <a:pt x="8861" y="33863"/>
                  <a:pt x="11674" y="33863"/>
                </a:cubicBezTo>
                <a:cubicBezTo>
                  <a:pt x="15933" y="33863"/>
                  <a:pt x="20833" y="33744"/>
                  <a:pt x="22581" y="33544"/>
                </a:cubicBezTo>
                <a:cubicBezTo>
                  <a:pt x="23548" y="33433"/>
                  <a:pt x="25345" y="33295"/>
                  <a:pt x="25760" y="32203"/>
                </a:cubicBezTo>
                <a:cubicBezTo>
                  <a:pt x="26298" y="30819"/>
                  <a:pt x="25327" y="29187"/>
                  <a:pt x="23939" y="29187"/>
                </a:cubicBezTo>
                <a:cubicBezTo>
                  <a:pt x="23829" y="29187"/>
                  <a:pt x="23718" y="29197"/>
                  <a:pt x="23604" y="29218"/>
                </a:cubicBezTo>
                <a:cubicBezTo>
                  <a:pt x="23811" y="26026"/>
                  <a:pt x="21765" y="23621"/>
                  <a:pt x="19403" y="21700"/>
                </a:cubicBezTo>
                <a:cubicBezTo>
                  <a:pt x="18048" y="20594"/>
                  <a:pt x="16528" y="19682"/>
                  <a:pt x="15395" y="18328"/>
                </a:cubicBezTo>
                <a:cubicBezTo>
                  <a:pt x="14800" y="17596"/>
                  <a:pt x="14386" y="16753"/>
                  <a:pt x="13943" y="15938"/>
                </a:cubicBezTo>
                <a:cubicBezTo>
                  <a:pt x="13571" y="15247"/>
                  <a:pt x="13114" y="14514"/>
                  <a:pt x="13031" y="13727"/>
                </a:cubicBezTo>
                <a:lnTo>
                  <a:pt x="13031" y="13727"/>
                </a:lnTo>
                <a:cubicBezTo>
                  <a:pt x="13318" y="13782"/>
                  <a:pt x="13612" y="13806"/>
                  <a:pt x="13909" y="13806"/>
                </a:cubicBezTo>
                <a:cubicBezTo>
                  <a:pt x="14712" y="13806"/>
                  <a:pt x="15536" y="13632"/>
                  <a:pt x="16293" y="13450"/>
                </a:cubicBezTo>
                <a:cubicBezTo>
                  <a:pt x="16556" y="13712"/>
                  <a:pt x="16790" y="14016"/>
                  <a:pt x="17067" y="14279"/>
                </a:cubicBezTo>
                <a:cubicBezTo>
                  <a:pt x="17454" y="14639"/>
                  <a:pt x="17868" y="14970"/>
                  <a:pt x="18310" y="15288"/>
                </a:cubicBezTo>
                <a:cubicBezTo>
                  <a:pt x="18764" y="15620"/>
                  <a:pt x="19231" y="15843"/>
                  <a:pt x="19746" y="15843"/>
                </a:cubicBezTo>
                <a:cubicBezTo>
                  <a:pt x="19938" y="15843"/>
                  <a:pt x="20136" y="15812"/>
                  <a:pt x="20342" y="15744"/>
                </a:cubicBezTo>
                <a:cubicBezTo>
                  <a:pt x="21544" y="15385"/>
                  <a:pt x="22471" y="14058"/>
                  <a:pt x="23023" y="13008"/>
                </a:cubicBezTo>
                <a:cubicBezTo>
                  <a:pt x="23037" y="12980"/>
                  <a:pt x="23037" y="12966"/>
                  <a:pt x="23051" y="12938"/>
                </a:cubicBezTo>
                <a:cubicBezTo>
                  <a:pt x="23355" y="11833"/>
                  <a:pt x="22443" y="10935"/>
                  <a:pt x="21710" y="10257"/>
                </a:cubicBezTo>
                <a:cubicBezTo>
                  <a:pt x="20536" y="9194"/>
                  <a:pt x="19333" y="8171"/>
                  <a:pt x="18172" y="7121"/>
                </a:cubicBezTo>
                <a:cubicBezTo>
                  <a:pt x="17094" y="6126"/>
                  <a:pt x="16031" y="5089"/>
                  <a:pt x="14842" y="4204"/>
                </a:cubicBezTo>
                <a:cubicBezTo>
                  <a:pt x="13986" y="3571"/>
                  <a:pt x="12991" y="3077"/>
                  <a:pt x="11940" y="3077"/>
                </a:cubicBezTo>
                <a:cubicBezTo>
                  <a:pt x="11753" y="3077"/>
                  <a:pt x="11564" y="3093"/>
                  <a:pt x="11373" y="3126"/>
                </a:cubicBezTo>
                <a:cubicBezTo>
                  <a:pt x="10005" y="1869"/>
                  <a:pt x="8664" y="73"/>
                  <a:pt x="6661" y="3"/>
                </a:cubicBezTo>
                <a:cubicBezTo>
                  <a:pt x="6648" y="1"/>
                  <a:pt x="6635" y="0"/>
                  <a:pt x="6621" y="0"/>
                </a:cubicBezTo>
                <a:close/>
              </a:path>
            </a:pathLst>
          </a:custGeom>
          <a:solidFill>
            <a:srgbClr val="F7F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86FFBB-10EA-CDCA-814B-A72113FA80C6}"/>
              </a:ext>
            </a:extLst>
          </p:cNvPr>
          <p:cNvSpPr txBox="1"/>
          <p:nvPr/>
        </p:nvSpPr>
        <p:spPr>
          <a:xfrm>
            <a:off x="4110316" y="2766810"/>
            <a:ext cx="9233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dk1"/>
              </a:buClr>
              <a:buSzPts val="1600"/>
            </a:pPr>
            <a:r>
              <a:rPr lang="en-US" sz="1200" dirty="0">
                <a:solidFill>
                  <a:schemeClr val="dk1"/>
                </a:solidFill>
                <a:latin typeface="Anaheim"/>
                <a:sym typeface="Anaheim"/>
              </a:rPr>
              <a:t>Transform</a:t>
            </a:r>
          </a:p>
        </p:txBody>
      </p:sp>
      <p:cxnSp>
        <p:nvCxnSpPr>
          <p:cNvPr id="33" name="Google Shape;1207;p60">
            <a:extLst>
              <a:ext uri="{FF2B5EF4-FFF2-40B4-BE49-F238E27FC236}">
                <a16:creationId xmlns:a16="http://schemas.microsoft.com/office/drawing/2014/main" id="{3A04C1EF-2075-0820-C49A-83EA461D42B8}"/>
              </a:ext>
            </a:extLst>
          </p:cNvPr>
          <p:cNvCxnSpPr>
            <a:cxnSpLocks/>
            <a:stCxn id="1190" idx="1"/>
            <a:endCxn id="32" idx="0"/>
          </p:cNvCxnSpPr>
          <p:nvPr/>
        </p:nvCxnSpPr>
        <p:spPr>
          <a:xfrm rot="10800000" flipV="1">
            <a:off x="4572001" y="2198624"/>
            <a:ext cx="507891" cy="568185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2" name="Graphic 41">
            <a:extLst>
              <a:ext uri="{FF2B5EF4-FFF2-40B4-BE49-F238E27FC236}">
                <a16:creationId xmlns:a16="http://schemas.microsoft.com/office/drawing/2014/main" id="{EBD79BAE-9333-A6FA-4B14-BE34E71845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48214" y="1937818"/>
            <a:ext cx="487680" cy="48768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65073E9A-6D3C-836D-A7FB-DCA7CD44D291}"/>
              </a:ext>
            </a:extLst>
          </p:cNvPr>
          <p:cNvSpPr txBox="1"/>
          <p:nvPr/>
        </p:nvSpPr>
        <p:spPr>
          <a:xfrm>
            <a:off x="6156324" y="2766809"/>
            <a:ext cx="9233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dk1"/>
              </a:buClr>
              <a:buSzPts val="1600"/>
            </a:pPr>
            <a:r>
              <a:rPr lang="en-US" sz="1200" dirty="0">
                <a:solidFill>
                  <a:schemeClr val="dk1"/>
                </a:solidFill>
                <a:latin typeface="Anaheim"/>
                <a:sym typeface="Anaheim"/>
              </a:rPr>
              <a:t>Load</a:t>
            </a:r>
          </a:p>
        </p:txBody>
      </p:sp>
      <p:cxnSp>
        <p:nvCxnSpPr>
          <p:cNvPr id="48" name="Google Shape;1209;p60">
            <a:extLst>
              <a:ext uri="{FF2B5EF4-FFF2-40B4-BE49-F238E27FC236}">
                <a16:creationId xmlns:a16="http://schemas.microsoft.com/office/drawing/2014/main" id="{4811211A-57B2-3436-5CA6-D37E991E78F2}"/>
              </a:ext>
            </a:extLst>
          </p:cNvPr>
          <p:cNvCxnSpPr>
            <a:cxnSpLocks/>
            <a:stCxn id="1190" idx="3"/>
            <a:endCxn id="43" idx="0"/>
          </p:cNvCxnSpPr>
          <p:nvPr/>
        </p:nvCxnSpPr>
        <p:spPr>
          <a:xfrm>
            <a:off x="6063891" y="2198625"/>
            <a:ext cx="554117" cy="568184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8" name="Google Shape;7048;p82">
            <a:extLst>
              <a:ext uri="{FF2B5EF4-FFF2-40B4-BE49-F238E27FC236}">
                <a16:creationId xmlns:a16="http://schemas.microsoft.com/office/drawing/2014/main" id="{AD86A6BF-B57B-4A6D-DCDD-0D2084A9AE2B}"/>
              </a:ext>
            </a:extLst>
          </p:cNvPr>
          <p:cNvGrpSpPr>
            <a:grpSpLocks noChangeAspect="1"/>
          </p:cNvGrpSpPr>
          <p:nvPr/>
        </p:nvGrpSpPr>
        <p:grpSpPr>
          <a:xfrm>
            <a:off x="7329288" y="3523121"/>
            <a:ext cx="484750" cy="485976"/>
            <a:chOff x="-61783350" y="3743950"/>
            <a:chExt cx="316650" cy="317450"/>
          </a:xfrm>
          <a:solidFill>
            <a:srgbClr val="F7F0E0"/>
          </a:solidFill>
        </p:grpSpPr>
        <p:sp>
          <p:nvSpPr>
            <p:cNvPr id="59" name="Google Shape;7049;p82">
              <a:extLst>
                <a:ext uri="{FF2B5EF4-FFF2-40B4-BE49-F238E27FC236}">
                  <a16:creationId xmlns:a16="http://schemas.microsoft.com/office/drawing/2014/main" id="{94108099-25F6-ED8C-AAA4-00AC51B3B52F}"/>
                </a:ext>
              </a:extLst>
            </p:cNvPr>
            <p:cNvSpPr/>
            <p:nvPr/>
          </p:nvSpPr>
          <p:spPr>
            <a:xfrm>
              <a:off x="-61783350" y="3743950"/>
              <a:ext cx="316650" cy="317450"/>
            </a:xfrm>
            <a:custGeom>
              <a:avLst/>
              <a:gdLst/>
              <a:ahLst/>
              <a:cxnLst/>
              <a:rect l="l" t="t" r="r" b="b"/>
              <a:pathLst>
                <a:path w="12666" h="12698" extrusionOk="0">
                  <a:moveTo>
                    <a:pt x="379" y="1"/>
                  </a:moveTo>
                  <a:cubicBezTo>
                    <a:pt x="158" y="1"/>
                    <a:pt x="1" y="190"/>
                    <a:pt x="1" y="410"/>
                  </a:cubicBezTo>
                  <a:lnTo>
                    <a:pt x="1" y="12256"/>
                  </a:lnTo>
                  <a:cubicBezTo>
                    <a:pt x="1" y="12508"/>
                    <a:pt x="190" y="12697"/>
                    <a:pt x="379" y="12697"/>
                  </a:cubicBezTo>
                  <a:lnTo>
                    <a:pt x="12256" y="12697"/>
                  </a:lnTo>
                  <a:cubicBezTo>
                    <a:pt x="12477" y="12697"/>
                    <a:pt x="12666" y="12508"/>
                    <a:pt x="12666" y="12256"/>
                  </a:cubicBezTo>
                  <a:cubicBezTo>
                    <a:pt x="12634" y="12067"/>
                    <a:pt x="12477" y="11878"/>
                    <a:pt x="12256" y="11878"/>
                  </a:cubicBezTo>
                  <a:lnTo>
                    <a:pt x="820" y="11878"/>
                  </a:lnTo>
                  <a:lnTo>
                    <a:pt x="820" y="410"/>
                  </a:lnTo>
                  <a:cubicBezTo>
                    <a:pt x="820" y="158"/>
                    <a:pt x="631" y="1"/>
                    <a:pt x="3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7050;p82">
              <a:extLst>
                <a:ext uri="{FF2B5EF4-FFF2-40B4-BE49-F238E27FC236}">
                  <a16:creationId xmlns:a16="http://schemas.microsoft.com/office/drawing/2014/main" id="{13601911-A64A-3F1C-251B-0A03296CC9A1}"/>
                </a:ext>
              </a:extLst>
            </p:cNvPr>
            <p:cNvSpPr/>
            <p:nvPr/>
          </p:nvSpPr>
          <p:spPr>
            <a:xfrm>
              <a:off x="-61739225" y="3833750"/>
              <a:ext cx="272525" cy="149675"/>
            </a:xfrm>
            <a:custGeom>
              <a:avLst/>
              <a:gdLst/>
              <a:ahLst/>
              <a:cxnLst/>
              <a:rect l="l" t="t" r="r" b="b"/>
              <a:pathLst>
                <a:path w="10901" h="5987" extrusionOk="0">
                  <a:moveTo>
                    <a:pt x="9641" y="0"/>
                  </a:moveTo>
                  <a:cubicBezTo>
                    <a:pt x="8979" y="0"/>
                    <a:pt x="8444" y="536"/>
                    <a:pt x="8444" y="1229"/>
                  </a:cubicBezTo>
                  <a:cubicBezTo>
                    <a:pt x="8444" y="1418"/>
                    <a:pt x="8475" y="1575"/>
                    <a:pt x="8538" y="1733"/>
                  </a:cubicBezTo>
                  <a:lnTo>
                    <a:pt x="6900" y="3403"/>
                  </a:lnTo>
                  <a:cubicBezTo>
                    <a:pt x="6742" y="3308"/>
                    <a:pt x="6553" y="3277"/>
                    <a:pt x="6396" y="3277"/>
                  </a:cubicBezTo>
                  <a:cubicBezTo>
                    <a:pt x="6238" y="3277"/>
                    <a:pt x="6018" y="3308"/>
                    <a:pt x="5860" y="3403"/>
                  </a:cubicBezTo>
                  <a:lnTo>
                    <a:pt x="5041" y="2552"/>
                  </a:lnTo>
                  <a:cubicBezTo>
                    <a:pt x="5136" y="2395"/>
                    <a:pt x="5167" y="2206"/>
                    <a:pt x="5167" y="2048"/>
                  </a:cubicBezTo>
                  <a:cubicBezTo>
                    <a:pt x="5167" y="1386"/>
                    <a:pt x="4600" y="819"/>
                    <a:pt x="3938" y="819"/>
                  </a:cubicBezTo>
                  <a:cubicBezTo>
                    <a:pt x="3277" y="819"/>
                    <a:pt x="2710" y="1386"/>
                    <a:pt x="2710" y="2048"/>
                  </a:cubicBezTo>
                  <a:cubicBezTo>
                    <a:pt x="2710" y="2237"/>
                    <a:pt x="2773" y="2395"/>
                    <a:pt x="2836" y="2552"/>
                  </a:cubicBezTo>
                  <a:lnTo>
                    <a:pt x="1733" y="3655"/>
                  </a:lnTo>
                  <a:cubicBezTo>
                    <a:pt x="1575" y="3592"/>
                    <a:pt x="1386" y="3560"/>
                    <a:pt x="1229" y="3560"/>
                  </a:cubicBezTo>
                  <a:cubicBezTo>
                    <a:pt x="567" y="3560"/>
                    <a:pt x="0" y="4096"/>
                    <a:pt x="0" y="4757"/>
                  </a:cubicBezTo>
                  <a:cubicBezTo>
                    <a:pt x="0" y="5451"/>
                    <a:pt x="567" y="5986"/>
                    <a:pt x="1229" y="5986"/>
                  </a:cubicBezTo>
                  <a:cubicBezTo>
                    <a:pt x="1891" y="5986"/>
                    <a:pt x="2458" y="5451"/>
                    <a:pt x="2458" y="4757"/>
                  </a:cubicBezTo>
                  <a:cubicBezTo>
                    <a:pt x="2458" y="4568"/>
                    <a:pt x="2395" y="4411"/>
                    <a:pt x="2332" y="4253"/>
                  </a:cubicBezTo>
                  <a:lnTo>
                    <a:pt x="3434" y="3151"/>
                  </a:lnTo>
                  <a:cubicBezTo>
                    <a:pt x="3592" y="3214"/>
                    <a:pt x="3781" y="3277"/>
                    <a:pt x="3938" y="3277"/>
                  </a:cubicBezTo>
                  <a:cubicBezTo>
                    <a:pt x="4096" y="3277"/>
                    <a:pt x="4285" y="3214"/>
                    <a:pt x="4442" y="3151"/>
                  </a:cubicBezTo>
                  <a:lnTo>
                    <a:pt x="5293" y="3970"/>
                  </a:lnTo>
                  <a:cubicBezTo>
                    <a:pt x="5199" y="4127"/>
                    <a:pt x="5167" y="4348"/>
                    <a:pt x="5167" y="4505"/>
                  </a:cubicBezTo>
                  <a:cubicBezTo>
                    <a:pt x="5167" y="5167"/>
                    <a:pt x="5703" y="5703"/>
                    <a:pt x="6396" y="5703"/>
                  </a:cubicBezTo>
                  <a:cubicBezTo>
                    <a:pt x="7057" y="5703"/>
                    <a:pt x="7593" y="5167"/>
                    <a:pt x="7593" y="4505"/>
                  </a:cubicBezTo>
                  <a:cubicBezTo>
                    <a:pt x="7593" y="4285"/>
                    <a:pt x="7561" y="4127"/>
                    <a:pt x="7498" y="3970"/>
                  </a:cubicBezTo>
                  <a:lnTo>
                    <a:pt x="9137" y="2332"/>
                  </a:lnTo>
                  <a:cubicBezTo>
                    <a:pt x="9294" y="2395"/>
                    <a:pt x="9483" y="2458"/>
                    <a:pt x="9641" y="2458"/>
                  </a:cubicBezTo>
                  <a:cubicBezTo>
                    <a:pt x="10334" y="2458"/>
                    <a:pt x="10901" y="1890"/>
                    <a:pt x="10901" y="1229"/>
                  </a:cubicBezTo>
                  <a:cubicBezTo>
                    <a:pt x="10901" y="536"/>
                    <a:pt x="10334" y="0"/>
                    <a:pt x="96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956004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>
          <a:extLst>
            <a:ext uri="{FF2B5EF4-FFF2-40B4-BE49-F238E27FC236}">
              <a16:creationId xmlns:a16="http://schemas.microsoft.com/office/drawing/2014/main" id="{1D594066-F311-2F8E-CD9A-6230365DA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9">
            <a:extLst>
              <a:ext uri="{FF2B5EF4-FFF2-40B4-BE49-F238E27FC236}">
                <a16:creationId xmlns:a16="http://schemas.microsoft.com/office/drawing/2014/main" id="{A8D7DFAE-56DB-DF2E-1ACB-58A16FB588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SQLITE TABLES</a:t>
            </a:r>
            <a:endParaRPr dirty="0"/>
          </a:p>
        </p:txBody>
      </p:sp>
      <p:sp>
        <p:nvSpPr>
          <p:cNvPr id="418" name="Google Shape;418;p39">
            <a:extLst>
              <a:ext uri="{FF2B5EF4-FFF2-40B4-BE49-F238E27FC236}">
                <a16:creationId xmlns:a16="http://schemas.microsoft.com/office/drawing/2014/main" id="{5E202C62-C2D9-A252-69F8-CD210C90085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25" y="3433125"/>
            <a:ext cx="2370000" cy="101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Game info such as Elo, Result, Moves, TimeControl</a:t>
            </a:r>
            <a:endParaRPr dirty="0"/>
          </a:p>
        </p:txBody>
      </p:sp>
      <p:sp>
        <p:nvSpPr>
          <p:cNvPr id="419" name="Google Shape;419;p39">
            <a:extLst>
              <a:ext uri="{FF2B5EF4-FFF2-40B4-BE49-F238E27FC236}">
                <a16:creationId xmlns:a16="http://schemas.microsoft.com/office/drawing/2014/main" id="{DF7D88B2-38AF-3C86-E724-F43FF64DB4B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88" y="28985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GAMES</a:t>
            </a:r>
            <a:endParaRPr dirty="0"/>
          </a:p>
        </p:txBody>
      </p:sp>
      <p:sp>
        <p:nvSpPr>
          <p:cNvPr id="420" name="Google Shape;420;p39">
            <a:extLst>
              <a:ext uri="{FF2B5EF4-FFF2-40B4-BE49-F238E27FC236}">
                <a16:creationId xmlns:a16="http://schemas.microsoft.com/office/drawing/2014/main" id="{030299C5-39C7-E732-40D1-DF6C5AED6CA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387019" y="3433125"/>
            <a:ext cx="2370000" cy="101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Name and Elo rating of players</a:t>
            </a:r>
            <a:endParaRPr dirty="0"/>
          </a:p>
        </p:txBody>
      </p:sp>
      <p:sp>
        <p:nvSpPr>
          <p:cNvPr id="421" name="Google Shape;421;p39">
            <a:extLst>
              <a:ext uri="{FF2B5EF4-FFF2-40B4-BE49-F238E27FC236}">
                <a16:creationId xmlns:a16="http://schemas.microsoft.com/office/drawing/2014/main" id="{E7ED20DF-9DF5-5B57-E67A-CDAEAE7780A5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386981" y="28985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PLAYERS</a:t>
            </a:r>
            <a:endParaRPr dirty="0"/>
          </a:p>
        </p:txBody>
      </p:sp>
      <p:sp>
        <p:nvSpPr>
          <p:cNvPr id="422" name="Google Shape;422;p39">
            <a:extLst>
              <a:ext uri="{FF2B5EF4-FFF2-40B4-BE49-F238E27FC236}">
                <a16:creationId xmlns:a16="http://schemas.microsoft.com/office/drawing/2014/main" id="{CE828F25-0D02-6F3B-C642-BF2074B6C6B1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6054025" y="3433125"/>
            <a:ext cx="2370000" cy="101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Name and ID of events</a:t>
            </a:r>
            <a:endParaRPr dirty="0"/>
          </a:p>
        </p:txBody>
      </p:sp>
      <p:sp>
        <p:nvSpPr>
          <p:cNvPr id="423" name="Google Shape;423;p39">
            <a:extLst>
              <a:ext uri="{FF2B5EF4-FFF2-40B4-BE49-F238E27FC236}">
                <a16:creationId xmlns:a16="http://schemas.microsoft.com/office/drawing/2014/main" id="{251297A9-5478-6194-D260-4C99A1422E23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6053975" y="28985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EVENTS</a:t>
            </a:r>
            <a:endParaRPr dirty="0"/>
          </a:p>
        </p:txBody>
      </p:sp>
      <p:sp>
        <p:nvSpPr>
          <p:cNvPr id="424" name="Google Shape;424;p39">
            <a:extLst>
              <a:ext uri="{FF2B5EF4-FFF2-40B4-BE49-F238E27FC236}">
                <a16:creationId xmlns:a16="http://schemas.microsoft.com/office/drawing/2014/main" id="{EE055780-56A0-59C2-6D20-19C6269DB0AD}"/>
              </a:ext>
            </a:extLst>
          </p:cNvPr>
          <p:cNvSpPr/>
          <p:nvPr/>
        </p:nvSpPr>
        <p:spPr>
          <a:xfrm>
            <a:off x="1417950" y="1616575"/>
            <a:ext cx="974100" cy="97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39">
            <a:extLst>
              <a:ext uri="{FF2B5EF4-FFF2-40B4-BE49-F238E27FC236}">
                <a16:creationId xmlns:a16="http://schemas.microsoft.com/office/drawing/2014/main" id="{F7E7FA75-3E19-3060-915F-26AF08630C35}"/>
              </a:ext>
            </a:extLst>
          </p:cNvPr>
          <p:cNvSpPr/>
          <p:nvPr/>
        </p:nvSpPr>
        <p:spPr>
          <a:xfrm>
            <a:off x="4084925" y="1616575"/>
            <a:ext cx="974100" cy="9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39">
            <a:extLst>
              <a:ext uri="{FF2B5EF4-FFF2-40B4-BE49-F238E27FC236}">
                <a16:creationId xmlns:a16="http://schemas.microsoft.com/office/drawing/2014/main" id="{AB1D7D6D-85F9-500A-64A5-F463A49A955B}"/>
              </a:ext>
            </a:extLst>
          </p:cNvPr>
          <p:cNvSpPr/>
          <p:nvPr/>
        </p:nvSpPr>
        <p:spPr>
          <a:xfrm>
            <a:off x="6751900" y="1616575"/>
            <a:ext cx="974100" cy="97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39">
            <a:extLst>
              <a:ext uri="{FF2B5EF4-FFF2-40B4-BE49-F238E27FC236}">
                <a16:creationId xmlns:a16="http://schemas.microsoft.com/office/drawing/2014/main" id="{68F4D297-30C1-2441-E457-404A8C9B6B1C}"/>
              </a:ext>
            </a:extLst>
          </p:cNvPr>
          <p:cNvSpPr/>
          <p:nvPr/>
        </p:nvSpPr>
        <p:spPr>
          <a:xfrm>
            <a:off x="1693834" y="1943142"/>
            <a:ext cx="422332" cy="320967"/>
          </a:xfrm>
          <a:custGeom>
            <a:avLst/>
            <a:gdLst/>
            <a:ahLst/>
            <a:cxnLst/>
            <a:rect l="l" t="t" r="r" b="b"/>
            <a:pathLst>
              <a:path w="11566" h="8790" extrusionOk="0">
                <a:moveTo>
                  <a:pt x="8884" y="5187"/>
                </a:moveTo>
                <a:cubicBezTo>
                  <a:pt x="9521" y="5187"/>
                  <a:pt x="10036" y="5702"/>
                  <a:pt x="10036" y="6325"/>
                </a:cubicBezTo>
                <a:cubicBezTo>
                  <a:pt x="10036" y="6962"/>
                  <a:pt x="9521" y="7476"/>
                  <a:pt x="8884" y="7476"/>
                </a:cubicBezTo>
                <a:cubicBezTo>
                  <a:pt x="8261" y="7476"/>
                  <a:pt x="7746" y="6962"/>
                  <a:pt x="7746" y="6325"/>
                </a:cubicBezTo>
                <a:cubicBezTo>
                  <a:pt x="7746" y="5702"/>
                  <a:pt x="8261" y="5187"/>
                  <a:pt x="8884" y="5187"/>
                </a:cubicBezTo>
                <a:close/>
                <a:moveTo>
                  <a:pt x="2425" y="5025"/>
                </a:moveTo>
                <a:cubicBezTo>
                  <a:pt x="2668" y="5025"/>
                  <a:pt x="2871" y="5214"/>
                  <a:pt x="2871" y="5458"/>
                </a:cubicBezTo>
                <a:lnTo>
                  <a:pt x="2871" y="5891"/>
                </a:lnTo>
                <a:lnTo>
                  <a:pt x="3291" y="5891"/>
                </a:lnTo>
                <a:cubicBezTo>
                  <a:pt x="3535" y="5891"/>
                  <a:pt x="3738" y="6081"/>
                  <a:pt x="3738" y="6325"/>
                </a:cubicBezTo>
                <a:cubicBezTo>
                  <a:pt x="3738" y="6569"/>
                  <a:pt x="3535" y="6772"/>
                  <a:pt x="3291" y="6772"/>
                </a:cubicBezTo>
                <a:lnTo>
                  <a:pt x="2871" y="6772"/>
                </a:lnTo>
                <a:lnTo>
                  <a:pt x="2871" y="7192"/>
                </a:lnTo>
                <a:cubicBezTo>
                  <a:pt x="2871" y="7435"/>
                  <a:pt x="2668" y="7639"/>
                  <a:pt x="2425" y="7639"/>
                </a:cubicBezTo>
                <a:cubicBezTo>
                  <a:pt x="2181" y="7639"/>
                  <a:pt x="1977" y="7435"/>
                  <a:pt x="1977" y="7192"/>
                </a:cubicBezTo>
                <a:lnTo>
                  <a:pt x="1977" y="6772"/>
                </a:lnTo>
                <a:lnTo>
                  <a:pt x="1558" y="6772"/>
                </a:lnTo>
                <a:cubicBezTo>
                  <a:pt x="1314" y="6772"/>
                  <a:pt x="1111" y="6569"/>
                  <a:pt x="1111" y="6325"/>
                </a:cubicBezTo>
                <a:cubicBezTo>
                  <a:pt x="1111" y="6081"/>
                  <a:pt x="1314" y="5891"/>
                  <a:pt x="1558" y="5891"/>
                </a:cubicBezTo>
                <a:lnTo>
                  <a:pt x="1977" y="5891"/>
                </a:lnTo>
                <a:lnTo>
                  <a:pt x="1977" y="5458"/>
                </a:lnTo>
                <a:cubicBezTo>
                  <a:pt x="1977" y="5214"/>
                  <a:pt x="2181" y="5025"/>
                  <a:pt x="2425" y="5025"/>
                </a:cubicBezTo>
                <a:close/>
                <a:moveTo>
                  <a:pt x="7246" y="0"/>
                </a:moveTo>
                <a:cubicBezTo>
                  <a:pt x="7237" y="0"/>
                  <a:pt x="7228" y="0"/>
                  <a:pt x="7219" y="1"/>
                </a:cubicBezTo>
                <a:cubicBezTo>
                  <a:pt x="6975" y="14"/>
                  <a:pt x="6785" y="218"/>
                  <a:pt x="6785" y="461"/>
                </a:cubicBezTo>
                <a:lnTo>
                  <a:pt x="6813" y="962"/>
                </a:lnTo>
                <a:lnTo>
                  <a:pt x="6148" y="962"/>
                </a:lnTo>
                <a:cubicBezTo>
                  <a:pt x="5688" y="962"/>
                  <a:pt x="5309" y="1341"/>
                  <a:pt x="5309" y="1802"/>
                </a:cubicBezTo>
                <a:lnTo>
                  <a:pt x="5309" y="3860"/>
                </a:lnTo>
                <a:lnTo>
                  <a:pt x="4375" y="3860"/>
                </a:lnTo>
                <a:cubicBezTo>
                  <a:pt x="4321" y="3481"/>
                  <a:pt x="3996" y="3197"/>
                  <a:pt x="3602" y="3197"/>
                </a:cubicBezTo>
                <a:lnTo>
                  <a:pt x="3075" y="3197"/>
                </a:lnTo>
                <a:cubicBezTo>
                  <a:pt x="2681" y="3197"/>
                  <a:pt x="2356" y="3495"/>
                  <a:pt x="2302" y="3860"/>
                </a:cubicBezTo>
                <a:cubicBezTo>
                  <a:pt x="1016" y="3955"/>
                  <a:pt x="0" y="5025"/>
                  <a:pt x="0" y="6325"/>
                </a:cubicBezTo>
                <a:cubicBezTo>
                  <a:pt x="0" y="7693"/>
                  <a:pt x="1098" y="8790"/>
                  <a:pt x="2465" y="8790"/>
                </a:cubicBezTo>
                <a:lnTo>
                  <a:pt x="9088" y="8790"/>
                </a:lnTo>
                <a:cubicBezTo>
                  <a:pt x="10455" y="8790"/>
                  <a:pt x="11566" y="7693"/>
                  <a:pt x="11566" y="6325"/>
                </a:cubicBezTo>
                <a:cubicBezTo>
                  <a:pt x="11566" y="5025"/>
                  <a:pt x="10536" y="3955"/>
                  <a:pt x="9250" y="3860"/>
                </a:cubicBezTo>
                <a:cubicBezTo>
                  <a:pt x="9196" y="3495"/>
                  <a:pt x="8871" y="3197"/>
                  <a:pt x="8478" y="3197"/>
                </a:cubicBezTo>
                <a:lnTo>
                  <a:pt x="7950" y="3197"/>
                </a:lnTo>
                <a:cubicBezTo>
                  <a:pt x="7557" y="3197"/>
                  <a:pt x="7232" y="3481"/>
                  <a:pt x="7178" y="3860"/>
                </a:cubicBezTo>
                <a:lnTo>
                  <a:pt x="6203" y="3860"/>
                </a:lnTo>
                <a:lnTo>
                  <a:pt x="6203" y="1870"/>
                </a:lnTo>
                <a:lnTo>
                  <a:pt x="6894" y="1870"/>
                </a:lnTo>
                <a:cubicBezTo>
                  <a:pt x="7110" y="1870"/>
                  <a:pt x="7327" y="1774"/>
                  <a:pt x="7476" y="1612"/>
                </a:cubicBezTo>
                <a:cubicBezTo>
                  <a:pt x="7638" y="1449"/>
                  <a:pt x="7719" y="1233"/>
                  <a:pt x="7706" y="1016"/>
                </a:cubicBezTo>
                <a:lnTo>
                  <a:pt x="7692" y="434"/>
                </a:lnTo>
                <a:cubicBezTo>
                  <a:pt x="7680" y="185"/>
                  <a:pt x="7490" y="0"/>
                  <a:pt x="724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2" name="Google Shape;432;p39">
            <a:extLst>
              <a:ext uri="{FF2B5EF4-FFF2-40B4-BE49-F238E27FC236}">
                <a16:creationId xmlns:a16="http://schemas.microsoft.com/office/drawing/2014/main" id="{EA8F63BB-229A-468D-1635-A60BA20F239D}"/>
              </a:ext>
            </a:extLst>
          </p:cNvPr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433" name="Google Shape;433;p39">
              <a:extLst>
                <a:ext uri="{FF2B5EF4-FFF2-40B4-BE49-F238E27FC236}">
                  <a16:creationId xmlns:a16="http://schemas.microsoft.com/office/drawing/2014/main" id="{00A51FDA-176F-AA82-6F54-6FD29A69493B}"/>
                </a:ext>
              </a:extLst>
            </p:cNvPr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9">
              <a:extLst>
                <a:ext uri="{FF2B5EF4-FFF2-40B4-BE49-F238E27FC236}">
                  <a16:creationId xmlns:a16="http://schemas.microsoft.com/office/drawing/2014/main" id="{B5E75EDE-A073-71E6-FBC0-41A05B5CF1D8}"/>
                </a:ext>
              </a:extLst>
            </p:cNvPr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7860;p83">
            <a:extLst>
              <a:ext uri="{FF2B5EF4-FFF2-40B4-BE49-F238E27FC236}">
                <a16:creationId xmlns:a16="http://schemas.microsoft.com/office/drawing/2014/main" id="{DCAC3DE0-190D-17D0-A62E-9D5E0C2AB1E5}"/>
              </a:ext>
            </a:extLst>
          </p:cNvPr>
          <p:cNvGrpSpPr>
            <a:grpSpLocks noChangeAspect="1"/>
          </p:cNvGrpSpPr>
          <p:nvPr/>
        </p:nvGrpSpPr>
        <p:grpSpPr>
          <a:xfrm>
            <a:off x="4392618" y="1901614"/>
            <a:ext cx="358714" cy="408230"/>
            <a:chOff x="-52832000" y="3192625"/>
            <a:chExt cx="279625" cy="318225"/>
          </a:xfrm>
          <a:solidFill>
            <a:srgbClr val="F7F0E0"/>
          </a:solidFill>
        </p:grpSpPr>
        <p:sp>
          <p:nvSpPr>
            <p:cNvPr id="3" name="Google Shape;7861;p83">
              <a:extLst>
                <a:ext uri="{FF2B5EF4-FFF2-40B4-BE49-F238E27FC236}">
                  <a16:creationId xmlns:a16="http://schemas.microsoft.com/office/drawing/2014/main" id="{D8F0D7F9-A971-2DB0-E2B0-F4FF04C775AB}"/>
                </a:ext>
              </a:extLst>
            </p:cNvPr>
            <p:cNvSpPr/>
            <p:nvPr/>
          </p:nvSpPr>
          <p:spPr>
            <a:xfrm>
              <a:off x="-52574450" y="3306025"/>
              <a:ext cx="22075" cy="110300"/>
            </a:xfrm>
            <a:custGeom>
              <a:avLst/>
              <a:gdLst/>
              <a:ahLst/>
              <a:cxnLst/>
              <a:rect l="l" t="t" r="r" b="b"/>
              <a:pathLst>
                <a:path w="883" h="4412" extrusionOk="0">
                  <a:moveTo>
                    <a:pt x="1" y="1"/>
                  </a:moveTo>
                  <a:lnTo>
                    <a:pt x="1" y="1"/>
                  </a:lnTo>
                  <a:cubicBezTo>
                    <a:pt x="95" y="348"/>
                    <a:pt x="127" y="726"/>
                    <a:pt x="127" y="1104"/>
                  </a:cubicBezTo>
                  <a:lnTo>
                    <a:pt x="127" y="3939"/>
                  </a:lnTo>
                  <a:cubicBezTo>
                    <a:pt x="127" y="4097"/>
                    <a:pt x="127" y="4254"/>
                    <a:pt x="95" y="4412"/>
                  </a:cubicBezTo>
                  <a:cubicBezTo>
                    <a:pt x="537" y="4254"/>
                    <a:pt x="883" y="3876"/>
                    <a:pt x="883" y="3341"/>
                  </a:cubicBezTo>
                  <a:lnTo>
                    <a:pt x="883" y="1104"/>
                  </a:lnTo>
                  <a:cubicBezTo>
                    <a:pt x="883" y="600"/>
                    <a:pt x="537" y="127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7862;p83">
              <a:extLst>
                <a:ext uri="{FF2B5EF4-FFF2-40B4-BE49-F238E27FC236}">
                  <a16:creationId xmlns:a16="http://schemas.microsoft.com/office/drawing/2014/main" id="{8773FE5F-E427-B1FB-6E09-0076B3AA5760}"/>
                </a:ext>
              </a:extLst>
            </p:cNvPr>
            <p:cNvSpPr/>
            <p:nvPr/>
          </p:nvSpPr>
          <p:spPr>
            <a:xfrm>
              <a:off x="-52826475" y="3192625"/>
              <a:ext cx="267800" cy="100050"/>
            </a:xfrm>
            <a:custGeom>
              <a:avLst/>
              <a:gdLst/>
              <a:ahLst/>
              <a:cxnLst/>
              <a:rect l="l" t="t" r="r" b="b"/>
              <a:pathLst>
                <a:path w="10712" h="4002" extrusionOk="0">
                  <a:moveTo>
                    <a:pt x="5356" y="0"/>
                  </a:moveTo>
                  <a:cubicBezTo>
                    <a:pt x="2836" y="0"/>
                    <a:pt x="725" y="1670"/>
                    <a:pt x="0" y="4001"/>
                  </a:cubicBezTo>
                  <a:cubicBezTo>
                    <a:pt x="284" y="3844"/>
                    <a:pt x="567" y="3749"/>
                    <a:pt x="882" y="3749"/>
                  </a:cubicBezTo>
                  <a:cubicBezTo>
                    <a:pt x="1639" y="2017"/>
                    <a:pt x="3371" y="756"/>
                    <a:pt x="5356" y="756"/>
                  </a:cubicBezTo>
                  <a:cubicBezTo>
                    <a:pt x="7373" y="756"/>
                    <a:pt x="9105" y="1985"/>
                    <a:pt x="9861" y="3749"/>
                  </a:cubicBezTo>
                  <a:cubicBezTo>
                    <a:pt x="10176" y="3749"/>
                    <a:pt x="10492" y="3844"/>
                    <a:pt x="10712" y="4001"/>
                  </a:cubicBezTo>
                  <a:cubicBezTo>
                    <a:pt x="10019" y="1702"/>
                    <a:pt x="7877" y="0"/>
                    <a:pt x="53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7863;p83">
              <a:extLst>
                <a:ext uri="{FF2B5EF4-FFF2-40B4-BE49-F238E27FC236}">
                  <a16:creationId xmlns:a16="http://schemas.microsoft.com/office/drawing/2014/main" id="{6B0E0611-14AB-644E-051E-D83F3ADB81F9}"/>
                </a:ext>
              </a:extLst>
            </p:cNvPr>
            <p:cNvSpPr/>
            <p:nvPr/>
          </p:nvSpPr>
          <p:spPr>
            <a:xfrm>
              <a:off x="-52794975" y="3361175"/>
              <a:ext cx="204800" cy="149675"/>
            </a:xfrm>
            <a:custGeom>
              <a:avLst/>
              <a:gdLst/>
              <a:ahLst/>
              <a:cxnLst/>
              <a:rect l="l" t="t" r="r" b="b"/>
              <a:pathLst>
                <a:path w="8192" h="5987" extrusionOk="0">
                  <a:moveTo>
                    <a:pt x="5132" y="2560"/>
                  </a:moveTo>
                  <a:cubicBezTo>
                    <a:pt x="5230" y="2560"/>
                    <a:pt x="5325" y="2599"/>
                    <a:pt x="5388" y="2678"/>
                  </a:cubicBezTo>
                  <a:cubicBezTo>
                    <a:pt x="5577" y="2836"/>
                    <a:pt x="5577" y="3088"/>
                    <a:pt x="5419" y="3182"/>
                  </a:cubicBezTo>
                  <a:cubicBezTo>
                    <a:pt x="5073" y="3560"/>
                    <a:pt x="4569" y="3749"/>
                    <a:pt x="4096" y="3749"/>
                  </a:cubicBezTo>
                  <a:cubicBezTo>
                    <a:pt x="3592" y="3749"/>
                    <a:pt x="3120" y="3560"/>
                    <a:pt x="2773" y="3182"/>
                  </a:cubicBezTo>
                  <a:cubicBezTo>
                    <a:pt x="2615" y="3025"/>
                    <a:pt x="2615" y="2804"/>
                    <a:pt x="2773" y="2678"/>
                  </a:cubicBezTo>
                  <a:cubicBezTo>
                    <a:pt x="2852" y="2599"/>
                    <a:pt x="2946" y="2560"/>
                    <a:pt x="3037" y="2560"/>
                  </a:cubicBezTo>
                  <a:cubicBezTo>
                    <a:pt x="3127" y="2560"/>
                    <a:pt x="3214" y="2599"/>
                    <a:pt x="3277" y="2678"/>
                  </a:cubicBezTo>
                  <a:cubicBezTo>
                    <a:pt x="3498" y="2899"/>
                    <a:pt x="3781" y="3009"/>
                    <a:pt x="4065" y="3009"/>
                  </a:cubicBezTo>
                  <a:cubicBezTo>
                    <a:pt x="4348" y="3009"/>
                    <a:pt x="4632" y="2899"/>
                    <a:pt x="4852" y="2678"/>
                  </a:cubicBezTo>
                  <a:cubicBezTo>
                    <a:pt x="4931" y="2599"/>
                    <a:pt x="5033" y="2560"/>
                    <a:pt x="5132" y="2560"/>
                  </a:cubicBezTo>
                  <a:close/>
                  <a:moveTo>
                    <a:pt x="1" y="0"/>
                  </a:moveTo>
                  <a:lnTo>
                    <a:pt x="1" y="1859"/>
                  </a:lnTo>
                  <a:cubicBezTo>
                    <a:pt x="1" y="2993"/>
                    <a:pt x="473" y="4127"/>
                    <a:pt x="1355" y="4915"/>
                  </a:cubicBezTo>
                  <a:cubicBezTo>
                    <a:pt x="2111" y="5640"/>
                    <a:pt x="3088" y="5986"/>
                    <a:pt x="4096" y="5986"/>
                  </a:cubicBezTo>
                  <a:lnTo>
                    <a:pt x="4506" y="5986"/>
                  </a:lnTo>
                  <a:cubicBezTo>
                    <a:pt x="6585" y="5797"/>
                    <a:pt x="8192" y="3907"/>
                    <a:pt x="8192" y="1733"/>
                  </a:cubicBezTo>
                  <a:lnTo>
                    <a:pt x="8192" y="32"/>
                  </a:lnTo>
                  <a:cubicBezTo>
                    <a:pt x="8192" y="1261"/>
                    <a:pt x="7215" y="2237"/>
                    <a:pt x="5955" y="2237"/>
                  </a:cubicBezTo>
                  <a:cubicBezTo>
                    <a:pt x="5167" y="2237"/>
                    <a:pt x="4506" y="1859"/>
                    <a:pt x="4096" y="1229"/>
                  </a:cubicBezTo>
                  <a:cubicBezTo>
                    <a:pt x="3718" y="1796"/>
                    <a:pt x="2994" y="2237"/>
                    <a:pt x="2269" y="2237"/>
                  </a:cubicBezTo>
                  <a:cubicBezTo>
                    <a:pt x="1040" y="2237"/>
                    <a:pt x="1" y="126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7864;p83">
              <a:extLst>
                <a:ext uri="{FF2B5EF4-FFF2-40B4-BE49-F238E27FC236}">
                  <a16:creationId xmlns:a16="http://schemas.microsoft.com/office/drawing/2014/main" id="{753C63D6-F41C-2846-B764-D85188AF6251}"/>
                </a:ext>
              </a:extLst>
            </p:cNvPr>
            <p:cNvSpPr/>
            <p:nvPr/>
          </p:nvSpPr>
          <p:spPr>
            <a:xfrm>
              <a:off x="-52791025" y="3231225"/>
              <a:ext cx="137850" cy="74825"/>
            </a:xfrm>
            <a:custGeom>
              <a:avLst/>
              <a:gdLst/>
              <a:ahLst/>
              <a:cxnLst/>
              <a:rect l="l" t="t" r="r" b="b"/>
              <a:pathLst>
                <a:path w="5514" h="2993" extrusionOk="0">
                  <a:moveTo>
                    <a:pt x="3938" y="0"/>
                  </a:moveTo>
                  <a:cubicBezTo>
                    <a:pt x="2048" y="0"/>
                    <a:pt x="473" y="1260"/>
                    <a:pt x="0" y="2993"/>
                  </a:cubicBezTo>
                  <a:lnTo>
                    <a:pt x="1701" y="2993"/>
                  </a:lnTo>
                  <a:cubicBezTo>
                    <a:pt x="3434" y="2993"/>
                    <a:pt x="4946" y="1890"/>
                    <a:pt x="5513" y="315"/>
                  </a:cubicBezTo>
                  <a:cubicBezTo>
                    <a:pt x="5041" y="126"/>
                    <a:pt x="4505" y="0"/>
                    <a:pt x="39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7865;p83">
              <a:extLst>
                <a:ext uri="{FF2B5EF4-FFF2-40B4-BE49-F238E27FC236}">
                  <a16:creationId xmlns:a16="http://schemas.microsoft.com/office/drawing/2014/main" id="{AE0A2B62-4559-24DC-E84E-C8AB9B8DFED0}"/>
                </a:ext>
              </a:extLst>
            </p:cNvPr>
            <p:cNvSpPr/>
            <p:nvPr/>
          </p:nvSpPr>
          <p:spPr>
            <a:xfrm>
              <a:off x="-52683125" y="3361950"/>
              <a:ext cx="74825" cy="37850"/>
            </a:xfrm>
            <a:custGeom>
              <a:avLst/>
              <a:gdLst/>
              <a:ahLst/>
              <a:cxnLst/>
              <a:rect l="l" t="t" r="r" b="b"/>
              <a:pathLst>
                <a:path w="2993" h="1514" extrusionOk="0">
                  <a:moveTo>
                    <a:pt x="0" y="1"/>
                  </a:moveTo>
                  <a:cubicBezTo>
                    <a:pt x="0" y="851"/>
                    <a:pt x="662" y="1513"/>
                    <a:pt x="1481" y="1513"/>
                  </a:cubicBezTo>
                  <a:cubicBezTo>
                    <a:pt x="2300" y="1513"/>
                    <a:pt x="2993" y="820"/>
                    <a:pt x="29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7866;p83">
              <a:extLst>
                <a:ext uri="{FF2B5EF4-FFF2-40B4-BE49-F238E27FC236}">
                  <a16:creationId xmlns:a16="http://schemas.microsoft.com/office/drawing/2014/main" id="{3B1C1F5D-3038-23E6-E6A9-CD03B3F4AA02}"/>
                </a:ext>
              </a:extLst>
            </p:cNvPr>
            <p:cNvSpPr/>
            <p:nvPr/>
          </p:nvSpPr>
          <p:spPr>
            <a:xfrm>
              <a:off x="-52794975" y="3247750"/>
              <a:ext cx="204800" cy="104000"/>
            </a:xfrm>
            <a:custGeom>
              <a:avLst/>
              <a:gdLst/>
              <a:ahLst/>
              <a:cxnLst/>
              <a:rect l="l" t="t" r="r" b="b"/>
              <a:pathLst>
                <a:path w="8192" h="4160" extrusionOk="0">
                  <a:moveTo>
                    <a:pt x="6365" y="1"/>
                  </a:moveTo>
                  <a:cubicBezTo>
                    <a:pt x="5640" y="1828"/>
                    <a:pt x="3876" y="3025"/>
                    <a:pt x="1859" y="3025"/>
                  </a:cubicBezTo>
                  <a:lnTo>
                    <a:pt x="1" y="3025"/>
                  </a:lnTo>
                  <a:lnTo>
                    <a:pt x="1" y="3403"/>
                  </a:lnTo>
                  <a:lnTo>
                    <a:pt x="1" y="4159"/>
                  </a:lnTo>
                  <a:cubicBezTo>
                    <a:pt x="1" y="3939"/>
                    <a:pt x="158" y="3781"/>
                    <a:pt x="379" y="3781"/>
                  </a:cubicBezTo>
                  <a:lnTo>
                    <a:pt x="7814" y="3781"/>
                  </a:lnTo>
                  <a:cubicBezTo>
                    <a:pt x="8003" y="3781"/>
                    <a:pt x="8160" y="3939"/>
                    <a:pt x="8160" y="4159"/>
                  </a:cubicBezTo>
                  <a:lnTo>
                    <a:pt x="8160" y="3403"/>
                  </a:lnTo>
                  <a:cubicBezTo>
                    <a:pt x="8192" y="2017"/>
                    <a:pt x="7467" y="757"/>
                    <a:pt x="63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7867;p83">
              <a:extLst>
                <a:ext uri="{FF2B5EF4-FFF2-40B4-BE49-F238E27FC236}">
                  <a16:creationId xmlns:a16="http://schemas.microsoft.com/office/drawing/2014/main" id="{A078464E-91A2-6A52-BF73-6BB9CBF1BAE3}"/>
                </a:ext>
              </a:extLst>
            </p:cNvPr>
            <p:cNvSpPr/>
            <p:nvPr/>
          </p:nvSpPr>
          <p:spPr>
            <a:xfrm>
              <a:off x="-52776850" y="3361950"/>
              <a:ext cx="74825" cy="37850"/>
            </a:xfrm>
            <a:custGeom>
              <a:avLst/>
              <a:gdLst/>
              <a:ahLst/>
              <a:cxnLst/>
              <a:rect l="l" t="t" r="r" b="b"/>
              <a:pathLst>
                <a:path w="2993" h="1514" extrusionOk="0">
                  <a:moveTo>
                    <a:pt x="0" y="1"/>
                  </a:moveTo>
                  <a:cubicBezTo>
                    <a:pt x="0" y="851"/>
                    <a:pt x="662" y="1513"/>
                    <a:pt x="1481" y="1513"/>
                  </a:cubicBezTo>
                  <a:cubicBezTo>
                    <a:pt x="2332" y="1513"/>
                    <a:pt x="2993" y="820"/>
                    <a:pt x="29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7868;p83">
              <a:extLst>
                <a:ext uri="{FF2B5EF4-FFF2-40B4-BE49-F238E27FC236}">
                  <a16:creationId xmlns:a16="http://schemas.microsoft.com/office/drawing/2014/main" id="{B809683C-A18F-35CB-5E4A-39B5FFC12022}"/>
                </a:ext>
              </a:extLst>
            </p:cNvPr>
            <p:cNvSpPr/>
            <p:nvPr/>
          </p:nvSpPr>
          <p:spPr>
            <a:xfrm>
              <a:off x="-52832000" y="3306025"/>
              <a:ext cx="21300" cy="110300"/>
            </a:xfrm>
            <a:custGeom>
              <a:avLst/>
              <a:gdLst/>
              <a:ahLst/>
              <a:cxnLst/>
              <a:rect l="l" t="t" r="r" b="b"/>
              <a:pathLst>
                <a:path w="852" h="4412" extrusionOk="0">
                  <a:moveTo>
                    <a:pt x="851" y="1"/>
                  </a:moveTo>
                  <a:cubicBezTo>
                    <a:pt x="347" y="127"/>
                    <a:pt x="1" y="568"/>
                    <a:pt x="1" y="1104"/>
                  </a:cubicBezTo>
                  <a:lnTo>
                    <a:pt x="1" y="3341"/>
                  </a:lnTo>
                  <a:cubicBezTo>
                    <a:pt x="1" y="3813"/>
                    <a:pt x="316" y="4254"/>
                    <a:pt x="757" y="4412"/>
                  </a:cubicBezTo>
                  <a:lnTo>
                    <a:pt x="757" y="4097"/>
                  </a:lnTo>
                  <a:lnTo>
                    <a:pt x="757" y="3341"/>
                  </a:lnTo>
                  <a:lnTo>
                    <a:pt x="757" y="1104"/>
                  </a:lnTo>
                  <a:cubicBezTo>
                    <a:pt x="757" y="726"/>
                    <a:pt x="788" y="348"/>
                    <a:pt x="8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" name="Google Shape;6127;p80">
            <a:extLst>
              <a:ext uri="{FF2B5EF4-FFF2-40B4-BE49-F238E27FC236}">
                <a16:creationId xmlns:a16="http://schemas.microsoft.com/office/drawing/2014/main" id="{1B0AD1C0-18F8-2DAA-9B3D-03658945C5AB}"/>
              </a:ext>
            </a:extLst>
          </p:cNvPr>
          <p:cNvGrpSpPr/>
          <p:nvPr/>
        </p:nvGrpSpPr>
        <p:grpSpPr>
          <a:xfrm>
            <a:off x="7069323" y="1933998"/>
            <a:ext cx="339253" cy="339253"/>
            <a:chOff x="5660400" y="238125"/>
            <a:chExt cx="481825" cy="481825"/>
          </a:xfrm>
          <a:solidFill>
            <a:srgbClr val="F7F0E0"/>
          </a:solidFill>
        </p:grpSpPr>
        <p:sp>
          <p:nvSpPr>
            <p:cNvPr id="12" name="Google Shape;6128;p80">
              <a:extLst>
                <a:ext uri="{FF2B5EF4-FFF2-40B4-BE49-F238E27FC236}">
                  <a16:creationId xmlns:a16="http://schemas.microsoft.com/office/drawing/2014/main" id="{039FFCE6-DB70-BCE6-1526-610800D68507}"/>
                </a:ext>
              </a:extLst>
            </p:cNvPr>
            <p:cNvSpPr/>
            <p:nvPr/>
          </p:nvSpPr>
          <p:spPr>
            <a:xfrm>
              <a:off x="5660400" y="436700"/>
              <a:ext cx="481825" cy="283250"/>
            </a:xfrm>
            <a:custGeom>
              <a:avLst/>
              <a:gdLst/>
              <a:ahLst/>
              <a:cxnLst/>
              <a:rect l="l" t="t" r="r" b="b"/>
              <a:pathLst>
                <a:path w="19273" h="11330" extrusionOk="0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" name="Google Shape;6129;p80">
              <a:extLst>
                <a:ext uri="{FF2B5EF4-FFF2-40B4-BE49-F238E27FC236}">
                  <a16:creationId xmlns:a16="http://schemas.microsoft.com/office/drawing/2014/main" id="{09C28E5E-DA59-E0E2-C65D-9DF56CA8F0E8}"/>
                </a:ext>
              </a:extLst>
            </p:cNvPr>
            <p:cNvSpPr/>
            <p:nvPr/>
          </p:nvSpPr>
          <p:spPr>
            <a:xfrm>
              <a:off x="5660400" y="238125"/>
              <a:ext cx="481825" cy="170375"/>
            </a:xfrm>
            <a:custGeom>
              <a:avLst/>
              <a:gdLst/>
              <a:ahLst/>
              <a:cxnLst/>
              <a:rect l="l" t="t" r="r" b="b"/>
              <a:pathLst>
                <a:path w="19273" h="6815" extrusionOk="0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82614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4F11A76-3F4F-161E-3047-65C676E68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3">
            <a:extLst>
              <a:ext uri="{FF2B5EF4-FFF2-40B4-BE49-F238E27FC236}">
                <a16:creationId xmlns:a16="http://schemas.microsoft.com/office/drawing/2014/main" id="{D21D9FE2-AC31-9552-6ECE-8D6231DEC9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8100" y="930075"/>
            <a:ext cx="6367800" cy="328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FEATURE</a:t>
            </a:r>
            <a:br>
              <a:rPr lang="en-US" dirty="0"/>
            </a:br>
            <a:r>
              <a:rPr lang="en-US" dirty="0"/>
              <a:t>ENGG.</a:t>
            </a:r>
            <a:endParaRPr dirty="0"/>
          </a:p>
        </p:txBody>
      </p:sp>
      <p:sp>
        <p:nvSpPr>
          <p:cNvPr id="542" name="Google Shape;542;p43">
            <a:extLst>
              <a:ext uri="{FF2B5EF4-FFF2-40B4-BE49-F238E27FC236}">
                <a16:creationId xmlns:a16="http://schemas.microsoft.com/office/drawing/2014/main" id="{EF26D574-E143-0838-2E24-5817CF4403B9}"/>
              </a:ext>
            </a:extLst>
          </p:cNvPr>
          <p:cNvSpPr/>
          <p:nvPr/>
        </p:nvSpPr>
        <p:spPr>
          <a:xfrm rot="-5400000" flipH="1">
            <a:off x="7621801" y="1597685"/>
            <a:ext cx="1310058" cy="3320287"/>
          </a:xfrm>
          <a:custGeom>
            <a:avLst/>
            <a:gdLst/>
            <a:ahLst/>
            <a:cxnLst/>
            <a:rect l="l" t="t" r="r" b="b"/>
            <a:pathLst>
              <a:path w="16063" h="40711" extrusionOk="0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43">
            <a:extLst>
              <a:ext uri="{FF2B5EF4-FFF2-40B4-BE49-F238E27FC236}">
                <a16:creationId xmlns:a16="http://schemas.microsoft.com/office/drawing/2014/main" id="{2FB894FF-27F5-A73F-C019-0F31935739FC}"/>
              </a:ext>
            </a:extLst>
          </p:cNvPr>
          <p:cNvSpPr/>
          <p:nvPr/>
        </p:nvSpPr>
        <p:spPr>
          <a:xfrm rot="5400000">
            <a:off x="191680" y="1597685"/>
            <a:ext cx="1310058" cy="3320287"/>
          </a:xfrm>
          <a:custGeom>
            <a:avLst/>
            <a:gdLst/>
            <a:ahLst/>
            <a:cxnLst/>
            <a:rect l="l" t="t" r="r" b="b"/>
            <a:pathLst>
              <a:path w="16063" h="40711" extrusionOk="0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43">
            <a:extLst>
              <a:ext uri="{FF2B5EF4-FFF2-40B4-BE49-F238E27FC236}">
                <a16:creationId xmlns:a16="http://schemas.microsoft.com/office/drawing/2014/main" id="{E625AF60-B374-8C3C-2F39-AFFDFD5FF8AD}"/>
              </a:ext>
            </a:extLst>
          </p:cNvPr>
          <p:cNvSpPr/>
          <p:nvPr/>
        </p:nvSpPr>
        <p:spPr>
          <a:xfrm>
            <a:off x="720001" y="1256374"/>
            <a:ext cx="884812" cy="1310042"/>
          </a:xfrm>
          <a:custGeom>
            <a:avLst/>
            <a:gdLst/>
            <a:ahLst/>
            <a:cxnLst/>
            <a:rect l="l" t="t" r="r" b="b"/>
            <a:pathLst>
              <a:path w="9331" h="13815" extrusionOk="0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43">
            <a:extLst>
              <a:ext uri="{FF2B5EF4-FFF2-40B4-BE49-F238E27FC236}">
                <a16:creationId xmlns:a16="http://schemas.microsoft.com/office/drawing/2014/main" id="{6ADADF6B-5E12-DE44-ACB2-B6E923961F58}"/>
              </a:ext>
            </a:extLst>
          </p:cNvPr>
          <p:cNvSpPr/>
          <p:nvPr/>
        </p:nvSpPr>
        <p:spPr>
          <a:xfrm rot="10800000">
            <a:off x="7539176" y="1256374"/>
            <a:ext cx="884812" cy="1310042"/>
          </a:xfrm>
          <a:custGeom>
            <a:avLst/>
            <a:gdLst/>
            <a:ahLst/>
            <a:cxnLst/>
            <a:rect l="l" t="t" r="r" b="b"/>
            <a:pathLst>
              <a:path w="9331" h="13815" extrusionOk="0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43">
            <a:extLst>
              <a:ext uri="{FF2B5EF4-FFF2-40B4-BE49-F238E27FC236}">
                <a16:creationId xmlns:a16="http://schemas.microsoft.com/office/drawing/2014/main" id="{031A6F19-2D12-9ED9-FF6E-C6985FDBBFA1}"/>
              </a:ext>
            </a:extLst>
          </p:cNvPr>
          <p:cNvSpPr/>
          <p:nvPr/>
        </p:nvSpPr>
        <p:spPr>
          <a:xfrm>
            <a:off x="3812225" y="743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43">
            <a:extLst>
              <a:ext uri="{FF2B5EF4-FFF2-40B4-BE49-F238E27FC236}">
                <a16:creationId xmlns:a16="http://schemas.microsoft.com/office/drawing/2014/main" id="{B53C9BA3-8DA8-1208-59EC-8B5F587D9063}"/>
              </a:ext>
            </a:extLst>
          </p:cNvPr>
          <p:cNvSpPr/>
          <p:nvPr/>
        </p:nvSpPr>
        <p:spPr>
          <a:xfrm>
            <a:off x="4482425" y="743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43">
            <a:extLst>
              <a:ext uri="{FF2B5EF4-FFF2-40B4-BE49-F238E27FC236}">
                <a16:creationId xmlns:a16="http://schemas.microsoft.com/office/drawing/2014/main" id="{B5D16375-CD18-0F17-8317-126205AB6708}"/>
              </a:ext>
            </a:extLst>
          </p:cNvPr>
          <p:cNvSpPr/>
          <p:nvPr/>
        </p:nvSpPr>
        <p:spPr>
          <a:xfrm>
            <a:off x="5152625" y="743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43">
            <a:extLst>
              <a:ext uri="{FF2B5EF4-FFF2-40B4-BE49-F238E27FC236}">
                <a16:creationId xmlns:a16="http://schemas.microsoft.com/office/drawing/2014/main" id="{392279EE-E791-3EF8-2EA9-5446A3FCE159}"/>
              </a:ext>
            </a:extLst>
          </p:cNvPr>
          <p:cNvSpPr/>
          <p:nvPr/>
        </p:nvSpPr>
        <p:spPr>
          <a:xfrm>
            <a:off x="3812225" y="4220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43">
            <a:extLst>
              <a:ext uri="{FF2B5EF4-FFF2-40B4-BE49-F238E27FC236}">
                <a16:creationId xmlns:a16="http://schemas.microsoft.com/office/drawing/2014/main" id="{304D4BA8-AE94-43ED-8AEF-7E81C6913C18}"/>
              </a:ext>
            </a:extLst>
          </p:cNvPr>
          <p:cNvSpPr/>
          <p:nvPr/>
        </p:nvSpPr>
        <p:spPr>
          <a:xfrm>
            <a:off x="4482425" y="4220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43">
            <a:extLst>
              <a:ext uri="{FF2B5EF4-FFF2-40B4-BE49-F238E27FC236}">
                <a16:creationId xmlns:a16="http://schemas.microsoft.com/office/drawing/2014/main" id="{BE6ACB3D-F1CB-D34B-6310-CBA5CE1B38CF}"/>
              </a:ext>
            </a:extLst>
          </p:cNvPr>
          <p:cNvSpPr/>
          <p:nvPr/>
        </p:nvSpPr>
        <p:spPr>
          <a:xfrm>
            <a:off x="5152625" y="4220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34300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fish on a green and black square&#10;&#10;AI-generated content may be incorrect.">
            <a:extLst>
              <a:ext uri="{FF2B5EF4-FFF2-40B4-BE49-F238E27FC236}">
                <a16:creationId xmlns:a16="http://schemas.microsoft.com/office/drawing/2014/main" id="{08102EF7-2E11-8BAD-3347-F590CC7F3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038" y="1103302"/>
            <a:ext cx="3550596" cy="3550596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F091EAD-2D58-166A-81CE-228178754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 </a:t>
            </a:r>
            <a:r>
              <a:rPr lang="en-US" b="1" dirty="0"/>
              <a:t>6% </a:t>
            </a:r>
            <a:r>
              <a:rPr lang="en-US" dirty="0"/>
              <a:t>of games already annotated.</a:t>
            </a:r>
          </a:p>
          <a:p>
            <a:r>
              <a:rPr lang="en-US" dirty="0"/>
              <a:t>Multiple instances of</a:t>
            </a:r>
            <a:r>
              <a:rPr lang="en-US" b="1" dirty="0"/>
              <a:t> Stockfish</a:t>
            </a:r>
            <a:r>
              <a:rPr lang="en-US" dirty="0"/>
              <a:t> </a:t>
            </a:r>
            <a:r>
              <a:rPr lang="en-US" b="1" dirty="0"/>
              <a:t>17</a:t>
            </a:r>
            <a:r>
              <a:rPr lang="en-US" dirty="0"/>
              <a:t> </a:t>
            </a:r>
          </a:p>
          <a:p>
            <a:r>
              <a:rPr lang="en-US" dirty="0"/>
              <a:t>Batches of </a:t>
            </a:r>
            <a:r>
              <a:rPr lang="en-US" b="1" dirty="0"/>
              <a:t>5000 </a:t>
            </a:r>
            <a:r>
              <a:rPr lang="en-US" dirty="0"/>
              <a:t>games each.</a:t>
            </a:r>
          </a:p>
          <a:p>
            <a:r>
              <a:rPr lang="en-US" dirty="0"/>
              <a:t>Generate evaluations for each position in each game.</a:t>
            </a:r>
          </a:p>
          <a:p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CE86BBA-BD24-B147-3269-BAEE9DD19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ENGINE EVALUATION</a:t>
            </a:r>
          </a:p>
        </p:txBody>
      </p:sp>
      <p:sp>
        <p:nvSpPr>
          <p:cNvPr id="13" name="Google Shape;583;p46">
            <a:extLst>
              <a:ext uri="{FF2B5EF4-FFF2-40B4-BE49-F238E27FC236}">
                <a16:creationId xmlns:a16="http://schemas.microsoft.com/office/drawing/2014/main" id="{B344679B-417B-99F8-264A-453333A93D6E}"/>
              </a:ext>
            </a:extLst>
          </p:cNvPr>
          <p:cNvSpPr/>
          <p:nvPr/>
        </p:nvSpPr>
        <p:spPr>
          <a:xfrm>
            <a:off x="5389412" y="1292537"/>
            <a:ext cx="431400" cy="431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584;p46">
            <a:extLst>
              <a:ext uri="{FF2B5EF4-FFF2-40B4-BE49-F238E27FC236}">
                <a16:creationId xmlns:a16="http://schemas.microsoft.com/office/drawing/2014/main" id="{F3C026AA-1FF8-886B-9DC3-63A635353607}"/>
              </a:ext>
            </a:extLst>
          </p:cNvPr>
          <p:cNvSpPr/>
          <p:nvPr/>
        </p:nvSpPr>
        <p:spPr>
          <a:xfrm>
            <a:off x="8077887" y="1292537"/>
            <a:ext cx="431400" cy="431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585;p46">
            <a:extLst>
              <a:ext uri="{FF2B5EF4-FFF2-40B4-BE49-F238E27FC236}">
                <a16:creationId xmlns:a16="http://schemas.microsoft.com/office/drawing/2014/main" id="{5974DE04-0500-01E8-3B73-168CCF66E24D}"/>
              </a:ext>
            </a:extLst>
          </p:cNvPr>
          <p:cNvSpPr/>
          <p:nvPr/>
        </p:nvSpPr>
        <p:spPr>
          <a:xfrm>
            <a:off x="5375400" y="3944787"/>
            <a:ext cx="431400" cy="431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586;p46">
            <a:extLst>
              <a:ext uri="{FF2B5EF4-FFF2-40B4-BE49-F238E27FC236}">
                <a16:creationId xmlns:a16="http://schemas.microsoft.com/office/drawing/2014/main" id="{8E0F2F8A-E085-9856-CD9C-1E893BE5633F}"/>
              </a:ext>
            </a:extLst>
          </p:cNvPr>
          <p:cNvSpPr/>
          <p:nvPr/>
        </p:nvSpPr>
        <p:spPr>
          <a:xfrm>
            <a:off x="8063875" y="3944787"/>
            <a:ext cx="431400" cy="431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16812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5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ENGINE CONFIGURATION</a:t>
            </a:r>
            <a:endParaRPr dirty="0"/>
          </a:p>
        </p:txBody>
      </p:sp>
      <p:graphicFrame>
        <p:nvGraphicFramePr>
          <p:cNvPr id="711" name="Google Shape;711;p52"/>
          <p:cNvGraphicFramePr/>
          <p:nvPr>
            <p:extLst>
              <p:ext uri="{D42A27DB-BD31-4B8C-83A1-F6EECF244321}">
                <p14:modId xmlns:p14="http://schemas.microsoft.com/office/powerpoint/2010/main" val="101684497"/>
              </p:ext>
            </p:extLst>
          </p:nvPr>
        </p:nvGraphicFramePr>
        <p:xfrm>
          <a:off x="720000" y="1297475"/>
          <a:ext cx="7704000" cy="2703125"/>
        </p:xfrm>
        <a:graphic>
          <a:graphicData uri="http://schemas.openxmlformats.org/drawingml/2006/table">
            <a:tbl>
              <a:tblPr>
                <a:noFill/>
                <a:tableStyleId>{782E89C0-04BC-4102-A76D-A2C8BBAC4593}</a:tableStyleId>
              </a:tblPr>
              <a:tblGrid>
                <a:gridCol w="1795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6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26675">
                <a:tc rowSpan="5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solidFill>
                            <a:schemeClr val="lt2"/>
                          </a:solidFill>
                          <a:latin typeface="Oranienbaum"/>
                          <a:ea typeface="Oranienbaum"/>
                          <a:cs typeface="Oranienbaum"/>
                          <a:sym typeface="Oranienbaum"/>
                        </a:rPr>
                        <a:t>ENGINE:</a:t>
                      </a:r>
                      <a:endParaRPr sz="1600" b="1" dirty="0">
                        <a:solidFill>
                          <a:schemeClr val="lt2"/>
                        </a:solidFill>
                        <a:latin typeface="Oranienbaum"/>
                        <a:ea typeface="Oranienbaum"/>
                        <a:cs typeface="Oranienbaum"/>
                        <a:sym typeface="Oranienbaum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Stockfish 17</a:t>
                      </a:r>
                      <a:endParaRPr sz="1600" dirty="0"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6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solidFill>
                            <a:schemeClr val="lt2"/>
                          </a:solidFill>
                          <a:latin typeface="Oranienbaum"/>
                          <a:ea typeface="Oranienbaum"/>
                          <a:cs typeface="Oranienbaum"/>
                          <a:sym typeface="Oranienbaum"/>
                        </a:rPr>
                        <a:t>DEPTH:</a:t>
                      </a:r>
                      <a:endParaRPr sz="1600" b="1" dirty="0">
                        <a:solidFill>
                          <a:schemeClr val="lt2"/>
                        </a:solidFill>
                        <a:latin typeface="Oranienbaum"/>
                        <a:ea typeface="Oranienbaum"/>
                        <a:cs typeface="Oranienbaum"/>
                        <a:sym typeface="Oranienbaum"/>
                      </a:endParaRPr>
                    </a:p>
                  </a:txBody>
                  <a:tcPr marL="91425" marR="91425" marT="91425" marB="91425" anchor="ctr"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14</a:t>
                      </a:r>
                      <a:endParaRPr sz="1600" dirty="0"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" sz="1600" b="1" i="0" u="none" strike="noStrike" cap="none" dirty="0">
                          <a:solidFill>
                            <a:schemeClr val="lt2"/>
                          </a:solidFill>
                          <a:latin typeface="Oranienbaum"/>
                          <a:ea typeface="Oranienbaum"/>
                          <a:cs typeface="Oranienbaum"/>
                          <a:sym typeface="Oranienbaum"/>
                        </a:rPr>
                        <a:t>THREADS:</a:t>
                      </a:r>
                      <a:endParaRPr sz="1600" b="1" i="0" u="none" strike="noStrike" cap="none" dirty="0">
                        <a:solidFill>
                          <a:schemeClr val="lt2"/>
                        </a:solidFill>
                        <a:latin typeface="Oranienbaum"/>
                        <a:ea typeface="Oranienbaum"/>
                        <a:cs typeface="Oranienbaum"/>
                        <a:sym typeface="Oranienbaum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81635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2</a:t>
                      </a:r>
                      <a:endParaRPr sz="1600" dirty="0"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6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solidFill>
                            <a:schemeClr val="lt2"/>
                          </a:solidFill>
                          <a:latin typeface="Oranienbaum"/>
                          <a:ea typeface="Oranienbaum"/>
                          <a:cs typeface="Oranienbaum"/>
                          <a:sym typeface="Oranienbaum"/>
                        </a:rPr>
                        <a:t>MAX WORKERS:</a:t>
                      </a:r>
                      <a:endParaRPr sz="1600" b="1" dirty="0">
                        <a:solidFill>
                          <a:schemeClr val="lt2"/>
                        </a:solidFill>
                        <a:latin typeface="Oranienbaum"/>
                        <a:ea typeface="Oranienbaum"/>
                        <a:cs typeface="Oranienbaum"/>
                        <a:sym typeface="Oranienbaum"/>
                      </a:endParaRPr>
                    </a:p>
                  </a:txBody>
                  <a:tcPr marL="91425" marR="91425" marT="91425" marB="91425" anchor="ctr"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8</a:t>
                      </a:r>
                      <a:endParaRPr sz="1600" dirty="0"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solidFill>
                            <a:schemeClr val="lt2"/>
                          </a:solidFill>
                          <a:latin typeface="Oranienbaum"/>
                          <a:ea typeface="Oranienbaum"/>
                          <a:cs typeface="Oranienbaum"/>
                          <a:sym typeface="Oranienbaum"/>
                        </a:rPr>
                        <a:t>BATCH:</a:t>
                      </a:r>
                      <a:endParaRPr sz="1600" b="1" dirty="0">
                        <a:solidFill>
                          <a:schemeClr val="lt2"/>
                        </a:solidFill>
                        <a:latin typeface="Oranienbaum"/>
                        <a:ea typeface="Oranienbaum"/>
                        <a:cs typeface="Oranienbaum"/>
                        <a:sym typeface="Oranienba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5000</a:t>
                      </a:r>
                      <a:endParaRPr sz="1600" dirty="0"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425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chemeClr val="lt2"/>
                        </a:solidFill>
                        <a:latin typeface="Oranienbaum"/>
                        <a:ea typeface="Oranienbaum"/>
                        <a:cs typeface="Oranienbaum"/>
                        <a:sym typeface="Oranienba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solidFill>
                            <a:schemeClr val="lt2"/>
                          </a:solidFill>
                          <a:latin typeface="Oranienbaum"/>
                          <a:ea typeface="Oranienbaum"/>
                          <a:cs typeface="Oranienbaum"/>
                          <a:sym typeface="Oranienbaum"/>
                        </a:rPr>
                        <a:t>LIMIT STRENGTH:</a:t>
                      </a:r>
                      <a:endParaRPr sz="1600" b="1" dirty="0">
                        <a:solidFill>
                          <a:schemeClr val="lt2"/>
                        </a:solidFill>
                        <a:latin typeface="Oranienbaum"/>
                        <a:ea typeface="Oranienbaum"/>
                        <a:cs typeface="Oranienbaum"/>
                        <a:sym typeface="Oranienbaum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1635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FALSE</a:t>
                      </a:r>
                      <a:endParaRPr sz="1600" dirty="0"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lt2"/>
                          </a:solidFill>
                          <a:latin typeface="Oranienbaum"/>
                          <a:ea typeface="Oranienbaum"/>
                          <a:cs typeface="Oranienbaum"/>
                          <a:sym typeface="Oranienbaum"/>
                        </a:rPr>
                        <a:t>WDL:</a:t>
                      </a:r>
                      <a:endParaRPr sz="1600" b="1" dirty="0">
                        <a:solidFill>
                          <a:schemeClr val="lt2"/>
                        </a:solidFill>
                        <a:latin typeface="Oranienbaum"/>
                        <a:ea typeface="Oranienbaum"/>
                        <a:cs typeface="Oranienbaum"/>
                        <a:sym typeface="Oranienbaum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81635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0" i="0" u="none" strike="noStrike" cap="none" dirty="0">
                          <a:solidFill>
                            <a:schemeClr val="dk1"/>
                          </a:solidFill>
                          <a:latin typeface="Anaheim"/>
                          <a:ea typeface="Oranienbaum"/>
                          <a:cs typeface="Oranienbaum"/>
                          <a:sym typeface="Oranienbaum"/>
                        </a:rPr>
                        <a:t>TRUE</a:t>
                      </a:r>
                      <a:endParaRPr sz="1600" b="0" i="0" u="none" strike="noStrike" cap="none" dirty="0">
                        <a:solidFill>
                          <a:schemeClr val="dk1"/>
                        </a:solidFill>
                        <a:latin typeface="Anaheim"/>
                        <a:ea typeface="Oranienbaum"/>
                        <a:cs typeface="Oranienbaum"/>
                        <a:sym typeface="Oranienbaum"/>
                      </a:endParaRPr>
                    </a:p>
                  </a:txBody>
                  <a:tcPr marL="91425" marR="91425" marT="91425" marB="91425" anchor="ctr"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675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solidFill>
                            <a:schemeClr val="lt2"/>
                          </a:solidFill>
                          <a:latin typeface="Oranienbaum"/>
                          <a:ea typeface="Oranienbaum"/>
                          <a:cs typeface="Oranienbaum"/>
                          <a:sym typeface="Oranienbaum"/>
                        </a:rPr>
                        <a:t>SKILL LEVEL:</a:t>
                      </a:r>
                      <a:endParaRPr sz="1600" b="1" dirty="0">
                        <a:solidFill>
                          <a:schemeClr val="lt2"/>
                        </a:solidFill>
                        <a:latin typeface="Oranienbaum"/>
                        <a:ea typeface="Oranienbaum"/>
                        <a:cs typeface="Oranienbaum"/>
                        <a:sym typeface="Oranienbaum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1635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20 (MAX STRENGTH)</a:t>
                      </a:r>
                      <a:endParaRPr sz="1600" dirty="0"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12" name="Google Shape;712;p52"/>
          <p:cNvSpPr/>
          <p:nvPr/>
        </p:nvSpPr>
        <p:spPr>
          <a:xfrm>
            <a:off x="1115700" y="2851148"/>
            <a:ext cx="515265" cy="769686"/>
          </a:xfrm>
          <a:custGeom>
            <a:avLst/>
            <a:gdLst/>
            <a:ahLst/>
            <a:cxnLst/>
            <a:rect l="l" t="t" r="r" b="b"/>
            <a:pathLst>
              <a:path w="10618" h="15860" extrusionOk="0">
                <a:moveTo>
                  <a:pt x="5188" y="0"/>
                </a:moveTo>
                <a:cubicBezTo>
                  <a:pt x="3806" y="0"/>
                  <a:pt x="2682" y="1125"/>
                  <a:pt x="2669" y="2506"/>
                </a:cubicBezTo>
                <a:cubicBezTo>
                  <a:pt x="2669" y="3617"/>
                  <a:pt x="3373" y="4551"/>
                  <a:pt x="4361" y="4890"/>
                </a:cubicBezTo>
                <a:cubicBezTo>
                  <a:pt x="1923" y="5119"/>
                  <a:pt x="1613" y="6082"/>
                  <a:pt x="3400" y="6284"/>
                </a:cubicBezTo>
                <a:cubicBezTo>
                  <a:pt x="3576" y="8871"/>
                  <a:pt x="3305" y="11024"/>
                  <a:pt x="2235" y="11824"/>
                </a:cubicBezTo>
                <a:cubicBezTo>
                  <a:pt x="1165" y="12622"/>
                  <a:pt x="515" y="12880"/>
                  <a:pt x="488" y="13326"/>
                </a:cubicBezTo>
                <a:cubicBezTo>
                  <a:pt x="461" y="13774"/>
                  <a:pt x="746" y="14031"/>
                  <a:pt x="1030" y="14139"/>
                </a:cubicBezTo>
                <a:cubicBezTo>
                  <a:pt x="123" y="14545"/>
                  <a:pt x="0" y="14897"/>
                  <a:pt x="231" y="15222"/>
                </a:cubicBezTo>
                <a:cubicBezTo>
                  <a:pt x="529" y="15629"/>
                  <a:pt x="1436" y="15791"/>
                  <a:pt x="2790" y="15818"/>
                </a:cubicBezTo>
                <a:cubicBezTo>
                  <a:pt x="3373" y="15832"/>
                  <a:pt x="4213" y="15845"/>
                  <a:pt x="5107" y="15859"/>
                </a:cubicBezTo>
                <a:lnTo>
                  <a:pt x="5540" y="15859"/>
                </a:lnTo>
                <a:cubicBezTo>
                  <a:pt x="5567" y="15845"/>
                  <a:pt x="5607" y="15845"/>
                  <a:pt x="5648" y="15845"/>
                </a:cubicBezTo>
                <a:lnTo>
                  <a:pt x="6542" y="15845"/>
                </a:lnTo>
                <a:cubicBezTo>
                  <a:pt x="6663" y="15845"/>
                  <a:pt x="6799" y="15832"/>
                  <a:pt x="6921" y="15832"/>
                </a:cubicBezTo>
                <a:lnTo>
                  <a:pt x="7016" y="15832"/>
                </a:lnTo>
                <a:cubicBezTo>
                  <a:pt x="7151" y="15832"/>
                  <a:pt x="7273" y="15818"/>
                  <a:pt x="7395" y="15818"/>
                </a:cubicBezTo>
                <a:lnTo>
                  <a:pt x="7436" y="15818"/>
                </a:lnTo>
                <a:cubicBezTo>
                  <a:pt x="7557" y="15805"/>
                  <a:pt x="7666" y="15805"/>
                  <a:pt x="7774" y="15805"/>
                </a:cubicBezTo>
                <a:cubicBezTo>
                  <a:pt x="7801" y="15791"/>
                  <a:pt x="7828" y="15791"/>
                  <a:pt x="7855" y="15791"/>
                </a:cubicBezTo>
                <a:cubicBezTo>
                  <a:pt x="7964" y="15791"/>
                  <a:pt x="8086" y="15778"/>
                  <a:pt x="8194" y="15778"/>
                </a:cubicBezTo>
                <a:cubicBezTo>
                  <a:pt x="8207" y="15778"/>
                  <a:pt x="8234" y="15764"/>
                  <a:pt x="8248" y="15764"/>
                </a:cubicBezTo>
                <a:cubicBezTo>
                  <a:pt x="8343" y="15764"/>
                  <a:pt x="8438" y="15751"/>
                  <a:pt x="8532" y="15751"/>
                </a:cubicBezTo>
                <a:cubicBezTo>
                  <a:pt x="8546" y="15751"/>
                  <a:pt x="8559" y="15737"/>
                  <a:pt x="8586" y="15737"/>
                </a:cubicBezTo>
                <a:cubicBezTo>
                  <a:pt x="8682" y="15737"/>
                  <a:pt x="8776" y="15724"/>
                  <a:pt x="8857" y="15710"/>
                </a:cubicBezTo>
                <a:cubicBezTo>
                  <a:pt x="8884" y="15710"/>
                  <a:pt x="8899" y="15710"/>
                  <a:pt x="8912" y="15697"/>
                </a:cubicBezTo>
                <a:cubicBezTo>
                  <a:pt x="9007" y="15697"/>
                  <a:pt x="9088" y="15683"/>
                  <a:pt x="9169" y="15670"/>
                </a:cubicBezTo>
                <a:cubicBezTo>
                  <a:pt x="10510" y="15426"/>
                  <a:pt x="10618" y="14464"/>
                  <a:pt x="9521" y="14207"/>
                </a:cubicBezTo>
                <a:cubicBezTo>
                  <a:pt x="10036" y="13774"/>
                  <a:pt x="10226" y="12974"/>
                  <a:pt x="9589" y="12758"/>
                </a:cubicBezTo>
                <a:cubicBezTo>
                  <a:pt x="8939" y="12555"/>
                  <a:pt x="7801" y="11851"/>
                  <a:pt x="7178" y="10334"/>
                </a:cubicBezTo>
                <a:cubicBezTo>
                  <a:pt x="6596" y="8911"/>
                  <a:pt x="6826" y="6596"/>
                  <a:pt x="6853" y="6298"/>
                </a:cubicBezTo>
                <a:cubicBezTo>
                  <a:pt x="6853" y="6271"/>
                  <a:pt x="6867" y="6271"/>
                  <a:pt x="6867" y="6271"/>
                </a:cubicBezTo>
                <a:cubicBezTo>
                  <a:pt x="6867" y="6271"/>
                  <a:pt x="7896" y="6244"/>
                  <a:pt x="8140" y="5905"/>
                </a:cubicBezTo>
                <a:cubicBezTo>
                  <a:pt x="8397" y="5540"/>
                  <a:pt x="7368" y="5038"/>
                  <a:pt x="6000" y="4890"/>
                </a:cubicBezTo>
                <a:cubicBezTo>
                  <a:pt x="6975" y="4551"/>
                  <a:pt x="7680" y="3630"/>
                  <a:pt x="7693" y="2533"/>
                </a:cubicBezTo>
                <a:cubicBezTo>
                  <a:pt x="7693" y="2452"/>
                  <a:pt x="7680" y="2371"/>
                  <a:pt x="7680" y="2290"/>
                </a:cubicBezTo>
                <a:cubicBezTo>
                  <a:pt x="7680" y="2262"/>
                  <a:pt x="7680" y="2235"/>
                  <a:pt x="7666" y="2221"/>
                </a:cubicBezTo>
                <a:cubicBezTo>
                  <a:pt x="7666" y="2167"/>
                  <a:pt x="7653" y="2113"/>
                  <a:pt x="7653" y="2059"/>
                </a:cubicBezTo>
                <a:cubicBezTo>
                  <a:pt x="7638" y="2032"/>
                  <a:pt x="7638" y="2005"/>
                  <a:pt x="7625" y="1978"/>
                </a:cubicBezTo>
                <a:cubicBezTo>
                  <a:pt x="7611" y="1923"/>
                  <a:pt x="7611" y="1883"/>
                  <a:pt x="7598" y="1829"/>
                </a:cubicBezTo>
                <a:cubicBezTo>
                  <a:pt x="7584" y="1802"/>
                  <a:pt x="7571" y="1775"/>
                  <a:pt x="7571" y="1748"/>
                </a:cubicBezTo>
                <a:cubicBezTo>
                  <a:pt x="7557" y="1694"/>
                  <a:pt x="7530" y="1652"/>
                  <a:pt x="7517" y="1598"/>
                </a:cubicBezTo>
                <a:cubicBezTo>
                  <a:pt x="7503" y="1585"/>
                  <a:pt x="7503" y="1558"/>
                  <a:pt x="7490" y="1531"/>
                </a:cubicBezTo>
                <a:cubicBezTo>
                  <a:pt x="7463" y="1463"/>
                  <a:pt x="7422" y="1396"/>
                  <a:pt x="7395" y="1327"/>
                </a:cubicBezTo>
                <a:cubicBezTo>
                  <a:pt x="7382" y="1327"/>
                  <a:pt x="7382" y="1314"/>
                  <a:pt x="7368" y="1300"/>
                </a:cubicBezTo>
                <a:cubicBezTo>
                  <a:pt x="7341" y="1246"/>
                  <a:pt x="7313" y="1192"/>
                  <a:pt x="7273" y="1138"/>
                </a:cubicBezTo>
                <a:cubicBezTo>
                  <a:pt x="7259" y="1125"/>
                  <a:pt x="7246" y="1098"/>
                  <a:pt x="7232" y="1071"/>
                </a:cubicBezTo>
                <a:cubicBezTo>
                  <a:pt x="7205" y="1030"/>
                  <a:pt x="7178" y="1002"/>
                  <a:pt x="7151" y="962"/>
                </a:cubicBezTo>
                <a:cubicBezTo>
                  <a:pt x="7124" y="935"/>
                  <a:pt x="7111" y="908"/>
                  <a:pt x="7084" y="894"/>
                </a:cubicBezTo>
                <a:cubicBezTo>
                  <a:pt x="7057" y="854"/>
                  <a:pt x="7030" y="827"/>
                  <a:pt x="7003" y="800"/>
                </a:cubicBezTo>
                <a:cubicBezTo>
                  <a:pt x="6975" y="773"/>
                  <a:pt x="6961" y="746"/>
                  <a:pt x="6934" y="719"/>
                </a:cubicBezTo>
                <a:cubicBezTo>
                  <a:pt x="6907" y="692"/>
                  <a:pt x="6867" y="664"/>
                  <a:pt x="6840" y="637"/>
                </a:cubicBezTo>
                <a:cubicBezTo>
                  <a:pt x="6813" y="623"/>
                  <a:pt x="6799" y="596"/>
                  <a:pt x="6772" y="569"/>
                </a:cubicBezTo>
                <a:cubicBezTo>
                  <a:pt x="6718" y="542"/>
                  <a:pt x="6677" y="502"/>
                  <a:pt x="6636" y="475"/>
                </a:cubicBezTo>
                <a:lnTo>
                  <a:pt x="6515" y="394"/>
                </a:lnTo>
                <a:cubicBezTo>
                  <a:pt x="6488" y="379"/>
                  <a:pt x="6447" y="352"/>
                  <a:pt x="6420" y="325"/>
                </a:cubicBezTo>
                <a:cubicBezTo>
                  <a:pt x="6380" y="312"/>
                  <a:pt x="6352" y="298"/>
                  <a:pt x="6311" y="285"/>
                </a:cubicBezTo>
                <a:cubicBezTo>
                  <a:pt x="6284" y="258"/>
                  <a:pt x="6244" y="244"/>
                  <a:pt x="6217" y="231"/>
                </a:cubicBezTo>
                <a:cubicBezTo>
                  <a:pt x="6176" y="217"/>
                  <a:pt x="6149" y="204"/>
                  <a:pt x="6109" y="190"/>
                </a:cubicBezTo>
                <a:cubicBezTo>
                  <a:pt x="6082" y="177"/>
                  <a:pt x="6040" y="163"/>
                  <a:pt x="6000" y="150"/>
                </a:cubicBezTo>
                <a:cubicBezTo>
                  <a:pt x="5973" y="136"/>
                  <a:pt x="5932" y="123"/>
                  <a:pt x="5892" y="109"/>
                </a:cubicBezTo>
                <a:lnTo>
                  <a:pt x="5878" y="109"/>
                </a:lnTo>
                <a:cubicBezTo>
                  <a:pt x="5661" y="41"/>
                  <a:pt x="5432" y="14"/>
                  <a:pt x="518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52"/>
          <p:cNvSpPr/>
          <p:nvPr/>
        </p:nvSpPr>
        <p:spPr>
          <a:xfrm rot="10800000">
            <a:off x="1630985" y="2851137"/>
            <a:ext cx="515265" cy="769686"/>
          </a:xfrm>
          <a:custGeom>
            <a:avLst/>
            <a:gdLst/>
            <a:ahLst/>
            <a:cxnLst/>
            <a:rect l="l" t="t" r="r" b="b"/>
            <a:pathLst>
              <a:path w="10618" h="15860" extrusionOk="0">
                <a:moveTo>
                  <a:pt x="5188" y="0"/>
                </a:moveTo>
                <a:cubicBezTo>
                  <a:pt x="3806" y="0"/>
                  <a:pt x="2682" y="1125"/>
                  <a:pt x="2669" y="2506"/>
                </a:cubicBezTo>
                <a:cubicBezTo>
                  <a:pt x="2669" y="3617"/>
                  <a:pt x="3373" y="4551"/>
                  <a:pt x="4361" y="4890"/>
                </a:cubicBezTo>
                <a:cubicBezTo>
                  <a:pt x="1923" y="5119"/>
                  <a:pt x="1613" y="6082"/>
                  <a:pt x="3400" y="6284"/>
                </a:cubicBezTo>
                <a:cubicBezTo>
                  <a:pt x="3576" y="8871"/>
                  <a:pt x="3305" y="11024"/>
                  <a:pt x="2235" y="11824"/>
                </a:cubicBezTo>
                <a:cubicBezTo>
                  <a:pt x="1165" y="12622"/>
                  <a:pt x="515" y="12880"/>
                  <a:pt x="488" y="13326"/>
                </a:cubicBezTo>
                <a:cubicBezTo>
                  <a:pt x="461" y="13774"/>
                  <a:pt x="746" y="14031"/>
                  <a:pt x="1030" y="14139"/>
                </a:cubicBezTo>
                <a:cubicBezTo>
                  <a:pt x="123" y="14545"/>
                  <a:pt x="0" y="14897"/>
                  <a:pt x="231" y="15222"/>
                </a:cubicBezTo>
                <a:cubicBezTo>
                  <a:pt x="529" y="15629"/>
                  <a:pt x="1436" y="15791"/>
                  <a:pt x="2790" y="15818"/>
                </a:cubicBezTo>
                <a:cubicBezTo>
                  <a:pt x="3373" y="15832"/>
                  <a:pt x="4213" y="15845"/>
                  <a:pt x="5107" y="15859"/>
                </a:cubicBezTo>
                <a:lnTo>
                  <a:pt x="5540" y="15859"/>
                </a:lnTo>
                <a:cubicBezTo>
                  <a:pt x="5567" y="15845"/>
                  <a:pt x="5607" y="15845"/>
                  <a:pt x="5648" y="15845"/>
                </a:cubicBezTo>
                <a:lnTo>
                  <a:pt x="6542" y="15845"/>
                </a:lnTo>
                <a:cubicBezTo>
                  <a:pt x="6663" y="15845"/>
                  <a:pt x="6799" y="15832"/>
                  <a:pt x="6921" y="15832"/>
                </a:cubicBezTo>
                <a:lnTo>
                  <a:pt x="7016" y="15832"/>
                </a:lnTo>
                <a:cubicBezTo>
                  <a:pt x="7151" y="15832"/>
                  <a:pt x="7273" y="15818"/>
                  <a:pt x="7395" y="15818"/>
                </a:cubicBezTo>
                <a:lnTo>
                  <a:pt x="7436" y="15818"/>
                </a:lnTo>
                <a:cubicBezTo>
                  <a:pt x="7557" y="15805"/>
                  <a:pt x="7666" y="15805"/>
                  <a:pt x="7774" y="15805"/>
                </a:cubicBezTo>
                <a:cubicBezTo>
                  <a:pt x="7801" y="15791"/>
                  <a:pt x="7828" y="15791"/>
                  <a:pt x="7855" y="15791"/>
                </a:cubicBezTo>
                <a:cubicBezTo>
                  <a:pt x="7964" y="15791"/>
                  <a:pt x="8086" y="15778"/>
                  <a:pt x="8194" y="15778"/>
                </a:cubicBezTo>
                <a:cubicBezTo>
                  <a:pt x="8207" y="15778"/>
                  <a:pt x="8234" y="15764"/>
                  <a:pt x="8248" y="15764"/>
                </a:cubicBezTo>
                <a:cubicBezTo>
                  <a:pt x="8343" y="15764"/>
                  <a:pt x="8438" y="15751"/>
                  <a:pt x="8532" y="15751"/>
                </a:cubicBezTo>
                <a:cubicBezTo>
                  <a:pt x="8546" y="15751"/>
                  <a:pt x="8559" y="15737"/>
                  <a:pt x="8586" y="15737"/>
                </a:cubicBezTo>
                <a:cubicBezTo>
                  <a:pt x="8682" y="15737"/>
                  <a:pt x="8776" y="15724"/>
                  <a:pt x="8857" y="15710"/>
                </a:cubicBezTo>
                <a:cubicBezTo>
                  <a:pt x="8884" y="15710"/>
                  <a:pt x="8899" y="15710"/>
                  <a:pt x="8912" y="15697"/>
                </a:cubicBezTo>
                <a:cubicBezTo>
                  <a:pt x="9007" y="15697"/>
                  <a:pt x="9088" y="15683"/>
                  <a:pt x="9169" y="15670"/>
                </a:cubicBezTo>
                <a:cubicBezTo>
                  <a:pt x="10510" y="15426"/>
                  <a:pt x="10618" y="14464"/>
                  <a:pt x="9521" y="14207"/>
                </a:cubicBezTo>
                <a:cubicBezTo>
                  <a:pt x="10036" y="13774"/>
                  <a:pt x="10226" y="12974"/>
                  <a:pt x="9589" y="12758"/>
                </a:cubicBezTo>
                <a:cubicBezTo>
                  <a:pt x="8939" y="12555"/>
                  <a:pt x="7801" y="11851"/>
                  <a:pt x="7178" y="10334"/>
                </a:cubicBezTo>
                <a:cubicBezTo>
                  <a:pt x="6596" y="8911"/>
                  <a:pt x="6826" y="6596"/>
                  <a:pt x="6853" y="6298"/>
                </a:cubicBezTo>
                <a:cubicBezTo>
                  <a:pt x="6853" y="6271"/>
                  <a:pt x="6867" y="6271"/>
                  <a:pt x="6867" y="6271"/>
                </a:cubicBezTo>
                <a:cubicBezTo>
                  <a:pt x="6867" y="6271"/>
                  <a:pt x="7896" y="6244"/>
                  <a:pt x="8140" y="5905"/>
                </a:cubicBezTo>
                <a:cubicBezTo>
                  <a:pt x="8397" y="5540"/>
                  <a:pt x="7368" y="5038"/>
                  <a:pt x="6000" y="4890"/>
                </a:cubicBezTo>
                <a:cubicBezTo>
                  <a:pt x="6975" y="4551"/>
                  <a:pt x="7680" y="3630"/>
                  <a:pt x="7693" y="2533"/>
                </a:cubicBezTo>
                <a:cubicBezTo>
                  <a:pt x="7693" y="2452"/>
                  <a:pt x="7680" y="2371"/>
                  <a:pt x="7680" y="2290"/>
                </a:cubicBezTo>
                <a:cubicBezTo>
                  <a:pt x="7680" y="2262"/>
                  <a:pt x="7680" y="2235"/>
                  <a:pt x="7666" y="2221"/>
                </a:cubicBezTo>
                <a:cubicBezTo>
                  <a:pt x="7666" y="2167"/>
                  <a:pt x="7653" y="2113"/>
                  <a:pt x="7653" y="2059"/>
                </a:cubicBezTo>
                <a:cubicBezTo>
                  <a:pt x="7638" y="2032"/>
                  <a:pt x="7638" y="2005"/>
                  <a:pt x="7625" y="1978"/>
                </a:cubicBezTo>
                <a:cubicBezTo>
                  <a:pt x="7611" y="1923"/>
                  <a:pt x="7611" y="1883"/>
                  <a:pt x="7598" y="1829"/>
                </a:cubicBezTo>
                <a:cubicBezTo>
                  <a:pt x="7584" y="1802"/>
                  <a:pt x="7571" y="1775"/>
                  <a:pt x="7571" y="1748"/>
                </a:cubicBezTo>
                <a:cubicBezTo>
                  <a:pt x="7557" y="1694"/>
                  <a:pt x="7530" y="1652"/>
                  <a:pt x="7517" y="1598"/>
                </a:cubicBezTo>
                <a:cubicBezTo>
                  <a:pt x="7503" y="1585"/>
                  <a:pt x="7503" y="1558"/>
                  <a:pt x="7490" y="1531"/>
                </a:cubicBezTo>
                <a:cubicBezTo>
                  <a:pt x="7463" y="1463"/>
                  <a:pt x="7422" y="1396"/>
                  <a:pt x="7395" y="1327"/>
                </a:cubicBezTo>
                <a:cubicBezTo>
                  <a:pt x="7382" y="1327"/>
                  <a:pt x="7382" y="1314"/>
                  <a:pt x="7368" y="1300"/>
                </a:cubicBezTo>
                <a:cubicBezTo>
                  <a:pt x="7341" y="1246"/>
                  <a:pt x="7313" y="1192"/>
                  <a:pt x="7273" y="1138"/>
                </a:cubicBezTo>
                <a:cubicBezTo>
                  <a:pt x="7259" y="1125"/>
                  <a:pt x="7246" y="1098"/>
                  <a:pt x="7232" y="1071"/>
                </a:cubicBezTo>
                <a:cubicBezTo>
                  <a:pt x="7205" y="1030"/>
                  <a:pt x="7178" y="1002"/>
                  <a:pt x="7151" y="962"/>
                </a:cubicBezTo>
                <a:cubicBezTo>
                  <a:pt x="7124" y="935"/>
                  <a:pt x="7111" y="908"/>
                  <a:pt x="7084" y="894"/>
                </a:cubicBezTo>
                <a:cubicBezTo>
                  <a:pt x="7057" y="854"/>
                  <a:pt x="7030" y="827"/>
                  <a:pt x="7003" y="800"/>
                </a:cubicBezTo>
                <a:cubicBezTo>
                  <a:pt x="6975" y="773"/>
                  <a:pt x="6961" y="746"/>
                  <a:pt x="6934" y="719"/>
                </a:cubicBezTo>
                <a:cubicBezTo>
                  <a:pt x="6907" y="692"/>
                  <a:pt x="6867" y="664"/>
                  <a:pt x="6840" y="637"/>
                </a:cubicBezTo>
                <a:cubicBezTo>
                  <a:pt x="6813" y="623"/>
                  <a:pt x="6799" y="596"/>
                  <a:pt x="6772" y="569"/>
                </a:cubicBezTo>
                <a:cubicBezTo>
                  <a:pt x="6718" y="542"/>
                  <a:pt x="6677" y="502"/>
                  <a:pt x="6636" y="475"/>
                </a:cubicBezTo>
                <a:lnTo>
                  <a:pt x="6515" y="394"/>
                </a:lnTo>
                <a:cubicBezTo>
                  <a:pt x="6488" y="379"/>
                  <a:pt x="6447" y="352"/>
                  <a:pt x="6420" y="325"/>
                </a:cubicBezTo>
                <a:cubicBezTo>
                  <a:pt x="6380" y="312"/>
                  <a:pt x="6352" y="298"/>
                  <a:pt x="6311" y="285"/>
                </a:cubicBezTo>
                <a:cubicBezTo>
                  <a:pt x="6284" y="258"/>
                  <a:pt x="6244" y="244"/>
                  <a:pt x="6217" y="231"/>
                </a:cubicBezTo>
                <a:cubicBezTo>
                  <a:pt x="6176" y="217"/>
                  <a:pt x="6149" y="204"/>
                  <a:pt x="6109" y="190"/>
                </a:cubicBezTo>
                <a:cubicBezTo>
                  <a:pt x="6082" y="177"/>
                  <a:pt x="6040" y="163"/>
                  <a:pt x="6000" y="150"/>
                </a:cubicBezTo>
                <a:cubicBezTo>
                  <a:pt x="5973" y="136"/>
                  <a:pt x="5932" y="123"/>
                  <a:pt x="5892" y="109"/>
                </a:cubicBezTo>
                <a:lnTo>
                  <a:pt x="5878" y="109"/>
                </a:lnTo>
                <a:cubicBezTo>
                  <a:pt x="5661" y="41"/>
                  <a:pt x="5432" y="14"/>
                  <a:pt x="518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4" name="Google Shape;714;p52"/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715" name="Google Shape;715;p52"/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52"/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712;p52">
            <a:extLst>
              <a:ext uri="{FF2B5EF4-FFF2-40B4-BE49-F238E27FC236}">
                <a16:creationId xmlns:a16="http://schemas.microsoft.com/office/drawing/2014/main" id="{A1197536-CD37-BA60-970A-0FB9C5D33450}"/>
              </a:ext>
            </a:extLst>
          </p:cNvPr>
          <p:cNvSpPr/>
          <p:nvPr/>
        </p:nvSpPr>
        <p:spPr>
          <a:xfrm rot="10800000">
            <a:off x="1101847" y="1731696"/>
            <a:ext cx="515265" cy="769686"/>
          </a:xfrm>
          <a:custGeom>
            <a:avLst/>
            <a:gdLst/>
            <a:ahLst/>
            <a:cxnLst/>
            <a:rect l="l" t="t" r="r" b="b"/>
            <a:pathLst>
              <a:path w="10618" h="15860" extrusionOk="0">
                <a:moveTo>
                  <a:pt x="5188" y="0"/>
                </a:moveTo>
                <a:cubicBezTo>
                  <a:pt x="3806" y="0"/>
                  <a:pt x="2682" y="1125"/>
                  <a:pt x="2669" y="2506"/>
                </a:cubicBezTo>
                <a:cubicBezTo>
                  <a:pt x="2669" y="3617"/>
                  <a:pt x="3373" y="4551"/>
                  <a:pt x="4361" y="4890"/>
                </a:cubicBezTo>
                <a:cubicBezTo>
                  <a:pt x="1923" y="5119"/>
                  <a:pt x="1613" y="6082"/>
                  <a:pt x="3400" y="6284"/>
                </a:cubicBezTo>
                <a:cubicBezTo>
                  <a:pt x="3576" y="8871"/>
                  <a:pt x="3305" y="11024"/>
                  <a:pt x="2235" y="11824"/>
                </a:cubicBezTo>
                <a:cubicBezTo>
                  <a:pt x="1165" y="12622"/>
                  <a:pt x="515" y="12880"/>
                  <a:pt x="488" y="13326"/>
                </a:cubicBezTo>
                <a:cubicBezTo>
                  <a:pt x="461" y="13774"/>
                  <a:pt x="746" y="14031"/>
                  <a:pt x="1030" y="14139"/>
                </a:cubicBezTo>
                <a:cubicBezTo>
                  <a:pt x="123" y="14545"/>
                  <a:pt x="0" y="14897"/>
                  <a:pt x="231" y="15222"/>
                </a:cubicBezTo>
                <a:cubicBezTo>
                  <a:pt x="529" y="15629"/>
                  <a:pt x="1436" y="15791"/>
                  <a:pt x="2790" y="15818"/>
                </a:cubicBezTo>
                <a:cubicBezTo>
                  <a:pt x="3373" y="15832"/>
                  <a:pt x="4213" y="15845"/>
                  <a:pt x="5107" y="15859"/>
                </a:cubicBezTo>
                <a:lnTo>
                  <a:pt x="5540" y="15859"/>
                </a:lnTo>
                <a:cubicBezTo>
                  <a:pt x="5567" y="15845"/>
                  <a:pt x="5607" y="15845"/>
                  <a:pt x="5648" y="15845"/>
                </a:cubicBezTo>
                <a:lnTo>
                  <a:pt x="6542" y="15845"/>
                </a:lnTo>
                <a:cubicBezTo>
                  <a:pt x="6663" y="15845"/>
                  <a:pt x="6799" y="15832"/>
                  <a:pt x="6921" y="15832"/>
                </a:cubicBezTo>
                <a:lnTo>
                  <a:pt x="7016" y="15832"/>
                </a:lnTo>
                <a:cubicBezTo>
                  <a:pt x="7151" y="15832"/>
                  <a:pt x="7273" y="15818"/>
                  <a:pt x="7395" y="15818"/>
                </a:cubicBezTo>
                <a:lnTo>
                  <a:pt x="7436" y="15818"/>
                </a:lnTo>
                <a:cubicBezTo>
                  <a:pt x="7557" y="15805"/>
                  <a:pt x="7666" y="15805"/>
                  <a:pt x="7774" y="15805"/>
                </a:cubicBezTo>
                <a:cubicBezTo>
                  <a:pt x="7801" y="15791"/>
                  <a:pt x="7828" y="15791"/>
                  <a:pt x="7855" y="15791"/>
                </a:cubicBezTo>
                <a:cubicBezTo>
                  <a:pt x="7964" y="15791"/>
                  <a:pt x="8086" y="15778"/>
                  <a:pt x="8194" y="15778"/>
                </a:cubicBezTo>
                <a:cubicBezTo>
                  <a:pt x="8207" y="15778"/>
                  <a:pt x="8234" y="15764"/>
                  <a:pt x="8248" y="15764"/>
                </a:cubicBezTo>
                <a:cubicBezTo>
                  <a:pt x="8343" y="15764"/>
                  <a:pt x="8438" y="15751"/>
                  <a:pt x="8532" y="15751"/>
                </a:cubicBezTo>
                <a:cubicBezTo>
                  <a:pt x="8546" y="15751"/>
                  <a:pt x="8559" y="15737"/>
                  <a:pt x="8586" y="15737"/>
                </a:cubicBezTo>
                <a:cubicBezTo>
                  <a:pt x="8682" y="15737"/>
                  <a:pt x="8776" y="15724"/>
                  <a:pt x="8857" y="15710"/>
                </a:cubicBezTo>
                <a:cubicBezTo>
                  <a:pt x="8884" y="15710"/>
                  <a:pt x="8899" y="15710"/>
                  <a:pt x="8912" y="15697"/>
                </a:cubicBezTo>
                <a:cubicBezTo>
                  <a:pt x="9007" y="15697"/>
                  <a:pt x="9088" y="15683"/>
                  <a:pt x="9169" y="15670"/>
                </a:cubicBezTo>
                <a:cubicBezTo>
                  <a:pt x="10510" y="15426"/>
                  <a:pt x="10618" y="14464"/>
                  <a:pt x="9521" y="14207"/>
                </a:cubicBezTo>
                <a:cubicBezTo>
                  <a:pt x="10036" y="13774"/>
                  <a:pt x="10226" y="12974"/>
                  <a:pt x="9589" y="12758"/>
                </a:cubicBezTo>
                <a:cubicBezTo>
                  <a:pt x="8939" y="12555"/>
                  <a:pt x="7801" y="11851"/>
                  <a:pt x="7178" y="10334"/>
                </a:cubicBezTo>
                <a:cubicBezTo>
                  <a:pt x="6596" y="8911"/>
                  <a:pt x="6826" y="6596"/>
                  <a:pt x="6853" y="6298"/>
                </a:cubicBezTo>
                <a:cubicBezTo>
                  <a:pt x="6853" y="6271"/>
                  <a:pt x="6867" y="6271"/>
                  <a:pt x="6867" y="6271"/>
                </a:cubicBezTo>
                <a:cubicBezTo>
                  <a:pt x="6867" y="6271"/>
                  <a:pt x="7896" y="6244"/>
                  <a:pt x="8140" y="5905"/>
                </a:cubicBezTo>
                <a:cubicBezTo>
                  <a:pt x="8397" y="5540"/>
                  <a:pt x="7368" y="5038"/>
                  <a:pt x="6000" y="4890"/>
                </a:cubicBezTo>
                <a:cubicBezTo>
                  <a:pt x="6975" y="4551"/>
                  <a:pt x="7680" y="3630"/>
                  <a:pt x="7693" y="2533"/>
                </a:cubicBezTo>
                <a:cubicBezTo>
                  <a:pt x="7693" y="2452"/>
                  <a:pt x="7680" y="2371"/>
                  <a:pt x="7680" y="2290"/>
                </a:cubicBezTo>
                <a:cubicBezTo>
                  <a:pt x="7680" y="2262"/>
                  <a:pt x="7680" y="2235"/>
                  <a:pt x="7666" y="2221"/>
                </a:cubicBezTo>
                <a:cubicBezTo>
                  <a:pt x="7666" y="2167"/>
                  <a:pt x="7653" y="2113"/>
                  <a:pt x="7653" y="2059"/>
                </a:cubicBezTo>
                <a:cubicBezTo>
                  <a:pt x="7638" y="2032"/>
                  <a:pt x="7638" y="2005"/>
                  <a:pt x="7625" y="1978"/>
                </a:cubicBezTo>
                <a:cubicBezTo>
                  <a:pt x="7611" y="1923"/>
                  <a:pt x="7611" y="1883"/>
                  <a:pt x="7598" y="1829"/>
                </a:cubicBezTo>
                <a:cubicBezTo>
                  <a:pt x="7584" y="1802"/>
                  <a:pt x="7571" y="1775"/>
                  <a:pt x="7571" y="1748"/>
                </a:cubicBezTo>
                <a:cubicBezTo>
                  <a:pt x="7557" y="1694"/>
                  <a:pt x="7530" y="1652"/>
                  <a:pt x="7517" y="1598"/>
                </a:cubicBezTo>
                <a:cubicBezTo>
                  <a:pt x="7503" y="1585"/>
                  <a:pt x="7503" y="1558"/>
                  <a:pt x="7490" y="1531"/>
                </a:cubicBezTo>
                <a:cubicBezTo>
                  <a:pt x="7463" y="1463"/>
                  <a:pt x="7422" y="1396"/>
                  <a:pt x="7395" y="1327"/>
                </a:cubicBezTo>
                <a:cubicBezTo>
                  <a:pt x="7382" y="1327"/>
                  <a:pt x="7382" y="1314"/>
                  <a:pt x="7368" y="1300"/>
                </a:cubicBezTo>
                <a:cubicBezTo>
                  <a:pt x="7341" y="1246"/>
                  <a:pt x="7313" y="1192"/>
                  <a:pt x="7273" y="1138"/>
                </a:cubicBezTo>
                <a:cubicBezTo>
                  <a:pt x="7259" y="1125"/>
                  <a:pt x="7246" y="1098"/>
                  <a:pt x="7232" y="1071"/>
                </a:cubicBezTo>
                <a:cubicBezTo>
                  <a:pt x="7205" y="1030"/>
                  <a:pt x="7178" y="1002"/>
                  <a:pt x="7151" y="962"/>
                </a:cubicBezTo>
                <a:cubicBezTo>
                  <a:pt x="7124" y="935"/>
                  <a:pt x="7111" y="908"/>
                  <a:pt x="7084" y="894"/>
                </a:cubicBezTo>
                <a:cubicBezTo>
                  <a:pt x="7057" y="854"/>
                  <a:pt x="7030" y="827"/>
                  <a:pt x="7003" y="800"/>
                </a:cubicBezTo>
                <a:cubicBezTo>
                  <a:pt x="6975" y="773"/>
                  <a:pt x="6961" y="746"/>
                  <a:pt x="6934" y="719"/>
                </a:cubicBezTo>
                <a:cubicBezTo>
                  <a:pt x="6907" y="692"/>
                  <a:pt x="6867" y="664"/>
                  <a:pt x="6840" y="637"/>
                </a:cubicBezTo>
                <a:cubicBezTo>
                  <a:pt x="6813" y="623"/>
                  <a:pt x="6799" y="596"/>
                  <a:pt x="6772" y="569"/>
                </a:cubicBezTo>
                <a:cubicBezTo>
                  <a:pt x="6718" y="542"/>
                  <a:pt x="6677" y="502"/>
                  <a:pt x="6636" y="475"/>
                </a:cubicBezTo>
                <a:lnTo>
                  <a:pt x="6515" y="394"/>
                </a:lnTo>
                <a:cubicBezTo>
                  <a:pt x="6488" y="379"/>
                  <a:pt x="6447" y="352"/>
                  <a:pt x="6420" y="325"/>
                </a:cubicBezTo>
                <a:cubicBezTo>
                  <a:pt x="6380" y="312"/>
                  <a:pt x="6352" y="298"/>
                  <a:pt x="6311" y="285"/>
                </a:cubicBezTo>
                <a:cubicBezTo>
                  <a:pt x="6284" y="258"/>
                  <a:pt x="6244" y="244"/>
                  <a:pt x="6217" y="231"/>
                </a:cubicBezTo>
                <a:cubicBezTo>
                  <a:pt x="6176" y="217"/>
                  <a:pt x="6149" y="204"/>
                  <a:pt x="6109" y="190"/>
                </a:cubicBezTo>
                <a:cubicBezTo>
                  <a:pt x="6082" y="177"/>
                  <a:pt x="6040" y="163"/>
                  <a:pt x="6000" y="150"/>
                </a:cubicBezTo>
                <a:cubicBezTo>
                  <a:pt x="5973" y="136"/>
                  <a:pt x="5932" y="123"/>
                  <a:pt x="5892" y="109"/>
                </a:cubicBezTo>
                <a:lnTo>
                  <a:pt x="5878" y="109"/>
                </a:lnTo>
                <a:cubicBezTo>
                  <a:pt x="5661" y="41"/>
                  <a:pt x="5432" y="14"/>
                  <a:pt x="518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713;p52">
            <a:extLst>
              <a:ext uri="{FF2B5EF4-FFF2-40B4-BE49-F238E27FC236}">
                <a16:creationId xmlns:a16="http://schemas.microsoft.com/office/drawing/2014/main" id="{7EA96E86-FEAE-1E5D-F95A-B771D1B3C991}"/>
              </a:ext>
            </a:extLst>
          </p:cNvPr>
          <p:cNvSpPr/>
          <p:nvPr/>
        </p:nvSpPr>
        <p:spPr>
          <a:xfrm>
            <a:off x="1617132" y="1731685"/>
            <a:ext cx="515265" cy="769686"/>
          </a:xfrm>
          <a:custGeom>
            <a:avLst/>
            <a:gdLst/>
            <a:ahLst/>
            <a:cxnLst/>
            <a:rect l="l" t="t" r="r" b="b"/>
            <a:pathLst>
              <a:path w="10618" h="15860" extrusionOk="0">
                <a:moveTo>
                  <a:pt x="5188" y="0"/>
                </a:moveTo>
                <a:cubicBezTo>
                  <a:pt x="3806" y="0"/>
                  <a:pt x="2682" y="1125"/>
                  <a:pt x="2669" y="2506"/>
                </a:cubicBezTo>
                <a:cubicBezTo>
                  <a:pt x="2669" y="3617"/>
                  <a:pt x="3373" y="4551"/>
                  <a:pt x="4361" y="4890"/>
                </a:cubicBezTo>
                <a:cubicBezTo>
                  <a:pt x="1923" y="5119"/>
                  <a:pt x="1613" y="6082"/>
                  <a:pt x="3400" y="6284"/>
                </a:cubicBezTo>
                <a:cubicBezTo>
                  <a:pt x="3576" y="8871"/>
                  <a:pt x="3305" y="11024"/>
                  <a:pt x="2235" y="11824"/>
                </a:cubicBezTo>
                <a:cubicBezTo>
                  <a:pt x="1165" y="12622"/>
                  <a:pt x="515" y="12880"/>
                  <a:pt x="488" y="13326"/>
                </a:cubicBezTo>
                <a:cubicBezTo>
                  <a:pt x="461" y="13774"/>
                  <a:pt x="746" y="14031"/>
                  <a:pt x="1030" y="14139"/>
                </a:cubicBezTo>
                <a:cubicBezTo>
                  <a:pt x="123" y="14545"/>
                  <a:pt x="0" y="14897"/>
                  <a:pt x="231" y="15222"/>
                </a:cubicBezTo>
                <a:cubicBezTo>
                  <a:pt x="529" y="15629"/>
                  <a:pt x="1436" y="15791"/>
                  <a:pt x="2790" y="15818"/>
                </a:cubicBezTo>
                <a:cubicBezTo>
                  <a:pt x="3373" y="15832"/>
                  <a:pt x="4213" y="15845"/>
                  <a:pt x="5107" y="15859"/>
                </a:cubicBezTo>
                <a:lnTo>
                  <a:pt x="5540" y="15859"/>
                </a:lnTo>
                <a:cubicBezTo>
                  <a:pt x="5567" y="15845"/>
                  <a:pt x="5607" y="15845"/>
                  <a:pt x="5648" y="15845"/>
                </a:cubicBezTo>
                <a:lnTo>
                  <a:pt x="6542" y="15845"/>
                </a:lnTo>
                <a:cubicBezTo>
                  <a:pt x="6663" y="15845"/>
                  <a:pt x="6799" y="15832"/>
                  <a:pt x="6921" y="15832"/>
                </a:cubicBezTo>
                <a:lnTo>
                  <a:pt x="7016" y="15832"/>
                </a:lnTo>
                <a:cubicBezTo>
                  <a:pt x="7151" y="15832"/>
                  <a:pt x="7273" y="15818"/>
                  <a:pt x="7395" y="15818"/>
                </a:cubicBezTo>
                <a:lnTo>
                  <a:pt x="7436" y="15818"/>
                </a:lnTo>
                <a:cubicBezTo>
                  <a:pt x="7557" y="15805"/>
                  <a:pt x="7666" y="15805"/>
                  <a:pt x="7774" y="15805"/>
                </a:cubicBezTo>
                <a:cubicBezTo>
                  <a:pt x="7801" y="15791"/>
                  <a:pt x="7828" y="15791"/>
                  <a:pt x="7855" y="15791"/>
                </a:cubicBezTo>
                <a:cubicBezTo>
                  <a:pt x="7964" y="15791"/>
                  <a:pt x="8086" y="15778"/>
                  <a:pt x="8194" y="15778"/>
                </a:cubicBezTo>
                <a:cubicBezTo>
                  <a:pt x="8207" y="15778"/>
                  <a:pt x="8234" y="15764"/>
                  <a:pt x="8248" y="15764"/>
                </a:cubicBezTo>
                <a:cubicBezTo>
                  <a:pt x="8343" y="15764"/>
                  <a:pt x="8438" y="15751"/>
                  <a:pt x="8532" y="15751"/>
                </a:cubicBezTo>
                <a:cubicBezTo>
                  <a:pt x="8546" y="15751"/>
                  <a:pt x="8559" y="15737"/>
                  <a:pt x="8586" y="15737"/>
                </a:cubicBezTo>
                <a:cubicBezTo>
                  <a:pt x="8682" y="15737"/>
                  <a:pt x="8776" y="15724"/>
                  <a:pt x="8857" y="15710"/>
                </a:cubicBezTo>
                <a:cubicBezTo>
                  <a:pt x="8884" y="15710"/>
                  <a:pt x="8899" y="15710"/>
                  <a:pt x="8912" y="15697"/>
                </a:cubicBezTo>
                <a:cubicBezTo>
                  <a:pt x="9007" y="15697"/>
                  <a:pt x="9088" y="15683"/>
                  <a:pt x="9169" y="15670"/>
                </a:cubicBezTo>
                <a:cubicBezTo>
                  <a:pt x="10510" y="15426"/>
                  <a:pt x="10618" y="14464"/>
                  <a:pt x="9521" y="14207"/>
                </a:cubicBezTo>
                <a:cubicBezTo>
                  <a:pt x="10036" y="13774"/>
                  <a:pt x="10226" y="12974"/>
                  <a:pt x="9589" y="12758"/>
                </a:cubicBezTo>
                <a:cubicBezTo>
                  <a:pt x="8939" y="12555"/>
                  <a:pt x="7801" y="11851"/>
                  <a:pt x="7178" y="10334"/>
                </a:cubicBezTo>
                <a:cubicBezTo>
                  <a:pt x="6596" y="8911"/>
                  <a:pt x="6826" y="6596"/>
                  <a:pt x="6853" y="6298"/>
                </a:cubicBezTo>
                <a:cubicBezTo>
                  <a:pt x="6853" y="6271"/>
                  <a:pt x="6867" y="6271"/>
                  <a:pt x="6867" y="6271"/>
                </a:cubicBezTo>
                <a:cubicBezTo>
                  <a:pt x="6867" y="6271"/>
                  <a:pt x="7896" y="6244"/>
                  <a:pt x="8140" y="5905"/>
                </a:cubicBezTo>
                <a:cubicBezTo>
                  <a:pt x="8397" y="5540"/>
                  <a:pt x="7368" y="5038"/>
                  <a:pt x="6000" y="4890"/>
                </a:cubicBezTo>
                <a:cubicBezTo>
                  <a:pt x="6975" y="4551"/>
                  <a:pt x="7680" y="3630"/>
                  <a:pt x="7693" y="2533"/>
                </a:cubicBezTo>
                <a:cubicBezTo>
                  <a:pt x="7693" y="2452"/>
                  <a:pt x="7680" y="2371"/>
                  <a:pt x="7680" y="2290"/>
                </a:cubicBezTo>
                <a:cubicBezTo>
                  <a:pt x="7680" y="2262"/>
                  <a:pt x="7680" y="2235"/>
                  <a:pt x="7666" y="2221"/>
                </a:cubicBezTo>
                <a:cubicBezTo>
                  <a:pt x="7666" y="2167"/>
                  <a:pt x="7653" y="2113"/>
                  <a:pt x="7653" y="2059"/>
                </a:cubicBezTo>
                <a:cubicBezTo>
                  <a:pt x="7638" y="2032"/>
                  <a:pt x="7638" y="2005"/>
                  <a:pt x="7625" y="1978"/>
                </a:cubicBezTo>
                <a:cubicBezTo>
                  <a:pt x="7611" y="1923"/>
                  <a:pt x="7611" y="1883"/>
                  <a:pt x="7598" y="1829"/>
                </a:cubicBezTo>
                <a:cubicBezTo>
                  <a:pt x="7584" y="1802"/>
                  <a:pt x="7571" y="1775"/>
                  <a:pt x="7571" y="1748"/>
                </a:cubicBezTo>
                <a:cubicBezTo>
                  <a:pt x="7557" y="1694"/>
                  <a:pt x="7530" y="1652"/>
                  <a:pt x="7517" y="1598"/>
                </a:cubicBezTo>
                <a:cubicBezTo>
                  <a:pt x="7503" y="1585"/>
                  <a:pt x="7503" y="1558"/>
                  <a:pt x="7490" y="1531"/>
                </a:cubicBezTo>
                <a:cubicBezTo>
                  <a:pt x="7463" y="1463"/>
                  <a:pt x="7422" y="1396"/>
                  <a:pt x="7395" y="1327"/>
                </a:cubicBezTo>
                <a:cubicBezTo>
                  <a:pt x="7382" y="1327"/>
                  <a:pt x="7382" y="1314"/>
                  <a:pt x="7368" y="1300"/>
                </a:cubicBezTo>
                <a:cubicBezTo>
                  <a:pt x="7341" y="1246"/>
                  <a:pt x="7313" y="1192"/>
                  <a:pt x="7273" y="1138"/>
                </a:cubicBezTo>
                <a:cubicBezTo>
                  <a:pt x="7259" y="1125"/>
                  <a:pt x="7246" y="1098"/>
                  <a:pt x="7232" y="1071"/>
                </a:cubicBezTo>
                <a:cubicBezTo>
                  <a:pt x="7205" y="1030"/>
                  <a:pt x="7178" y="1002"/>
                  <a:pt x="7151" y="962"/>
                </a:cubicBezTo>
                <a:cubicBezTo>
                  <a:pt x="7124" y="935"/>
                  <a:pt x="7111" y="908"/>
                  <a:pt x="7084" y="894"/>
                </a:cubicBezTo>
                <a:cubicBezTo>
                  <a:pt x="7057" y="854"/>
                  <a:pt x="7030" y="827"/>
                  <a:pt x="7003" y="800"/>
                </a:cubicBezTo>
                <a:cubicBezTo>
                  <a:pt x="6975" y="773"/>
                  <a:pt x="6961" y="746"/>
                  <a:pt x="6934" y="719"/>
                </a:cubicBezTo>
                <a:cubicBezTo>
                  <a:pt x="6907" y="692"/>
                  <a:pt x="6867" y="664"/>
                  <a:pt x="6840" y="637"/>
                </a:cubicBezTo>
                <a:cubicBezTo>
                  <a:pt x="6813" y="623"/>
                  <a:pt x="6799" y="596"/>
                  <a:pt x="6772" y="569"/>
                </a:cubicBezTo>
                <a:cubicBezTo>
                  <a:pt x="6718" y="542"/>
                  <a:pt x="6677" y="502"/>
                  <a:pt x="6636" y="475"/>
                </a:cubicBezTo>
                <a:lnTo>
                  <a:pt x="6515" y="394"/>
                </a:lnTo>
                <a:cubicBezTo>
                  <a:pt x="6488" y="379"/>
                  <a:pt x="6447" y="352"/>
                  <a:pt x="6420" y="325"/>
                </a:cubicBezTo>
                <a:cubicBezTo>
                  <a:pt x="6380" y="312"/>
                  <a:pt x="6352" y="298"/>
                  <a:pt x="6311" y="285"/>
                </a:cubicBezTo>
                <a:cubicBezTo>
                  <a:pt x="6284" y="258"/>
                  <a:pt x="6244" y="244"/>
                  <a:pt x="6217" y="231"/>
                </a:cubicBezTo>
                <a:cubicBezTo>
                  <a:pt x="6176" y="217"/>
                  <a:pt x="6149" y="204"/>
                  <a:pt x="6109" y="190"/>
                </a:cubicBezTo>
                <a:cubicBezTo>
                  <a:pt x="6082" y="177"/>
                  <a:pt x="6040" y="163"/>
                  <a:pt x="6000" y="150"/>
                </a:cubicBezTo>
                <a:cubicBezTo>
                  <a:pt x="5973" y="136"/>
                  <a:pt x="5932" y="123"/>
                  <a:pt x="5892" y="109"/>
                </a:cubicBezTo>
                <a:lnTo>
                  <a:pt x="5878" y="109"/>
                </a:lnTo>
                <a:cubicBezTo>
                  <a:pt x="5661" y="41"/>
                  <a:pt x="5432" y="14"/>
                  <a:pt x="518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>
          <a:extLst>
            <a:ext uri="{FF2B5EF4-FFF2-40B4-BE49-F238E27FC236}">
              <a16:creationId xmlns:a16="http://schemas.microsoft.com/office/drawing/2014/main" id="{10D7E4D8-7DB3-0135-1525-480BF5A26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7">
            <a:extLst>
              <a:ext uri="{FF2B5EF4-FFF2-40B4-BE49-F238E27FC236}">
                <a16:creationId xmlns:a16="http://schemas.microsoft.com/office/drawing/2014/main" id="{2E7699F2-38B8-B712-F68F-861D59DCD3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FEATURE ENGINEERING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5" name="Google Shape;375;p37">
                <a:extLst>
                  <a:ext uri="{FF2B5EF4-FFF2-40B4-BE49-F238E27FC236}">
                    <a16:creationId xmlns:a16="http://schemas.microsoft.com/office/drawing/2014/main" id="{224461AA-E93E-5C42-EA4F-6D3716E6CD1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20000" y="1692550"/>
                <a:ext cx="4766400" cy="23721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241300" indent="-228600">
                  <a:buSzPts val="1600"/>
                </a:pPr>
                <a:r>
                  <a:rPr lang="en-US" b="1" dirty="0"/>
                  <a:t>Estimated Time:</a:t>
                </a:r>
              </a:p>
              <a:p>
                <a:pPr marL="469900" lvl="1" indent="0">
                  <a:buSzPts val="16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Anaheim"/>
                          <a:cs typeface="Anaheim"/>
                          <a:sym typeface="Anaheim"/>
                        </a:rPr>
                        <m:t>𝐵𝑎𝑠𝑒</m:t>
                      </m:r>
                      <m:r>
                        <a:rPr lang="en-US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Anaheim"/>
                          <a:cs typeface="Anaheim"/>
                          <a:sym typeface="Anaheim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Anaheim"/>
                          <a:cs typeface="Anaheim"/>
                          <a:sym typeface="Anaheim"/>
                        </a:rPr>
                        <m:t>𝑇𝑖𝑚𝑒</m:t>
                      </m:r>
                      <m:r>
                        <a:rPr lang="en-US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Anaheim"/>
                          <a:cs typeface="Anaheim"/>
                          <a:sym typeface="Anaheim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Anaheim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Anaheim"/>
                            </a:rPr>
                            <m:t>40</m:t>
                          </m:r>
                          <m:r>
                            <a:rPr lang="en-US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Anaheim"/>
                            </a:rPr>
                            <m:t>×</m:t>
                          </m:r>
                          <m:r>
                            <a:rPr lang="en-US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Anaheim"/>
                            </a:rPr>
                            <m:t>𝐼𝑛𝑐𝑟𝑒𝑚𝑒𝑛𝑡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dk1"/>
                  </a:solidFill>
                  <a:latin typeface="Anaheim"/>
                  <a:ea typeface="Anaheim"/>
                  <a:cs typeface="Anaheim"/>
                  <a:sym typeface="Anaheim"/>
                </a:endParaRPr>
              </a:p>
              <a:p>
                <a:pPr marL="241300" indent="-228600">
                  <a:buSzPts val="1600"/>
                </a:pPr>
                <a:r>
                  <a:rPr lang="en-US" b="1" dirty="0"/>
                  <a:t>White/Black Errors:</a:t>
                </a:r>
                <a:r>
                  <a:rPr lang="en-US" dirty="0"/>
                  <a:t> Total counts of Blunders, Mistakes &amp; Inaccuracies.</a:t>
                </a:r>
              </a:p>
              <a:p>
                <a:pPr marL="241300" indent="-228600">
                  <a:buSzPts val="1600"/>
                </a:pPr>
                <a:r>
                  <a:rPr lang="en-US" b="1" dirty="0"/>
                  <a:t>Outcome: </a:t>
                </a:r>
                <a:r>
                  <a:rPr lang="en-US" dirty="0"/>
                  <a:t>-1</a:t>
                </a:r>
                <a:r>
                  <a:rPr lang="en-US" dirty="0">
                    <a:sym typeface="Arial"/>
                  </a:rPr>
                  <a:t> → Black, </a:t>
                </a:r>
                <a:r>
                  <a:rPr lang="en-US" dirty="0"/>
                  <a:t>0</a:t>
                </a:r>
                <a:r>
                  <a:rPr lang="en-US" dirty="0">
                    <a:sym typeface="Arial"/>
                  </a:rPr>
                  <a:t> → Draw, 1 → White.</a:t>
                </a:r>
              </a:p>
              <a:p>
                <a:pPr marL="469900" lvl="1" indent="0">
                  <a:buSzPts val="1600"/>
                  <a:buNone/>
                </a:pPr>
                <a:r>
                  <a:rPr lang="en-US" dirty="0"/>
                  <a:t>Parsed from (1-0, 0-1, ½- ½)</a:t>
                </a:r>
              </a:p>
              <a:p>
                <a:pPr marL="241300" indent="-228600">
                  <a:buSzPts val="1600"/>
                </a:pPr>
                <a:r>
                  <a:rPr lang="en-US" b="1" dirty="0">
                    <a:sym typeface="Arial"/>
                  </a:rPr>
                  <a:t>Total Move Count</a:t>
                </a:r>
                <a:endParaRPr lang="en-US" dirty="0">
                  <a:sym typeface="Arial"/>
                </a:endParaRPr>
              </a:p>
            </p:txBody>
          </p:sp>
        </mc:Choice>
        <mc:Fallback xmlns="">
          <p:sp>
            <p:nvSpPr>
              <p:cNvPr id="375" name="Google Shape;375;p37">
                <a:extLst>
                  <a:ext uri="{FF2B5EF4-FFF2-40B4-BE49-F238E27FC236}">
                    <a16:creationId xmlns:a16="http://schemas.microsoft.com/office/drawing/2014/main" id="{224461AA-E93E-5C42-EA4F-6D3716E6CD1C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20000" y="1692550"/>
                <a:ext cx="4766400" cy="2372100"/>
              </a:xfrm>
              <a:prstGeom prst="rect">
                <a:avLst/>
              </a:prstGeom>
              <a:blipFill>
                <a:blip r:embed="rId3"/>
                <a:stretch>
                  <a:fillRect l="-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6" name="Google Shape;376;p37">
            <a:extLst>
              <a:ext uri="{FF2B5EF4-FFF2-40B4-BE49-F238E27FC236}">
                <a16:creationId xmlns:a16="http://schemas.microsoft.com/office/drawing/2014/main" id="{0B95FDC9-616F-3EA7-FAFD-6C8830FE2B26}"/>
              </a:ext>
            </a:extLst>
          </p:cNvPr>
          <p:cNvGrpSpPr/>
          <p:nvPr/>
        </p:nvGrpSpPr>
        <p:grpSpPr>
          <a:xfrm>
            <a:off x="5673099" y="1739783"/>
            <a:ext cx="2750902" cy="2277618"/>
            <a:chOff x="5673099" y="1739783"/>
            <a:chExt cx="2750902" cy="2277618"/>
          </a:xfrm>
        </p:grpSpPr>
        <p:sp>
          <p:nvSpPr>
            <p:cNvPr id="377" name="Google Shape;377;p37">
              <a:extLst>
                <a:ext uri="{FF2B5EF4-FFF2-40B4-BE49-F238E27FC236}">
                  <a16:creationId xmlns:a16="http://schemas.microsoft.com/office/drawing/2014/main" id="{2A83F470-7B5E-0C84-96DB-1043CEA06C48}"/>
                </a:ext>
              </a:extLst>
            </p:cNvPr>
            <p:cNvSpPr/>
            <p:nvPr/>
          </p:nvSpPr>
          <p:spPr>
            <a:xfrm>
              <a:off x="56730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7">
              <a:extLst>
                <a:ext uri="{FF2B5EF4-FFF2-40B4-BE49-F238E27FC236}">
                  <a16:creationId xmlns:a16="http://schemas.microsoft.com/office/drawing/2014/main" id="{B22E755C-17A5-E16E-8A6E-FB4D0E639FF0}"/>
                </a:ext>
              </a:extLst>
            </p:cNvPr>
            <p:cNvSpPr/>
            <p:nvPr/>
          </p:nvSpPr>
          <p:spPr>
            <a:xfrm>
              <a:off x="62514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7">
              <a:extLst>
                <a:ext uri="{FF2B5EF4-FFF2-40B4-BE49-F238E27FC236}">
                  <a16:creationId xmlns:a16="http://schemas.microsoft.com/office/drawing/2014/main" id="{0C90AEB9-B8FE-86A9-C6EE-248FB789A4CD}"/>
                </a:ext>
              </a:extLst>
            </p:cNvPr>
            <p:cNvSpPr/>
            <p:nvPr/>
          </p:nvSpPr>
          <p:spPr>
            <a:xfrm>
              <a:off x="68298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7">
              <a:extLst>
                <a:ext uri="{FF2B5EF4-FFF2-40B4-BE49-F238E27FC236}">
                  <a16:creationId xmlns:a16="http://schemas.microsoft.com/office/drawing/2014/main" id="{5EB31E96-5D85-7D9D-E435-9DEE27A49167}"/>
                </a:ext>
              </a:extLst>
            </p:cNvPr>
            <p:cNvSpPr/>
            <p:nvPr/>
          </p:nvSpPr>
          <p:spPr>
            <a:xfrm>
              <a:off x="74082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7">
              <a:extLst>
                <a:ext uri="{FF2B5EF4-FFF2-40B4-BE49-F238E27FC236}">
                  <a16:creationId xmlns:a16="http://schemas.microsoft.com/office/drawing/2014/main" id="{06058DFD-D2BC-E30F-9F76-466905C3C86A}"/>
                </a:ext>
              </a:extLst>
            </p:cNvPr>
            <p:cNvSpPr/>
            <p:nvPr/>
          </p:nvSpPr>
          <p:spPr>
            <a:xfrm>
              <a:off x="79866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7">
              <a:extLst>
                <a:ext uri="{FF2B5EF4-FFF2-40B4-BE49-F238E27FC236}">
                  <a16:creationId xmlns:a16="http://schemas.microsoft.com/office/drawing/2014/main" id="{D7C065C2-E89B-3199-9D60-C226B0DEDA90}"/>
                </a:ext>
              </a:extLst>
            </p:cNvPr>
            <p:cNvSpPr/>
            <p:nvPr/>
          </p:nvSpPr>
          <p:spPr>
            <a:xfrm>
              <a:off x="56730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7">
              <a:extLst>
                <a:ext uri="{FF2B5EF4-FFF2-40B4-BE49-F238E27FC236}">
                  <a16:creationId xmlns:a16="http://schemas.microsoft.com/office/drawing/2014/main" id="{B6A37CB1-A1D8-7003-1451-1A5DD7A7243E}"/>
                </a:ext>
              </a:extLst>
            </p:cNvPr>
            <p:cNvSpPr/>
            <p:nvPr/>
          </p:nvSpPr>
          <p:spPr>
            <a:xfrm>
              <a:off x="62514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7">
              <a:extLst>
                <a:ext uri="{FF2B5EF4-FFF2-40B4-BE49-F238E27FC236}">
                  <a16:creationId xmlns:a16="http://schemas.microsoft.com/office/drawing/2014/main" id="{A29ADA12-51BA-608F-6E0E-C3C94322E8A3}"/>
                </a:ext>
              </a:extLst>
            </p:cNvPr>
            <p:cNvSpPr/>
            <p:nvPr/>
          </p:nvSpPr>
          <p:spPr>
            <a:xfrm>
              <a:off x="68298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7">
              <a:extLst>
                <a:ext uri="{FF2B5EF4-FFF2-40B4-BE49-F238E27FC236}">
                  <a16:creationId xmlns:a16="http://schemas.microsoft.com/office/drawing/2014/main" id="{5BCF26A1-D369-1673-52C1-D5A0F3F380B8}"/>
                </a:ext>
              </a:extLst>
            </p:cNvPr>
            <p:cNvSpPr/>
            <p:nvPr/>
          </p:nvSpPr>
          <p:spPr>
            <a:xfrm>
              <a:off x="74082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7">
              <a:extLst>
                <a:ext uri="{FF2B5EF4-FFF2-40B4-BE49-F238E27FC236}">
                  <a16:creationId xmlns:a16="http://schemas.microsoft.com/office/drawing/2014/main" id="{D0E22B1E-3432-E1FA-B079-64AA12F39EBA}"/>
                </a:ext>
              </a:extLst>
            </p:cNvPr>
            <p:cNvSpPr/>
            <p:nvPr/>
          </p:nvSpPr>
          <p:spPr>
            <a:xfrm>
              <a:off x="79866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7">
              <a:extLst>
                <a:ext uri="{FF2B5EF4-FFF2-40B4-BE49-F238E27FC236}">
                  <a16:creationId xmlns:a16="http://schemas.microsoft.com/office/drawing/2014/main" id="{69CF161B-FF82-A56F-CDD5-4A108BD0E1D0}"/>
                </a:ext>
              </a:extLst>
            </p:cNvPr>
            <p:cNvSpPr/>
            <p:nvPr/>
          </p:nvSpPr>
          <p:spPr>
            <a:xfrm>
              <a:off x="56730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7">
              <a:extLst>
                <a:ext uri="{FF2B5EF4-FFF2-40B4-BE49-F238E27FC236}">
                  <a16:creationId xmlns:a16="http://schemas.microsoft.com/office/drawing/2014/main" id="{32C7B873-210F-C337-E24A-F4A11805A9B0}"/>
                </a:ext>
              </a:extLst>
            </p:cNvPr>
            <p:cNvSpPr/>
            <p:nvPr/>
          </p:nvSpPr>
          <p:spPr>
            <a:xfrm>
              <a:off x="62514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7">
              <a:extLst>
                <a:ext uri="{FF2B5EF4-FFF2-40B4-BE49-F238E27FC236}">
                  <a16:creationId xmlns:a16="http://schemas.microsoft.com/office/drawing/2014/main" id="{5A53D33B-1BC5-77AE-20CE-0371632B72A6}"/>
                </a:ext>
              </a:extLst>
            </p:cNvPr>
            <p:cNvSpPr/>
            <p:nvPr/>
          </p:nvSpPr>
          <p:spPr>
            <a:xfrm>
              <a:off x="68298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7">
              <a:extLst>
                <a:ext uri="{FF2B5EF4-FFF2-40B4-BE49-F238E27FC236}">
                  <a16:creationId xmlns:a16="http://schemas.microsoft.com/office/drawing/2014/main" id="{8741F78B-CCEE-4047-3339-14EA59E1FA59}"/>
                </a:ext>
              </a:extLst>
            </p:cNvPr>
            <p:cNvSpPr/>
            <p:nvPr/>
          </p:nvSpPr>
          <p:spPr>
            <a:xfrm>
              <a:off x="74082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7">
              <a:extLst>
                <a:ext uri="{FF2B5EF4-FFF2-40B4-BE49-F238E27FC236}">
                  <a16:creationId xmlns:a16="http://schemas.microsoft.com/office/drawing/2014/main" id="{9C5AEE5D-6BEC-24BA-E3AE-D56A6611EDC3}"/>
                </a:ext>
              </a:extLst>
            </p:cNvPr>
            <p:cNvSpPr/>
            <p:nvPr/>
          </p:nvSpPr>
          <p:spPr>
            <a:xfrm>
              <a:off x="79866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2" name="Google Shape;392;p37">
            <a:extLst>
              <a:ext uri="{FF2B5EF4-FFF2-40B4-BE49-F238E27FC236}">
                <a16:creationId xmlns:a16="http://schemas.microsoft.com/office/drawing/2014/main" id="{CBC00ED8-8D97-21D6-DC66-6119971420DB}"/>
              </a:ext>
            </a:extLst>
          </p:cNvPr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393" name="Google Shape;393;p37">
              <a:extLst>
                <a:ext uri="{FF2B5EF4-FFF2-40B4-BE49-F238E27FC236}">
                  <a16:creationId xmlns:a16="http://schemas.microsoft.com/office/drawing/2014/main" id="{5D630402-3317-61FB-DEA9-4F82329C45A9}"/>
                </a:ext>
              </a:extLst>
            </p:cNvPr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7">
              <a:extLst>
                <a:ext uri="{FF2B5EF4-FFF2-40B4-BE49-F238E27FC236}">
                  <a16:creationId xmlns:a16="http://schemas.microsoft.com/office/drawing/2014/main" id="{9794D4FA-15A1-56B4-A4FD-B4314A38E506}"/>
                </a:ext>
              </a:extLst>
            </p:cNvPr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374;p37">
            <a:extLst>
              <a:ext uri="{FF2B5EF4-FFF2-40B4-BE49-F238E27FC236}">
                <a16:creationId xmlns:a16="http://schemas.microsoft.com/office/drawing/2014/main" id="{6D78D490-1686-3A48-938B-2384F21AF946}"/>
              </a:ext>
            </a:extLst>
          </p:cNvPr>
          <p:cNvSpPr txBox="1">
            <a:spLocks/>
          </p:cNvSpPr>
          <p:nvPr/>
        </p:nvSpPr>
        <p:spPr>
          <a:xfrm>
            <a:off x="722775" y="102553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 i="0" u="none" strike="noStrike" cap="none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 i="0" u="none" strike="noStrike" cap="none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 i="0" u="none" strike="noStrike" cap="none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 i="0" u="none" strike="noStrike" cap="none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 i="0" u="none" strike="noStrike" cap="none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 i="0" u="none" strike="noStrike" cap="none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 i="0" u="none" strike="noStrike" cap="none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 i="0" u="none" strike="noStrike" cap="none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 i="0" u="none" strike="noStrike" cap="none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3E32"/>
              </a:buClr>
              <a:buSzPts val="2800"/>
              <a:buFont typeface="Anaheim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523E32"/>
                </a:solidFill>
                <a:effectLst/>
                <a:uLnTx/>
                <a:uFillTx/>
                <a:latin typeface="Anaheim"/>
                <a:sym typeface="Anaheim"/>
              </a:rPr>
              <a:t>Game Level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4793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FEATURE ENGINEERING</a:t>
            </a:r>
            <a:endParaRPr dirty="0"/>
          </a:p>
        </p:txBody>
      </p:sp>
      <p:sp>
        <p:nvSpPr>
          <p:cNvPr id="375" name="Google Shape;375;p37"/>
          <p:cNvSpPr txBox="1">
            <a:spLocks noGrp="1"/>
          </p:cNvSpPr>
          <p:nvPr>
            <p:ph type="body" idx="1"/>
          </p:nvPr>
        </p:nvSpPr>
        <p:spPr>
          <a:xfrm>
            <a:off x="720000" y="1692550"/>
            <a:ext cx="4766400" cy="23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41300" indent="-228600">
              <a:buSzPts val="1600"/>
            </a:pPr>
            <a:r>
              <a:rPr lang="en-US" b="1" dirty="0"/>
              <a:t>Centipawn Score:</a:t>
            </a:r>
            <a:r>
              <a:rPr lang="en-US" dirty="0"/>
              <a:t> </a:t>
            </a:r>
            <a:r>
              <a:rPr lang="en-US" sz="1600" dirty="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Generated by Engine. Setting mate score to </a:t>
            </a:r>
            <a:r>
              <a:rPr lang="en-US" sz="1600" b="1" dirty="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1000</a:t>
            </a:r>
            <a:r>
              <a:rPr lang="en-US" sz="1600" dirty="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.</a:t>
            </a:r>
          </a:p>
          <a:p>
            <a:pPr marL="241300" indent="-228600">
              <a:buSzPts val="1600"/>
            </a:pPr>
            <a:r>
              <a:rPr lang="en-US" b="1" dirty="0"/>
              <a:t>W/D/L:</a:t>
            </a:r>
            <a:r>
              <a:rPr lang="en-US" dirty="0"/>
              <a:t> Generate by Engine.</a:t>
            </a:r>
          </a:p>
          <a:p>
            <a:pPr marL="241300" indent="-228600">
              <a:buSzPts val="1600"/>
            </a:pPr>
            <a:r>
              <a:rPr lang="en-US" b="1" dirty="0"/>
              <a:t>Half-move Count: </a:t>
            </a:r>
            <a:r>
              <a:rPr lang="en-US" dirty="0"/>
              <a:t>Count of individual moves.</a:t>
            </a:r>
          </a:p>
          <a:p>
            <a:pPr marL="241300" indent="-228600">
              <a:buSzPts val="1600"/>
            </a:pPr>
            <a:r>
              <a:rPr lang="en-US" b="1" dirty="0">
                <a:sym typeface="Arial"/>
              </a:rPr>
              <a:t>Move</a:t>
            </a:r>
            <a:r>
              <a:rPr lang="en-US" dirty="0">
                <a:sym typeface="Arial"/>
              </a:rPr>
              <a:t>: Current Move (d2d3, c3c4, etc.)</a:t>
            </a:r>
          </a:p>
          <a:p>
            <a:pPr marL="241300" indent="-228600">
              <a:buSzPts val="1600"/>
            </a:pPr>
            <a:r>
              <a:rPr lang="en-US" b="1" dirty="0">
                <a:sym typeface="Arial"/>
              </a:rPr>
              <a:t>Turn</a:t>
            </a:r>
            <a:r>
              <a:rPr lang="en-US" dirty="0">
                <a:sym typeface="Arial"/>
              </a:rPr>
              <a:t>: 0 → Black, 1 → White</a:t>
            </a:r>
          </a:p>
          <a:p>
            <a:pPr marL="241300" indent="-228600">
              <a:buSzPts val="1600"/>
            </a:pPr>
            <a:r>
              <a:rPr lang="en-US" b="1" dirty="0">
                <a:sym typeface="Arial"/>
              </a:rPr>
              <a:t>Fen: </a:t>
            </a:r>
            <a:r>
              <a:rPr lang="en-US" dirty="0">
                <a:sym typeface="Arial"/>
              </a:rPr>
              <a:t>Current Board State (</a:t>
            </a:r>
            <a:r>
              <a:rPr lang="en-US" dirty="0" err="1">
                <a:sym typeface="Arial"/>
              </a:rPr>
              <a:t>rnbqkbnr</a:t>
            </a:r>
            <a:r>
              <a:rPr lang="en-US" dirty="0">
                <a:sym typeface="Arial"/>
              </a:rPr>
              <a:t>/</a:t>
            </a:r>
            <a:r>
              <a:rPr lang="en-US" dirty="0" err="1">
                <a:sym typeface="Arial"/>
              </a:rPr>
              <a:t>pppppppp</a:t>
            </a:r>
            <a:r>
              <a:rPr lang="en-US" dirty="0">
                <a:sym typeface="Arial"/>
              </a:rPr>
              <a:t>/8/8/8/8/PPPPPPPP/RNBQKBNR)</a:t>
            </a:r>
          </a:p>
          <a:p>
            <a:pPr marL="241300" indent="-228600">
              <a:buSzPts val="1600"/>
            </a:pPr>
            <a:r>
              <a:rPr lang="en-US" b="1" dirty="0">
                <a:sym typeface="Arial"/>
              </a:rPr>
              <a:t>Mate Info: </a:t>
            </a:r>
            <a:r>
              <a:rPr lang="en-US" dirty="0">
                <a:sym typeface="Arial"/>
              </a:rPr>
              <a:t>Is Check?, Mate in </a:t>
            </a:r>
            <a:r>
              <a:rPr lang="en-US" i="1" dirty="0">
                <a:sym typeface="Arial"/>
              </a:rPr>
              <a:t>N, </a:t>
            </a:r>
            <a:r>
              <a:rPr lang="en-US" dirty="0">
                <a:sym typeface="Arial"/>
              </a:rPr>
              <a:t>Is Checkmate?</a:t>
            </a:r>
            <a:endParaRPr lang="en-US" b="1" i="1" dirty="0">
              <a:sym typeface="Arial"/>
            </a:endParaRPr>
          </a:p>
        </p:txBody>
      </p:sp>
      <p:grpSp>
        <p:nvGrpSpPr>
          <p:cNvPr id="376" name="Google Shape;376;p37"/>
          <p:cNvGrpSpPr/>
          <p:nvPr/>
        </p:nvGrpSpPr>
        <p:grpSpPr>
          <a:xfrm>
            <a:off x="5673099" y="1739783"/>
            <a:ext cx="2750902" cy="2277618"/>
            <a:chOff x="5673099" y="1739783"/>
            <a:chExt cx="2750902" cy="2277618"/>
          </a:xfrm>
        </p:grpSpPr>
        <p:sp>
          <p:nvSpPr>
            <p:cNvPr id="377" name="Google Shape;377;p37"/>
            <p:cNvSpPr/>
            <p:nvPr/>
          </p:nvSpPr>
          <p:spPr>
            <a:xfrm>
              <a:off x="56730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7"/>
            <p:cNvSpPr/>
            <p:nvPr/>
          </p:nvSpPr>
          <p:spPr>
            <a:xfrm>
              <a:off x="62514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7"/>
            <p:cNvSpPr/>
            <p:nvPr/>
          </p:nvSpPr>
          <p:spPr>
            <a:xfrm>
              <a:off x="68298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7"/>
            <p:cNvSpPr/>
            <p:nvPr/>
          </p:nvSpPr>
          <p:spPr>
            <a:xfrm>
              <a:off x="74082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7"/>
            <p:cNvSpPr/>
            <p:nvPr/>
          </p:nvSpPr>
          <p:spPr>
            <a:xfrm>
              <a:off x="79866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7"/>
            <p:cNvSpPr/>
            <p:nvPr/>
          </p:nvSpPr>
          <p:spPr>
            <a:xfrm>
              <a:off x="56730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7"/>
            <p:cNvSpPr/>
            <p:nvPr/>
          </p:nvSpPr>
          <p:spPr>
            <a:xfrm>
              <a:off x="62514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7"/>
            <p:cNvSpPr/>
            <p:nvPr/>
          </p:nvSpPr>
          <p:spPr>
            <a:xfrm>
              <a:off x="68298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7"/>
            <p:cNvSpPr/>
            <p:nvPr/>
          </p:nvSpPr>
          <p:spPr>
            <a:xfrm>
              <a:off x="74082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7"/>
            <p:cNvSpPr/>
            <p:nvPr/>
          </p:nvSpPr>
          <p:spPr>
            <a:xfrm>
              <a:off x="79866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7"/>
            <p:cNvSpPr/>
            <p:nvPr/>
          </p:nvSpPr>
          <p:spPr>
            <a:xfrm>
              <a:off x="56730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7"/>
            <p:cNvSpPr/>
            <p:nvPr/>
          </p:nvSpPr>
          <p:spPr>
            <a:xfrm>
              <a:off x="62514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7"/>
            <p:cNvSpPr/>
            <p:nvPr/>
          </p:nvSpPr>
          <p:spPr>
            <a:xfrm>
              <a:off x="68298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7"/>
            <p:cNvSpPr/>
            <p:nvPr/>
          </p:nvSpPr>
          <p:spPr>
            <a:xfrm>
              <a:off x="74082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7"/>
            <p:cNvSpPr/>
            <p:nvPr/>
          </p:nvSpPr>
          <p:spPr>
            <a:xfrm>
              <a:off x="79866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2" name="Google Shape;392;p37"/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393" name="Google Shape;393;p37"/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7"/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374;p37">
            <a:extLst>
              <a:ext uri="{FF2B5EF4-FFF2-40B4-BE49-F238E27FC236}">
                <a16:creationId xmlns:a16="http://schemas.microsoft.com/office/drawing/2014/main" id="{36D51731-615B-889D-6920-4DF23C987F10}"/>
              </a:ext>
            </a:extLst>
          </p:cNvPr>
          <p:cNvSpPr txBox="1">
            <a:spLocks/>
          </p:cNvSpPr>
          <p:nvPr/>
        </p:nvSpPr>
        <p:spPr>
          <a:xfrm>
            <a:off x="722775" y="102553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 i="0" u="none" strike="noStrike" cap="none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 i="0" u="none" strike="noStrike" cap="none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 i="0" u="none" strike="noStrike" cap="none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 i="0" u="none" strike="noStrike" cap="none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 i="0" u="none" strike="noStrike" cap="none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 i="0" u="none" strike="noStrike" cap="none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 i="0" u="none" strike="noStrike" cap="none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 i="0" u="none" strike="noStrike" cap="none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 i="0" u="none" strike="noStrike" cap="none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3E32"/>
              </a:buClr>
              <a:buSzPts val="2800"/>
              <a:buFont typeface="Anaheim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523E32"/>
                </a:solidFill>
                <a:effectLst/>
                <a:uLnTx/>
                <a:uFillTx/>
                <a:latin typeface="Anaheim"/>
                <a:sym typeface="Anaheim"/>
              </a:rPr>
              <a:t>Move Level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0955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>
          <a:extLst>
            <a:ext uri="{FF2B5EF4-FFF2-40B4-BE49-F238E27FC236}">
              <a16:creationId xmlns:a16="http://schemas.microsoft.com/office/drawing/2014/main" id="{31B42B50-2D1C-A08B-1921-8775C113A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7">
            <a:extLst>
              <a:ext uri="{FF2B5EF4-FFF2-40B4-BE49-F238E27FC236}">
                <a16:creationId xmlns:a16="http://schemas.microsoft.com/office/drawing/2014/main" id="{E96335B7-7C66-8913-7634-8236591E00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FEATURE ENGINEERING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5" name="Google Shape;375;p37">
                <a:extLst>
                  <a:ext uri="{FF2B5EF4-FFF2-40B4-BE49-F238E27FC236}">
                    <a16:creationId xmlns:a16="http://schemas.microsoft.com/office/drawing/2014/main" id="{B857CE90-5CE0-B514-2162-83E13C1CE828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20000" y="1692550"/>
                <a:ext cx="4766400" cy="23721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241300" indent="-228600">
                  <a:buSzPts val="1600"/>
                </a:pPr>
                <a:r>
                  <a:rPr lang="en-US" b="1" dirty="0">
                    <a:sym typeface="Arial"/>
                  </a:rPr>
                  <a:t>Time Ratio</a:t>
                </a:r>
                <a:r>
                  <a:rPr lang="en-US" dirty="0">
                    <a:sym typeface="Arial"/>
                  </a:rPr>
                  <a:t>:</a:t>
                </a:r>
              </a:p>
              <a:p>
                <a:pPr marL="469900" lvl="1" indent="0">
                  <a:buSzPts val="16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  <a:sym typeface="Arial"/>
                            </a:rPr>
                            <m:t>𝑇𝑖𝑚𝑒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sym typeface="Arial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sym typeface="Arial"/>
                            </a:rPr>
                            <m:t>𝑆𝑝𝑒𝑛𝑡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  <a:sym typeface="Arial"/>
                            </a:rPr>
                            <m:t>𝐶𝑙𝑜𝑐𝑘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sym typeface="Arial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sym typeface="Arial"/>
                            </a:rPr>
                            <m:t>𝑇𝑖𝑚𝑒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sym typeface="Arial"/>
                            </a:rPr>
                            <m:t>+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sym typeface="Arial"/>
                            </a:rPr>
                            <m:t>𝐼𝑛𝑐𝑟𝑒𝑚𝑒𝑛𝑡</m:t>
                          </m:r>
                        </m:den>
                      </m:f>
                    </m:oMath>
                  </m:oMathPara>
                </a14:m>
                <a:endParaRPr lang="en-US" dirty="0">
                  <a:sym typeface="Arial"/>
                </a:endParaRPr>
              </a:p>
              <a:p>
                <a:pPr marL="241300" indent="-228600">
                  <a:buSzPts val="1600"/>
                </a:pPr>
                <a:endParaRPr lang="en-US" dirty="0">
                  <a:sym typeface="Arial"/>
                </a:endParaRPr>
              </a:p>
              <a:p>
                <a:pPr marL="241300" indent="-228600">
                  <a:buSzPts val="1600"/>
                </a:pPr>
                <a:r>
                  <a:rPr lang="en-US" b="1" dirty="0">
                    <a:sym typeface="Arial"/>
                  </a:rPr>
                  <a:t>Blunder</a:t>
                </a:r>
                <a:r>
                  <a:rPr lang="en-US" dirty="0">
                    <a:sym typeface="Arial"/>
                  </a:rPr>
                  <a:t>: If Change in Win% &gt; 30%</a:t>
                </a:r>
              </a:p>
              <a:p>
                <a:pPr marL="241300" indent="-228600">
                  <a:buSzPts val="1600"/>
                </a:pPr>
                <a:r>
                  <a:rPr lang="en-US" b="1" dirty="0">
                    <a:sym typeface="Arial"/>
                  </a:rPr>
                  <a:t>Mistake</a:t>
                </a:r>
                <a:r>
                  <a:rPr lang="en-US" dirty="0">
                    <a:sym typeface="Arial"/>
                  </a:rPr>
                  <a:t>: If Change in Win% &gt; 20%</a:t>
                </a:r>
              </a:p>
              <a:p>
                <a:pPr marL="241300" indent="-228600">
                  <a:buSzPts val="1600"/>
                </a:pPr>
                <a:r>
                  <a:rPr lang="en-US" b="1" dirty="0">
                    <a:sym typeface="Arial"/>
                  </a:rPr>
                  <a:t>Inaccuracy</a:t>
                </a:r>
                <a:r>
                  <a:rPr lang="en-US" dirty="0">
                    <a:sym typeface="Arial"/>
                  </a:rPr>
                  <a:t>: If Change in Win% &gt; 10%</a:t>
                </a:r>
              </a:p>
              <a:p>
                <a:pPr marL="12700" indent="0">
                  <a:buSzPts val="1600"/>
                  <a:buNone/>
                </a:pPr>
                <a:endParaRPr lang="en-US" dirty="0">
                  <a:sym typeface="Arial"/>
                </a:endParaRPr>
              </a:p>
            </p:txBody>
          </p:sp>
        </mc:Choice>
        <mc:Fallback xmlns="">
          <p:sp>
            <p:nvSpPr>
              <p:cNvPr id="375" name="Google Shape;375;p37">
                <a:extLst>
                  <a:ext uri="{FF2B5EF4-FFF2-40B4-BE49-F238E27FC236}">
                    <a16:creationId xmlns:a16="http://schemas.microsoft.com/office/drawing/2014/main" id="{B857CE90-5CE0-B514-2162-83E13C1CE82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20000" y="1692550"/>
                <a:ext cx="4766400" cy="2372100"/>
              </a:xfrm>
              <a:prstGeom prst="rect">
                <a:avLst/>
              </a:prstGeom>
              <a:blipFill>
                <a:blip r:embed="rId3"/>
                <a:stretch>
                  <a:fillRect l="-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6" name="Google Shape;376;p37">
            <a:extLst>
              <a:ext uri="{FF2B5EF4-FFF2-40B4-BE49-F238E27FC236}">
                <a16:creationId xmlns:a16="http://schemas.microsoft.com/office/drawing/2014/main" id="{9ABE1A27-5769-3228-1BC3-7D69D7C3DADB}"/>
              </a:ext>
            </a:extLst>
          </p:cNvPr>
          <p:cNvGrpSpPr/>
          <p:nvPr/>
        </p:nvGrpSpPr>
        <p:grpSpPr>
          <a:xfrm>
            <a:off x="5673099" y="1739783"/>
            <a:ext cx="2750902" cy="2277618"/>
            <a:chOff x="5673099" y="1739783"/>
            <a:chExt cx="2750902" cy="2277618"/>
          </a:xfrm>
        </p:grpSpPr>
        <p:sp>
          <p:nvSpPr>
            <p:cNvPr id="377" name="Google Shape;377;p37">
              <a:extLst>
                <a:ext uri="{FF2B5EF4-FFF2-40B4-BE49-F238E27FC236}">
                  <a16:creationId xmlns:a16="http://schemas.microsoft.com/office/drawing/2014/main" id="{A20489E4-ABB8-5A10-6A69-256A4AEB6FBC}"/>
                </a:ext>
              </a:extLst>
            </p:cNvPr>
            <p:cNvSpPr/>
            <p:nvPr/>
          </p:nvSpPr>
          <p:spPr>
            <a:xfrm>
              <a:off x="56730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7">
              <a:extLst>
                <a:ext uri="{FF2B5EF4-FFF2-40B4-BE49-F238E27FC236}">
                  <a16:creationId xmlns:a16="http://schemas.microsoft.com/office/drawing/2014/main" id="{E0E1F241-13A8-CD8E-5873-1B71534BB607}"/>
                </a:ext>
              </a:extLst>
            </p:cNvPr>
            <p:cNvSpPr/>
            <p:nvPr/>
          </p:nvSpPr>
          <p:spPr>
            <a:xfrm>
              <a:off x="62514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7">
              <a:extLst>
                <a:ext uri="{FF2B5EF4-FFF2-40B4-BE49-F238E27FC236}">
                  <a16:creationId xmlns:a16="http://schemas.microsoft.com/office/drawing/2014/main" id="{A1C657AE-B131-E09D-A291-82E02BCF3DFF}"/>
                </a:ext>
              </a:extLst>
            </p:cNvPr>
            <p:cNvSpPr/>
            <p:nvPr/>
          </p:nvSpPr>
          <p:spPr>
            <a:xfrm>
              <a:off x="68298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7">
              <a:extLst>
                <a:ext uri="{FF2B5EF4-FFF2-40B4-BE49-F238E27FC236}">
                  <a16:creationId xmlns:a16="http://schemas.microsoft.com/office/drawing/2014/main" id="{95EABD8E-AAF7-F9E0-8BD1-28261906E364}"/>
                </a:ext>
              </a:extLst>
            </p:cNvPr>
            <p:cNvSpPr/>
            <p:nvPr/>
          </p:nvSpPr>
          <p:spPr>
            <a:xfrm>
              <a:off x="74082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7">
              <a:extLst>
                <a:ext uri="{FF2B5EF4-FFF2-40B4-BE49-F238E27FC236}">
                  <a16:creationId xmlns:a16="http://schemas.microsoft.com/office/drawing/2014/main" id="{C58D437E-C301-97C7-195E-E7918980D7F5}"/>
                </a:ext>
              </a:extLst>
            </p:cNvPr>
            <p:cNvSpPr/>
            <p:nvPr/>
          </p:nvSpPr>
          <p:spPr>
            <a:xfrm>
              <a:off x="79866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7">
              <a:extLst>
                <a:ext uri="{FF2B5EF4-FFF2-40B4-BE49-F238E27FC236}">
                  <a16:creationId xmlns:a16="http://schemas.microsoft.com/office/drawing/2014/main" id="{1CF2E77A-1909-E7CA-B5CA-9FE662BDAB49}"/>
                </a:ext>
              </a:extLst>
            </p:cNvPr>
            <p:cNvSpPr/>
            <p:nvPr/>
          </p:nvSpPr>
          <p:spPr>
            <a:xfrm>
              <a:off x="56730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7">
              <a:extLst>
                <a:ext uri="{FF2B5EF4-FFF2-40B4-BE49-F238E27FC236}">
                  <a16:creationId xmlns:a16="http://schemas.microsoft.com/office/drawing/2014/main" id="{3A76AD8E-7F8E-53A2-9BAD-79C14AFC7995}"/>
                </a:ext>
              </a:extLst>
            </p:cNvPr>
            <p:cNvSpPr/>
            <p:nvPr/>
          </p:nvSpPr>
          <p:spPr>
            <a:xfrm>
              <a:off x="62514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7">
              <a:extLst>
                <a:ext uri="{FF2B5EF4-FFF2-40B4-BE49-F238E27FC236}">
                  <a16:creationId xmlns:a16="http://schemas.microsoft.com/office/drawing/2014/main" id="{B3BAD171-2988-EC4F-BC37-BBF9AD0CD2CB}"/>
                </a:ext>
              </a:extLst>
            </p:cNvPr>
            <p:cNvSpPr/>
            <p:nvPr/>
          </p:nvSpPr>
          <p:spPr>
            <a:xfrm>
              <a:off x="68298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7">
              <a:extLst>
                <a:ext uri="{FF2B5EF4-FFF2-40B4-BE49-F238E27FC236}">
                  <a16:creationId xmlns:a16="http://schemas.microsoft.com/office/drawing/2014/main" id="{233CC1EE-F8A3-0AA9-D73A-68E473EDF18E}"/>
                </a:ext>
              </a:extLst>
            </p:cNvPr>
            <p:cNvSpPr/>
            <p:nvPr/>
          </p:nvSpPr>
          <p:spPr>
            <a:xfrm>
              <a:off x="74082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7">
              <a:extLst>
                <a:ext uri="{FF2B5EF4-FFF2-40B4-BE49-F238E27FC236}">
                  <a16:creationId xmlns:a16="http://schemas.microsoft.com/office/drawing/2014/main" id="{535E00EF-9EFD-3640-DCB4-922949353A2F}"/>
                </a:ext>
              </a:extLst>
            </p:cNvPr>
            <p:cNvSpPr/>
            <p:nvPr/>
          </p:nvSpPr>
          <p:spPr>
            <a:xfrm>
              <a:off x="79866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7">
              <a:extLst>
                <a:ext uri="{FF2B5EF4-FFF2-40B4-BE49-F238E27FC236}">
                  <a16:creationId xmlns:a16="http://schemas.microsoft.com/office/drawing/2014/main" id="{45B4EC81-5D09-198C-6F76-9B99AA1C4FF6}"/>
                </a:ext>
              </a:extLst>
            </p:cNvPr>
            <p:cNvSpPr/>
            <p:nvPr/>
          </p:nvSpPr>
          <p:spPr>
            <a:xfrm>
              <a:off x="56730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7">
              <a:extLst>
                <a:ext uri="{FF2B5EF4-FFF2-40B4-BE49-F238E27FC236}">
                  <a16:creationId xmlns:a16="http://schemas.microsoft.com/office/drawing/2014/main" id="{EA29BB35-4728-EEFB-B493-1E04C303E460}"/>
                </a:ext>
              </a:extLst>
            </p:cNvPr>
            <p:cNvSpPr/>
            <p:nvPr/>
          </p:nvSpPr>
          <p:spPr>
            <a:xfrm>
              <a:off x="62514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7">
              <a:extLst>
                <a:ext uri="{FF2B5EF4-FFF2-40B4-BE49-F238E27FC236}">
                  <a16:creationId xmlns:a16="http://schemas.microsoft.com/office/drawing/2014/main" id="{B5B7DC94-5829-53CA-509C-F27DC9ECAA8A}"/>
                </a:ext>
              </a:extLst>
            </p:cNvPr>
            <p:cNvSpPr/>
            <p:nvPr/>
          </p:nvSpPr>
          <p:spPr>
            <a:xfrm>
              <a:off x="68298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7">
              <a:extLst>
                <a:ext uri="{FF2B5EF4-FFF2-40B4-BE49-F238E27FC236}">
                  <a16:creationId xmlns:a16="http://schemas.microsoft.com/office/drawing/2014/main" id="{B9ECD8D6-DA74-A3C0-6073-EB8D9A831FEA}"/>
                </a:ext>
              </a:extLst>
            </p:cNvPr>
            <p:cNvSpPr/>
            <p:nvPr/>
          </p:nvSpPr>
          <p:spPr>
            <a:xfrm>
              <a:off x="74082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7">
              <a:extLst>
                <a:ext uri="{FF2B5EF4-FFF2-40B4-BE49-F238E27FC236}">
                  <a16:creationId xmlns:a16="http://schemas.microsoft.com/office/drawing/2014/main" id="{27D3F7E3-3B00-9CC7-6973-73A900FAA8F7}"/>
                </a:ext>
              </a:extLst>
            </p:cNvPr>
            <p:cNvSpPr/>
            <p:nvPr/>
          </p:nvSpPr>
          <p:spPr>
            <a:xfrm>
              <a:off x="79866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2" name="Google Shape;392;p37">
            <a:extLst>
              <a:ext uri="{FF2B5EF4-FFF2-40B4-BE49-F238E27FC236}">
                <a16:creationId xmlns:a16="http://schemas.microsoft.com/office/drawing/2014/main" id="{3F39B652-BEA4-A278-0817-D9E85A4919EA}"/>
              </a:ext>
            </a:extLst>
          </p:cNvPr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393" name="Google Shape;393;p37">
              <a:extLst>
                <a:ext uri="{FF2B5EF4-FFF2-40B4-BE49-F238E27FC236}">
                  <a16:creationId xmlns:a16="http://schemas.microsoft.com/office/drawing/2014/main" id="{0957CDC8-6A4C-8226-65F7-A15A91409D09}"/>
                </a:ext>
              </a:extLst>
            </p:cNvPr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7">
              <a:extLst>
                <a:ext uri="{FF2B5EF4-FFF2-40B4-BE49-F238E27FC236}">
                  <a16:creationId xmlns:a16="http://schemas.microsoft.com/office/drawing/2014/main" id="{1391567E-6F18-5C59-3A4E-06AA37CDD32C}"/>
                </a:ext>
              </a:extLst>
            </p:cNvPr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374;p37">
            <a:extLst>
              <a:ext uri="{FF2B5EF4-FFF2-40B4-BE49-F238E27FC236}">
                <a16:creationId xmlns:a16="http://schemas.microsoft.com/office/drawing/2014/main" id="{789506D5-5114-28B1-AE6E-08788F6323CB}"/>
              </a:ext>
            </a:extLst>
          </p:cNvPr>
          <p:cNvSpPr txBox="1">
            <a:spLocks/>
          </p:cNvSpPr>
          <p:nvPr/>
        </p:nvSpPr>
        <p:spPr>
          <a:xfrm>
            <a:off x="722775" y="102553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 i="0" u="none" strike="noStrike" cap="none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 i="0" u="none" strike="noStrike" cap="none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 i="0" u="none" strike="noStrike" cap="none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 i="0" u="none" strike="noStrike" cap="none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 i="0" u="none" strike="noStrike" cap="none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 i="0" u="none" strike="noStrike" cap="none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 i="0" u="none" strike="noStrike" cap="none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 i="0" u="none" strike="noStrike" cap="none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 i="0" u="none" strike="noStrike" cap="none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3E32"/>
              </a:buClr>
              <a:buSzPts val="2800"/>
              <a:buFont typeface="Anaheim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523E32"/>
                </a:solidFill>
                <a:effectLst/>
                <a:uLnTx/>
                <a:uFillTx/>
                <a:latin typeface="Anaheim"/>
                <a:sym typeface="Anaheim"/>
              </a:rPr>
              <a:t>Calculated Move Level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2561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NORMALIZATION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0" name="Google Shape;440;p40"/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658167" y="3783600"/>
                <a:ext cx="2431858" cy="5346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/>
                <a:r>
                  <a:rPr lang="en-US" dirty="0"/>
                  <a:t>Move Count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US" dirty="0"/>
                  <a:t> Total Moves</a:t>
                </a:r>
              </a:p>
            </p:txBody>
          </p:sp>
        </mc:Choice>
        <mc:Fallback xmlns="">
          <p:sp>
            <p:nvSpPr>
              <p:cNvPr id="440" name="Google Shape;440;p40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58167" y="3783600"/>
                <a:ext cx="2431858" cy="534600"/>
              </a:xfrm>
              <a:prstGeom prst="rect">
                <a:avLst/>
              </a:prstGeom>
              <a:blipFill>
                <a:blip r:embed="rId3"/>
                <a:stretch>
                  <a:fillRect r="-12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1" name="Google Shape;441;p40"/>
          <p:cNvSpPr txBox="1">
            <a:spLocks noGrp="1"/>
          </p:cNvSpPr>
          <p:nvPr>
            <p:ph type="subTitle" idx="2"/>
          </p:nvPr>
        </p:nvSpPr>
        <p:spPr>
          <a:xfrm>
            <a:off x="719988" y="325767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MOVE COUNT</a:t>
            </a:r>
            <a:endParaRPr dirty="0"/>
          </a:p>
        </p:txBody>
      </p:sp>
      <p:sp>
        <p:nvSpPr>
          <p:cNvPr id="442" name="Google Shape;442;p40"/>
          <p:cNvSpPr txBox="1">
            <a:spLocks noGrp="1"/>
          </p:cNvSpPr>
          <p:nvPr>
            <p:ph type="subTitle" idx="3"/>
          </p:nvPr>
        </p:nvSpPr>
        <p:spPr>
          <a:xfrm>
            <a:off x="6054000" y="3783600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Applying </a:t>
            </a:r>
            <a:r>
              <a:rPr lang="en" i="1" dirty="0"/>
              <a:t>tanh </a:t>
            </a:r>
            <a:r>
              <a:rPr lang="en" dirty="0"/>
              <a:t>to CP &amp; </a:t>
            </a:r>
            <a:r>
              <a:rPr lang="en" i="1" dirty="0"/>
              <a:t>Standard Scaling </a:t>
            </a:r>
            <a:r>
              <a:rPr lang="en" dirty="0"/>
              <a:t>for Mate</a:t>
            </a:r>
            <a:endParaRPr i="1" dirty="0"/>
          </a:p>
        </p:txBody>
      </p:sp>
      <p:sp>
        <p:nvSpPr>
          <p:cNvPr id="443" name="Google Shape;443;p40"/>
          <p:cNvSpPr txBox="1">
            <a:spLocks noGrp="1"/>
          </p:cNvSpPr>
          <p:nvPr>
            <p:ph type="subTitle" idx="4"/>
          </p:nvPr>
        </p:nvSpPr>
        <p:spPr>
          <a:xfrm>
            <a:off x="6053963" y="325767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CP &amp; MATE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4" name="Google Shape;444;p40"/>
              <p:cNvSpPr txBox="1">
                <a:spLocks noGrp="1"/>
              </p:cNvSpPr>
              <p:nvPr>
                <p:ph type="subTitle" idx="5"/>
              </p:nvPr>
            </p:nvSpPr>
            <p:spPr>
              <a:xfrm>
                <a:off x="609600" y="2353425"/>
                <a:ext cx="2480425" cy="5346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/>
                <a:r>
                  <a:rPr lang="en-US" dirty="0"/>
                  <a:t>Total Errors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US" dirty="0"/>
                  <a:t> Total Moves</a:t>
                </a:r>
              </a:p>
            </p:txBody>
          </p:sp>
        </mc:Choice>
        <mc:Fallback xmlns="">
          <p:sp>
            <p:nvSpPr>
              <p:cNvPr id="444" name="Google Shape;444;p40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5"/>
              </p:nvPr>
            </p:nvSpPr>
            <p:spPr>
              <a:xfrm>
                <a:off x="609600" y="2353425"/>
                <a:ext cx="2480425" cy="534600"/>
              </a:xfrm>
              <a:prstGeom prst="rect">
                <a:avLst/>
              </a:prstGeom>
              <a:blipFill>
                <a:blip r:embed="rId4"/>
                <a:stretch>
                  <a:fillRect r="-12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5" name="Google Shape;445;p40"/>
          <p:cNvSpPr txBox="1">
            <a:spLocks noGrp="1"/>
          </p:cNvSpPr>
          <p:nvPr>
            <p:ph type="subTitle" idx="6"/>
          </p:nvPr>
        </p:nvSpPr>
        <p:spPr>
          <a:xfrm>
            <a:off x="719988" y="1827500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ERRORS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6" name="Google Shape;446;p40"/>
              <p:cNvSpPr txBox="1">
                <a:spLocks noGrp="1"/>
              </p:cNvSpPr>
              <p:nvPr>
                <p:ph type="subTitle" idx="7"/>
              </p:nvPr>
            </p:nvSpPr>
            <p:spPr>
              <a:xfrm>
                <a:off x="6054000" y="2353425"/>
                <a:ext cx="2480400" cy="5346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/>
                <a:r>
                  <a:rPr lang="en-US" dirty="0"/>
                  <a:t>Est. Time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US" dirty="0"/>
                  <a:t> Game Thresh.</a:t>
                </a:r>
              </a:p>
            </p:txBody>
          </p:sp>
        </mc:Choice>
        <mc:Fallback xmlns="">
          <p:sp>
            <p:nvSpPr>
              <p:cNvPr id="446" name="Google Shape;446;p40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7"/>
              </p:nvPr>
            </p:nvSpPr>
            <p:spPr>
              <a:xfrm>
                <a:off x="6054000" y="2353425"/>
                <a:ext cx="2480400" cy="534600"/>
              </a:xfrm>
              <a:prstGeom prst="rect">
                <a:avLst/>
              </a:prstGeom>
              <a:blipFill>
                <a:blip r:embed="rId5"/>
                <a:stretch>
                  <a:fillRect l="-12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7" name="Google Shape;447;p40"/>
          <p:cNvSpPr txBox="1">
            <a:spLocks noGrp="1"/>
          </p:cNvSpPr>
          <p:nvPr>
            <p:ph type="subTitle" idx="8"/>
          </p:nvPr>
        </p:nvSpPr>
        <p:spPr>
          <a:xfrm>
            <a:off x="6053963" y="1827500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EST. TIME</a:t>
            </a:r>
            <a:endParaRPr dirty="0"/>
          </a:p>
        </p:txBody>
      </p:sp>
      <p:sp>
        <p:nvSpPr>
          <p:cNvPr id="448" name="Google Shape;448;p40"/>
          <p:cNvSpPr/>
          <p:nvPr/>
        </p:nvSpPr>
        <p:spPr>
          <a:xfrm>
            <a:off x="3240575" y="1827500"/>
            <a:ext cx="974100" cy="97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7F0E0"/>
                </a:solidFill>
              </a:rPr>
              <a:t>!?</a:t>
            </a:r>
            <a:endParaRPr sz="3200" b="1" dirty="0">
              <a:solidFill>
                <a:srgbClr val="F7F0E0"/>
              </a:solidFill>
            </a:endParaRPr>
          </a:p>
        </p:txBody>
      </p:sp>
      <p:sp>
        <p:nvSpPr>
          <p:cNvPr id="449" name="Google Shape;449;p40"/>
          <p:cNvSpPr/>
          <p:nvPr/>
        </p:nvSpPr>
        <p:spPr>
          <a:xfrm>
            <a:off x="3240575" y="3294125"/>
            <a:ext cx="974100" cy="9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40"/>
          <p:cNvSpPr/>
          <p:nvPr/>
        </p:nvSpPr>
        <p:spPr>
          <a:xfrm>
            <a:off x="4929325" y="1827500"/>
            <a:ext cx="974100" cy="9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1" name="Google Shape;451;p40"/>
          <p:cNvSpPr/>
          <p:nvPr/>
        </p:nvSpPr>
        <p:spPr>
          <a:xfrm>
            <a:off x="4929325" y="3294125"/>
            <a:ext cx="974100" cy="97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5" name="Google Shape;455;p40"/>
          <p:cNvGrpSpPr/>
          <p:nvPr/>
        </p:nvGrpSpPr>
        <p:grpSpPr>
          <a:xfrm>
            <a:off x="5241294" y="3606099"/>
            <a:ext cx="350157" cy="350157"/>
            <a:chOff x="3172485" y="2128128"/>
            <a:chExt cx="300306" cy="300306"/>
          </a:xfrm>
        </p:grpSpPr>
        <p:sp>
          <p:nvSpPr>
            <p:cNvPr id="456" name="Google Shape;456;p40"/>
            <p:cNvSpPr/>
            <p:nvPr/>
          </p:nvSpPr>
          <p:spPr>
            <a:xfrm>
              <a:off x="3380185" y="2327615"/>
              <a:ext cx="32" cy="447"/>
            </a:xfrm>
            <a:custGeom>
              <a:avLst/>
              <a:gdLst/>
              <a:ahLst/>
              <a:cxnLst/>
              <a:rect l="l" t="t" r="r" b="b"/>
              <a:pathLst>
                <a:path w="1" h="14" extrusionOk="0">
                  <a:moveTo>
                    <a:pt x="0" y="0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40"/>
            <p:cNvSpPr/>
            <p:nvPr/>
          </p:nvSpPr>
          <p:spPr>
            <a:xfrm>
              <a:off x="3264657" y="2229373"/>
              <a:ext cx="1310" cy="32"/>
            </a:xfrm>
            <a:custGeom>
              <a:avLst/>
              <a:gdLst/>
              <a:ahLst/>
              <a:cxnLst/>
              <a:rect l="l" t="t" r="r" b="b"/>
              <a:pathLst>
                <a:path w="41" h="1" extrusionOk="0">
                  <a:moveTo>
                    <a:pt x="41" y="1"/>
                  </a:moveTo>
                  <a:lnTo>
                    <a:pt x="28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40"/>
            <p:cNvSpPr/>
            <p:nvPr/>
          </p:nvSpPr>
          <p:spPr>
            <a:xfrm>
              <a:off x="3172485" y="2128128"/>
              <a:ext cx="300306" cy="300306"/>
            </a:xfrm>
            <a:custGeom>
              <a:avLst/>
              <a:gdLst/>
              <a:ahLst/>
              <a:cxnLst/>
              <a:rect l="l" t="t" r="r" b="b"/>
              <a:pathLst>
                <a:path w="9400" h="9400" extrusionOk="0">
                  <a:moveTo>
                    <a:pt x="7205" y="1545"/>
                  </a:moveTo>
                  <a:cubicBezTo>
                    <a:pt x="7612" y="1545"/>
                    <a:pt x="7951" y="1870"/>
                    <a:pt x="7964" y="2276"/>
                  </a:cubicBezTo>
                  <a:cubicBezTo>
                    <a:pt x="7978" y="2507"/>
                    <a:pt x="7910" y="2682"/>
                    <a:pt x="7801" y="2845"/>
                  </a:cubicBezTo>
                  <a:cubicBezTo>
                    <a:pt x="7599" y="3157"/>
                    <a:pt x="6691" y="3915"/>
                    <a:pt x="6501" y="3915"/>
                  </a:cubicBezTo>
                  <a:cubicBezTo>
                    <a:pt x="6312" y="3915"/>
                    <a:pt x="5405" y="3157"/>
                    <a:pt x="5201" y="2845"/>
                  </a:cubicBezTo>
                  <a:cubicBezTo>
                    <a:pt x="5093" y="2682"/>
                    <a:pt x="5026" y="2507"/>
                    <a:pt x="5026" y="2276"/>
                  </a:cubicBezTo>
                  <a:cubicBezTo>
                    <a:pt x="5053" y="1870"/>
                    <a:pt x="5378" y="1545"/>
                    <a:pt x="5784" y="1545"/>
                  </a:cubicBezTo>
                  <a:cubicBezTo>
                    <a:pt x="6203" y="1545"/>
                    <a:pt x="6447" y="1978"/>
                    <a:pt x="6501" y="1978"/>
                  </a:cubicBezTo>
                  <a:cubicBezTo>
                    <a:pt x="6555" y="1978"/>
                    <a:pt x="6813" y="1545"/>
                    <a:pt x="7205" y="1545"/>
                  </a:cubicBezTo>
                  <a:close/>
                  <a:moveTo>
                    <a:pt x="2899" y="1247"/>
                  </a:moveTo>
                  <a:cubicBezTo>
                    <a:pt x="3102" y="1247"/>
                    <a:pt x="3996" y="2005"/>
                    <a:pt x="4213" y="2317"/>
                  </a:cubicBezTo>
                  <a:cubicBezTo>
                    <a:pt x="4307" y="2465"/>
                    <a:pt x="4389" y="2642"/>
                    <a:pt x="4376" y="2872"/>
                  </a:cubicBezTo>
                  <a:cubicBezTo>
                    <a:pt x="4348" y="3278"/>
                    <a:pt x="4023" y="3617"/>
                    <a:pt x="3617" y="3617"/>
                  </a:cubicBezTo>
                  <a:cubicBezTo>
                    <a:pt x="3428" y="3617"/>
                    <a:pt x="3278" y="3522"/>
                    <a:pt x="3157" y="3413"/>
                  </a:cubicBezTo>
                  <a:lnTo>
                    <a:pt x="3157" y="3509"/>
                  </a:lnTo>
                  <a:lnTo>
                    <a:pt x="3346" y="3996"/>
                  </a:lnTo>
                  <a:cubicBezTo>
                    <a:pt x="3359" y="4051"/>
                    <a:pt x="3359" y="4105"/>
                    <a:pt x="3332" y="4145"/>
                  </a:cubicBezTo>
                  <a:cubicBezTo>
                    <a:pt x="3305" y="4186"/>
                    <a:pt x="3251" y="4213"/>
                    <a:pt x="3211" y="4213"/>
                  </a:cubicBezTo>
                  <a:lnTo>
                    <a:pt x="2601" y="4213"/>
                  </a:lnTo>
                  <a:cubicBezTo>
                    <a:pt x="2561" y="4213"/>
                    <a:pt x="2507" y="4186"/>
                    <a:pt x="2480" y="4145"/>
                  </a:cubicBezTo>
                  <a:cubicBezTo>
                    <a:pt x="2452" y="4105"/>
                    <a:pt x="2452" y="4051"/>
                    <a:pt x="2465" y="3996"/>
                  </a:cubicBezTo>
                  <a:lnTo>
                    <a:pt x="2655" y="3509"/>
                  </a:lnTo>
                  <a:lnTo>
                    <a:pt x="2655" y="3413"/>
                  </a:lnTo>
                  <a:cubicBezTo>
                    <a:pt x="2534" y="3509"/>
                    <a:pt x="2384" y="3617"/>
                    <a:pt x="2195" y="3617"/>
                  </a:cubicBezTo>
                  <a:cubicBezTo>
                    <a:pt x="1788" y="3617"/>
                    <a:pt x="1463" y="3278"/>
                    <a:pt x="1436" y="2872"/>
                  </a:cubicBezTo>
                  <a:cubicBezTo>
                    <a:pt x="1423" y="2642"/>
                    <a:pt x="1504" y="2480"/>
                    <a:pt x="1599" y="2317"/>
                  </a:cubicBezTo>
                  <a:cubicBezTo>
                    <a:pt x="1815" y="1992"/>
                    <a:pt x="2709" y="1247"/>
                    <a:pt x="2899" y="1247"/>
                  </a:cubicBezTo>
                  <a:close/>
                  <a:moveTo>
                    <a:pt x="2913" y="4957"/>
                  </a:moveTo>
                  <a:cubicBezTo>
                    <a:pt x="2926" y="4957"/>
                    <a:pt x="2953" y="4971"/>
                    <a:pt x="2967" y="4984"/>
                  </a:cubicBezTo>
                  <a:lnTo>
                    <a:pt x="4226" y="6393"/>
                  </a:lnTo>
                  <a:cubicBezTo>
                    <a:pt x="4253" y="6434"/>
                    <a:pt x="4253" y="6474"/>
                    <a:pt x="4226" y="6515"/>
                  </a:cubicBezTo>
                  <a:lnTo>
                    <a:pt x="2967" y="7937"/>
                  </a:lnTo>
                  <a:cubicBezTo>
                    <a:pt x="2953" y="7951"/>
                    <a:pt x="2926" y="7964"/>
                    <a:pt x="2913" y="7964"/>
                  </a:cubicBezTo>
                  <a:cubicBezTo>
                    <a:pt x="2886" y="7964"/>
                    <a:pt x="2859" y="7951"/>
                    <a:pt x="2845" y="7937"/>
                  </a:cubicBezTo>
                  <a:lnTo>
                    <a:pt x="1586" y="6515"/>
                  </a:lnTo>
                  <a:cubicBezTo>
                    <a:pt x="1559" y="6474"/>
                    <a:pt x="1559" y="6434"/>
                    <a:pt x="1586" y="6393"/>
                  </a:cubicBezTo>
                  <a:lnTo>
                    <a:pt x="2845" y="4984"/>
                  </a:lnTo>
                  <a:cubicBezTo>
                    <a:pt x="2859" y="4971"/>
                    <a:pt x="2886" y="4957"/>
                    <a:pt x="2913" y="4957"/>
                  </a:cubicBezTo>
                  <a:close/>
                  <a:moveTo>
                    <a:pt x="6501" y="4768"/>
                  </a:moveTo>
                  <a:cubicBezTo>
                    <a:pt x="6907" y="4768"/>
                    <a:pt x="7247" y="5093"/>
                    <a:pt x="7247" y="5513"/>
                  </a:cubicBezTo>
                  <a:cubicBezTo>
                    <a:pt x="7247" y="5662"/>
                    <a:pt x="7192" y="5811"/>
                    <a:pt x="7111" y="5932"/>
                  </a:cubicBezTo>
                  <a:cubicBezTo>
                    <a:pt x="7517" y="5932"/>
                    <a:pt x="7855" y="6257"/>
                    <a:pt x="7855" y="6664"/>
                  </a:cubicBezTo>
                  <a:cubicBezTo>
                    <a:pt x="7855" y="7084"/>
                    <a:pt x="7517" y="7409"/>
                    <a:pt x="7111" y="7409"/>
                  </a:cubicBezTo>
                  <a:cubicBezTo>
                    <a:pt x="7016" y="7409"/>
                    <a:pt x="6935" y="7395"/>
                    <a:pt x="6853" y="7368"/>
                  </a:cubicBezTo>
                  <a:cubicBezTo>
                    <a:pt x="6842" y="7363"/>
                    <a:pt x="6831" y="7360"/>
                    <a:pt x="6820" y="7360"/>
                  </a:cubicBezTo>
                  <a:cubicBezTo>
                    <a:pt x="6804" y="7360"/>
                    <a:pt x="6788" y="7366"/>
                    <a:pt x="6772" y="7382"/>
                  </a:cubicBezTo>
                  <a:cubicBezTo>
                    <a:pt x="6745" y="7395"/>
                    <a:pt x="6745" y="7436"/>
                    <a:pt x="6759" y="7463"/>
                  </a:cubicBezTo>
                  <a:lnTo>
                    <a:pt x="6935" y="7951"/>
                  </a:lnTo>
                  <a:cubicBezTo>
                    <a:pt x="6962" y="8005"/>
                    <a:pt x="6949" y="8045"/>
                    <a:pt x="6922" y="8086"/>
                  </a:cubicBezTo>
                  <a:cubicBezTo>
                    <a:pt x="6894" y="8126"/>
                    <a:pt x="6853" y="8153"/>
                    <a:pt x="6799" y="8153"/>
                  </a:cubicBezTo>
                  <a:lnTo>
                    <a:pt x="6203" y="8153"/>
                  </a:lnTo>
                  <a:cubicBezTo>
                    <a:pt x="6149" y="8153"/>
                    <a:pt x="6109" y="8126"/>
                    <a:pt x="6082" y="8086"/>
                  </a:cubicBezTo>
                  <a:cubicBezTo>
                    <a:pt x="6041" y="8045"/>
                    <a:pt x="6041" y="8005"/>
                    <a:pt x="6055" y="7951"/>
                  </a:cubicBezTo>
                  <a:lnTo>
                    <a:pt x="6244" y="7463"/>
                  </a:lnTo>
                  <a:cubicBezTo>
                    <a:pt x="6257" y="7436"/>
                    <a:pt x="6244" y="7395"/>
                    <a:pt x="6230" y="7382"/>
                  </a:cubicBezTo>
                  <a:cubicBezTo>
                    <a:pt x="6214" y="7366"/>
                    <a:pt x="6198" y="7360"/>
                    <a:pt x="6182" y="7360"/>
                  </a:cubicBezTo>
                  <a:cubicBezTo>
                    <a:pt x="6171" y="7360"/>
                    <a:pt x="6160" y="7363"/>
                    <a:pt x="6149" y="7368"/>
                  </a:cubicBezTo>
                  <a:cubicBezTo>
                    <a:pt x="6068" y="7395"/>
                    <a:pt x="5974" y="7409"/>
                    <a:pt x="5892" y="7409"/>
                  </a:cubicBezTo>
                  <a:cubicBezTo>
                    <a:pt x="5472" y="7409"/>
                    <a:pt x="5147" y="7084"/>
                    <a:pt x="5147" y="6664"/>
                  </a:cubicBezTo>
                  <a:cubicBezTo>
                    <a:pt x="5147" y="6257"/>
                    <a:pt x="5472" y="5932"/>
                    <a:pt x="5892" y="5932"/>
                  </a:cubicBezTo>
                  <a:cubicBezTo>
                    <a:pt x="5811" y="5811"/>
                    <a:pt x="5757" y="5662"/>
                    <a:pt x="5757" y="5513"/>
                  </a:cubicBezTo>
                  <a:cubicBezTo>
                    <a:pt x="5757" y="5093"/>
                    <a:pt x="6095" y="4768"/>
                    <a:pt x="6501" y="4768"/>
                  </a:cubicBezTo>
                  <a:close/>
                  <a:moveTo>
                    <a:pt x="367" y="1"/>
                  </a:moveTo>
                  <a:cubicBezTo>
                    <a:pt x="163" y="1"/>
                    <a:pt x="1" y="163"/>
                    <a:pt x="1" y="353"/>
                  </a:cubicBezTo>
                  <a:lnTo>
                    <a:pt x="1" y="9047"/>
                  </a:lnTo>
                  <a:cubicBezTo>
                    <a:pt x="1" y="9237"/>
                    <a:pt x="163" y="9399"/>
                    <a:pt x="367" y="9399"/>
                  </a:cubicBezTo>
                  <a:lnTo>
                    <a:pt x="9047" y="9399"/>
                  </a:lnTo>
                  <a:cubicBezTo>
                    <a:pt x="9237" y="9399"/>
                    <a:pt x="9399" y="9237"/>
                    <a:pt x="9399" y="9047"/>
                  </a:cubicBezTo>
                  <a:lnTo>
                    <a:pt x="9399" y="353"/>
                  </a:lnTo>
                  <a:cubicBezTo>
                    <a:pt x="9399" y="163"/>
                    <a:pt x="9237" y="1"/>
                    <a:pt x="90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0" name="Google Shape;460;p40"/>
          <p:cNvSpPr/>
          <p:nvPr/>
        </p:nvSpPr>
        <p:spPr>
          <a:xfrm>
            <a:off x="3499838" y="3577080"/>
            <a:ext cx="455568" cy="408186"/>
          </a:xfrm>
          <a:custGeom>
            <a:avLst/>
            <a:gdLst/>
            <a:ahLst/>
            <a:cxnLst/>
            <a:rect l="l" t="t" r="r" b="b"/>
            <a:pathLst>
              <a:path w="12230" h="10958" extrusionOk="0">
                <a:moveTo>
                  <a:pt x="2804" y="1"/>
                </a:moveTo>
                <a:cubicBezTo>
                  <a:pt x="2573" y="1"/>
                  <a:pt x="2344" y="96"/>
                  <a:pt x="2181" y="258"/>
                </a:cubicBezTo>
                <a:cubicBezTo>
                  <a:pt x="2073" y="367"/>
                  <a:pt x="2059" y="705"/>
                  <a:pt x="2127" y="990"/>
                </a:cubicBezTo>
                <a:lnTo>
                  <a:pt x="2005" y="1125"/>
                </a:lnTo>
                <a:lnTo>
                  <a:pt x="1680" y="800"/>
                </a:lnTo>
                <a:cubicBezTo>
                  <a:pt x="1612" y="732"/>
                  <a:pt x="1531" y="705"/>
                  <a:pt x="1436" y="705"/>
                </a:cubicBezTo>
                <a:cubicBezTo>
                  <a:pt x="1354" y="705"/>
                  <a:pt x="1273" y="732"/>
                  <a:pt x="1206" y="800"/>
                </a:cubicBezTo>
                <a:lnTo>
                  <a:pt x="881" y="1125"/>
                </a:lnTo>
                <a:cubicBezTo>
                  <a:pt x="759" y="1246"/>
                  <a:pt x="759" y="1463"/>
                  <a:pt x="881" y="1586"/>
                </a:cubicBezTo>
                <a:lnTo>
                  <a:pt x="1206" y="1911"/>
                </a:lnTo>
                <a:lnTo>
                  <a:pt x="1071" y="2046"/>
                </a:lnTo>
                <a:cubicBezTo>
                  <a:pt x="935" y="2019"/>
                  <a:pt x="800" y="2005"/>
                  <a:pt x="691" y="2005"/>
                </a:cubicBezTo>
                <a:cubicBezTo>
                  <a:pt x="434" y="2005"/>
                  <a:pt x="366" y="2073"/>
                  <a:pt x="339" y="2100"/>
                </a:cubicBezTo>
                <a:cubicBezTo>
                  <a:pt x="0" y="2438"/>
                  <a:pt x="0" y="3007"/>
                  <a:pt x="339" y="3346"/>
                </a:cubicBezTo>
                <a:cubicBezTo>
                  <a:pt x="515" y="3522"/>
                  <a:pt x="732" y="3603"/>
                  <a:pt x="975" y="3603"/>
                </a:cubicBezTo>
                <a:cubicBezTo>
                  <a:pt x="1206" y="3603"/>
                  <a:pt x="1436" y="3522"/>
                  <a:pt x="1598" y="3346"/>
                </a:cubicBezTo>
                <a:cubicBezTo>
                  <a:pt x="1707" y="3251"/>
                  <a:pt x="1721" y="2913"/>
                  <a:pt x="1652" y="2615"/>
                </a:cubicBezTo>
                <a:lnTo>
                  <a:pt x="1775" y="2479"/>
                </a:lnTo>
                <a:lnTo>
                  <a:pt x="2804" y="3509"/>
                </a:lnTo>
                <a:lnTo>
                  <a:pt x="2804" y="6637"/>
                </a:lnTo>
                <a:cubicBezTo>
                  <a:pt x="2804" y="7151"/>
                  <a:pt x="3007" y="7626"/>
                  <a:pt x="3305" y="8045"/>
                </a:cubicBezTo>
                <a:lnTo>
                  <a:pt x="1896" y="9453"/>
                </a:lnTo>
                <a:cubicBezTo>
                  <a:pt x="1802" y="9535"/>
                  <a:pt x="1694" y="9697"/>
                  <a:pt x="1639" y="9806"/>
                </a:cubicBezTo>
                <a:lnTo>
                  <a:pt x="1219" y="10659"/>
                </a:lnTo>
                <a:cubicBezTo>
                  <a:pt x="1165" y="10768"/>
                  <a:pt x="1179" y="10835"/>
                  <a:pt x="1206" y="10876"/>
                </a:cubicBezTo>
                <a:cubicBezTo>
                  <a:pt x="1233" y="10930"/>
                  <a:pt x="1287" y="10957"/>
                  <a:pt x="1354" y="10957"/>
                </a:cubicBezTo>
                <a:cubicBezTo>
                  <a:pt x="1396" y="10957"/>
                  <a:pt x="1436" y="10943"/>
                  <a:pt x="1477" y="10916"/>
                </a:cubicBezTo>
                <a:lnTo>
                  <a:pt x="2330" y="10497"/>
                </a:lnTo>
                <a:cubicBezTo>
                  <a:pt x="2438" y="10443"/>
                  <a:pt x="2600" y="10334"/>
                  <a:pt x="2682" y="10239"/>
                </a:cubicBezTo>
                <a:lnTo>
                  <a:pt x="4050" y="8872"/>
                </a:lnTo>
                <a:cubicBezTo>
                  <a:pt x="4144" y="8966"/>
                  <a:pt x="4253" y="9047"/>
                  <a:pt x="4348" y="9128"/>
                </a:cubicBezTo>
                <a:cubicBezTo>
                  <a:pt x="5065" y="9711"/>
                  <a:pt x="5905" y="10145"/>
                  <a:pt x="6094" y="10145"/>
                </a:cubicBezTo>
                <a:cubicBezTo>
                  <a:pt x="6244" y="10145"/>
                  <a:pt x="7084" y="9697"/>
                  <a:pt x="7815" y="9128"/>
                </a:cubicBezTo>
                <a:cubicBezTo>
                  <a:pt x="7923" y="9047"/>
                  <a:pt x="8032" y="8953"/>
                  <a:pt x="8140" y="8845"/>
                </a:cubicBezTo>
                <a:lnTo>
                  <a:pt x="9534" y="10239"/>
                </a:lnTo>
                <a:cubicBezTo>
                  <a:pt x="9630" y="10334"/>
                  <a:pt x="9778" y="10443"/>
                  <a:pt x="9900" y="10497"/>
                </a:cubicBezTo>
                <a:lnTo>
                  <a:pt x="10740" y="10916"/>
                </a:lnTo>
                <a:cubicBezTo>
                  <a:pt x="10794" y="10943"/>
                  <a:pt x="10834" y="10957"/>
                  <a:pt x="10876" y="10957"/>
                </a:cubicBezTo>
                <a:cubicBezTo>
                  <a:pt x="10930" y="10957"/>
                  <a:pt x="10984" y="10930"/>
                  <a:pt x="11024" y="10876"/>
                </a:cubicBezTo>
                <a:cubicBezTo>
                  <a:pt x="11038" y="10835"/>
                  <a:pt x="11065" y="10768"/>
                  <a:pt x="11011" y="10659"/>
                </a:cubicBezTo>
                <a:lnTo>
                  <a:pt x="10591" y="9806"/>
                </a:lnTo>
                <a:cubicBezTo>
                  <a:pt x="10536" y="9697"/>
                  <a:pt x="10415" y="9535"/>
                  <a:pt x="10334" y="9453"/>
                </a:cubicBezTo>
                <a:lnTo>
                  <a:pt x="8898" y="8018"/>
                </a:lnTo>
                <a:cubicBezTo>
                  <a:pt x="9196" y="7599"/>
                  <a:pt x="9386" y="7138"/>
                  <a:pt x="9386" y="6637"/>
                </a:cubicBezTo>
                <a:lnTo>
                  <a:pt x="9386" y="3536"/>
                </a:lnTo>
                <a:lnTo>
                  <a:pt x="10442" y="2479"/>
                </a:lnTo>
                <a:lnTo>
                  <a:pt x="10578" y="2615"/>
                </a:lnTo>
                <a:cubicBezTo>
                  <a:pt x="10509" y="2913"/>
                  <a:pt x="10523" y="3251"/>
                  <a:pt x="10618" y="3346"/>
                </a:cubicBezTo>
                <a:cubicBezTo>
                  <a:pt x="10794" y="3522"/>
                  <a:pt x="11011" y="3603"/>
                  <a:pt x="11255" y="3603"/>
                </a:cubicBezTo>
                <a:cubicBezTo>
                  <a:pt x="11484" y="3603"/>
                  <a:pt x="11715" y="3522"/>
                  <a:pt x="11878" y="3346"/>
                </a:cubicBezTo>
                <a:cubicBezTo>
                  <a:pt x="12230" y="3007"/>
                  <a:pt x="12230" y="2438"/>
                  <a:pt x="11878" y="2100"/>
                </a:cubicBezTo>
                <a:cubicBezTo>
                  <a:pt x="11851" y="2073"/>
                  <a:pt x="11782" y="2005"/>
                  <a:pt x="11526" y="2005"/>
                </a:cubicBezTo>
                <a:cubicBezTo>
                  <a:pt x="11430" y="2005"/>
                  <a:pt x="11282" y="2019"/>
                  <a:pt x="11146" y="2046"/>
                </a:cubicBezTo>
                <a:lnTo>
                  <a:pt x="11011" y="1911"/>
                </a:lnTo>
                <a:lnTo>
                  <a:pt x="11336" y="1586"/>
                </a:lnTo>
                <a:cubicBezTo>
                  <a:pt x="11471" y="1463"/>
                  <a:pt x="11471" y="1246"/>
                  <a:pt x="11336" y="1125"/>
                </a:cubicBezTo>
                <a:lnTo>
                  <a:pt x="11011" y="800"/>
                </a:lnTo>
                <a:cubicBezTo>
                  <a:pt x="10957" y="732"/>
                  <a:pt x="10876" y="705"/>
                  <a:pt x="10780" y="705"/>
                </a:cubicBezTo>
                <a:cubicBezTo>
                  <a:pt x="10686" y="705"/>
                  <a:pt x="10605" y="732"/>
                  <a:pt x="10551" y="800"/>
                </a:cubicBezTo>
                <a:lnTo>
                  <a:pt x="10226" y="1125"/>
                </a:lnTo>
                <a:lnTo>
                  <a:pt x="10090" y="990"/>
                </a:lnTo>
                <a:cubicBezTo>
                  <a:pt x="10157" y="705"/>
                  <a:pt x="10144" y="367"/>
                  <a:pt x="10049" y="258"/>
                </a:cubicBezTo>
                <a:cubicBezTo>
                  <a:pt x="9873" y="96"/>
                  <a:pt x="9657" y="1"/>
                  <a:pt x="9413" y="1"/>
                </a:cubicBezTo>
                <a:cubicBezTo>
                  <a:pt x="9182" y="1"/>
                  <a:pt x="8953" y="96"/>
                  <a:pt x="8790" y="258"/>
                </a:cubicBezTo>
                <a:cubicBezTo>
                  <a:pt x="8613" y="421"/>
                  <a:pt x="8532" y="651"/>
                  <a:pt x="8532" y="881"/>
                </a:cubicBezTo>
                <a:cubicBezTo>
                  <a:pt x="8532" y="1125"/>
                  <a:pt x="8613" y="1342"/>
                  <a:pt x="8790" y="1517"/>
                </a:cubicBezTo>
                <a:cubicBezTo>
                  <a:pt x="8803" y="1531"/>
                  <a:pt x="8871" y="1599"/>
                  <a:pt x="9142" y="1599"/>
                </a:cubicBezTo>
                <a:cubicBezTo>
                  <a:pt x="9236" y="1599"/>
                  <a:pt x="9372" y="1599"/>
                  <a:pt x="9521" y="1559"/>
                </a:cubicBezTo>
                <a:lnTo>
                  <a:pt x="9657" y="1694"/>
                </a:lnTo>
                <a:lnTo>
                  <a:pt x="8438" y="2913"/>
                </a:lnTo>
                <a:lnTo>
                  <a:pt x="8275" y="2913"/>
                </a:lnTo>
                <a:cubicBezTo>
                  <a:pt x="8032" y="2913"/>
                  <a:pt x="7774" y="2872"/>
                  <a:pt x="7517" y="2804"/>
                </a:cubicBezTo>
                <a:cubicBezTo>
                  <a:pt x="6921" y="2628"/>
                  <a:pt x="6434" y="1938"/>
                  <a:pt x="6271" y="1721"/>
                </a:cubicBezTo>
                <a:cubicBezTo>
                  <a:pt x="6244" y="1680"/>
                  <a:pt x="6190" y="1653"/>
                  <a:pt x="6122" y="1653"/>
                </a:cubicBezTo>
                <a:cubicBezTo>
                  <a:pt x="6067" y="1653"/>
                  <a:pt x="6027" y="1667"/>
                  <a:pt x="6000" y="1707"/>
                </a:cubicBezTo>
                <a:cubicBezTo>
                  <a:pt x="5838" y="1938"/>
                  <a:pt x="5350" y="2615"/>
                  <a:pt x="4754" y="2804"/>
                </a:cubicBezTo>
                <a:cubicBezTo>
                  <a:pt x="4496" y="2872"/>
                  <a:pt x="4226" y="2913"/>
                  <a:pt x="3969" y="2913"/>
                </a:cubicBezTo>
                <a:lnTo>
                  <a:pt x="3792" y="2913"/>
                </a:lnTo>
                <a:lnTo>
                  <a:pt x="2573" y="1694"/>
                </a:lnTo>
                <a:lnTo>
                  <a:pt x="2709" y="1559"/>
                </a:lnTo>
                <a:cubicBezTo>
                  <a:pt x="2844" y="1586"/>
                  <a:pt x="2980" y="1599"/>
                  <a:pt x="3088" y="1599"/>
                </a:cubicBezTo>
                <a:cubicBezTo>
                  <a:pt x="3346" y="1599"/>
                  <a:pt x="3413" y="1531"/>
                  <a:pt x="3440" y="1517"/>
                </a:cubicBezTo>
                <a:cubicBezTo>
                  <a:pt x="3779" y="1165"/>
                  <a:pt x="3779" y="611"/>
                  <a:pt x="3440" y="258"/>
                </a:cubicBezTo>
                <a:cubicBezTo>
                  <a:pt x="3265" y="96"/>
                  <a:pt x="3048" y="1"/>
                  <a:pt x="280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1" name="Google Shape;461;p40"/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462" name="Google Shape;462;p40"/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40"/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" name="Google Shape;6193;p80">
            <a:extLst>
              <a:ext uri="{FF2B5EF4-FFF2-40B4-BE49-F238E27FC236}">
                <a16:creationId xmlns:a16="http://schemas.microsoft.com/office/drawing/2014/main" id="{E03F4D8D-E967-5882-0BC2-D00DC0801EDE}"/>
              </a:ext>
            </a:extLst>
          </p:cNvPr>
          <p:cNvGrpSpPr>
            <a:grpSpLocks noChangeAspect="1"/>
          </p:cNvGrpSpPr>
          <p:nvPr/>
        </p:nvGrpSpPr>
        <p:grpSpPr>
          <a:xfrm>
            <a:off x="5187772" y="2085950"/>
            <a:ext cx="457200" cy="457200"/>
            <a:chOff x="3271200" y="1435075"/>
            <a:chExt cx="481825" cy="481825"/>
          </a:xfrm>
          <a:solidFill>
            <a:srgbClr val="F7F0E0"/>
          </a:solidFill>
        </p:grpSpPr>
        <p:sp>
          <p:nvSpPr>
            <p:cNvPr id="6" name="Google Shape;6194;p80">
              <a:extLst>
                <a:ext uri="{FF2B5EF4-FFF2-40B4-BE49-F238E27FC236}">
                  <a16:creationId xmlns:a16="http://schemas.microsoft.com/office/drawing/2014/main" id="{37D505D2-C818-EEA3-FFFF-89A02DBAF65C}"/>
                </a:ext>
              </a:extLst>
            </p:cNvPr>
            <p:cNvSpPr/>
            <p:nvPr/>
          </p:nvSpPr>
          <p:spPr>
            <a:xfrm>
              <a:off x="3271200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597" y="2259"/>
                  </a:moveTo>
                  <a:cubicBezTo>
                    <a:pt x="13635" y="2259"/>
                    <a:pt x="17014" y="5545"/>
                    <a:pt x="17014" y="9601"/>
                  </a:cubicBezTo>
                  <a:cubicBezTo>
                    <a:pt x="17014" y="13636"/>
                    <a:pt x="13654" y="17014"/>
                    <a:pt x="9597" y="17014"/>
                  </a:cubicBezTo>
                  <a:cubicBezTo>
                    <a:pt x="5562" y="17014"/>
                    <a:pt x="2259" y="13654"/>
                    <a:pt x="2259" y="9601"/>
                  </a:cubicBezTo>
                  <a:cubicBezTo>
                    <a:pt x="2259" y="5563"/>
                    <a:pt x="5541" y="2259"/>
                    <a:pt x="9597" y="2259"/>
                  </a:cubicBezTo>
                  <a:close/>
                  <a:moveTo>
                    <a:pt x="9597" y="1"/>
                  </a:moveTo>
                  <a:cubicBezTo>
                    <a:pt x="4304" y="1"/>
                    <a:pt x="0" y="4307"/>
                    <a:pt x="0" y="9601"/>
                  </a:cubicBezTo>
                  <a:cubicBezTo>
                    <a:pt x="0" y="14892"/>
                    <a:pt x="4304" y="19273"/>
                    <a:pt x="9597" y="19273"/>
                  </a:cubicBezTo>
                  <a:cubicBezTo>
                    <a:pt x="14891" y="19273"/>
                    <a:pt x="19272" y="14892"/>
                    <a:pt x="19272" y="9601"/>
                  </a:cubicBezTo>
                  <a:cubicBezTo>
                    <a:pt x="19272" y="4307"/>
                    <a:pt x="14891" y="1"/>
                    <a:pt x="95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" name="Google Shape;6195;p80">
              <a:extLst>
                <a:ext uri="{FF2B5EF4-FFF2-40B4-BE49-F238E27FC236}">
                  <a16:creationId xmlns:a16="http://schemas.microsoft.com/office/drawing/2014/main" id="{C22F09D1-3C29-FF00-0D14-B9A94E4C597A}"/>
                </a:ext>
              </a:extLst>
            </p:cNvPr>
            <p:cNvSpPr/>
            <p:nvPr/>
          </p:nvSpPr>
          <p:spPr>
            <a:xfrm>
              <a:off x="3356575" y="1520525"/>
              <a:ext cx="311000" cy="311025"/>
            </a:xfrm>
            <a:custGeom>
              <a:avLst/>
              <a:gdLst/>
              <a:ahLst/>
              <a:cxnLst/>
              <a:rect l="l" t="t" r="r" b="b"/>
              <a:pathLst>
                <a:path w="12440" h="12441" extrusionOk="0">
                  <a:moveTo>
                    <a:pt x="8516" y="3359"/>
                  </a:moveTo>
                  <a:cubicBezTo>
                    <a:pt x="8661" y="3359"/>
                    <a:pt x="8805" y="3414"/>
                    <a:pt x="8917" y="3524"/>
                  </a:cubicBezTo>
                  <a:cubicBezTo>
                    <a:pt x="9136" y="3744"/>
                    <a:pt x="9136" y="4102"/>
                    <a:pt x="8917" y="4322"/>
                  </a:cubicBezTo>
                  <a:lnTo>
                    <a:pt x="7056" y="6183"/>
                  </a:lnTo>
                  <a:lnTo>
                    <a:pt x="8917" y="8041"/>
                  </a:lnTo>
                  <a:cubicBezTo>
                    <a:pt x="9326" y="8453"/>
                    <a:pt x="8939" y="9009"/>
                    <a:pt x="8502" y="9009"/>
                  </a:cubicBezTo>
                  <a:cubicBezTo>
                    <a:pt x="8371" y="9009"/>
                    <a:pt x="8235" y="8959"/>
                    <a:pt x="8116" y="8839"/>
                  </a:cubicBezTo>
                  <a:lnTo>
                    <a:pt x="5857" y="6580"/>
                  </a:lnTo>
                  <a:cubicBezTo>
                    <a:pt x="5637" y="6360"/>
                    <a:pt x="5637" y="6002"/>
                    <a:pt x="5857" y="5782"/>
                  </a:cubicBezTo>
                  <a:lnTo>
                    <a:pt x="8116" y="3524"/>
                  </a:lnTo>
                  <a:cubicBezTo>
                    <a:pt x="8227" y="3414"/>
                    <a:pt x="8372" y="3359"/>
                    <a:pt x="8516" y="3359"/>
                  </a:cubicBezTo>
                  <a:close/>
                  <a:moveTo>
                    <a:pt x="5619" y="1"/>
                  </a:moveTo>
                  <a:cubicBezTo>
                    <a:pt x="4367" y="112"/>
                    <a:pt x="3177" y="606"/>
                    <a:pt x="2214" y="1413"/>
                  </a:cubicBezTo>
                  <a:lnTo>
                    <a:pt x="2590" y="1789"/>
                  </a:lnTo>
                  <a:cubicBezTo>
                    <a:pt x="3002" y="2199"/>
                    <a:pt x="2615" y="2757"/>
                    <a:pt x="2178" y="2757"/>
                  </a:cubicBezTo>
                  <a:cubicBezTo>
                    <a:pt x="2047" y="2757"/>
                    <a:pt x="1912" y="2707"/>
                    <a:pt x="1792" y="2587"/>
                  </a:cubicBezTo>
                  <a:lnTo>
                    <a:pt x="1416" y="2211"/>
                  </a:lnTo>
                  <a:cubicBezTo>
                    <a:pt x="609" y="3175"/>
                    <a:pt x="118" y="4364"/>
                    <a:pt x="3" y="5617"/>
                  </a:cubicBezTo>
                  <a:lnTo>
                    <a:pt x="536" y="5617"/>
                  </a:lnTo>
                  <a:cubicBezTo>
                    <a:pt x="1280" y="5617"/>
                    <a:pt x="1283" y="6746"/>
                    <a:pt x="536" y="6746"/>
                  </a:cubicBezTo>
                  <a:lnTo>
                    <a:pt x="0" y="6746"/>
                  </a:lnTo>
                  <a:cubicBezTo>
                    <a:pt x="118" y="8035"/>
                    <a:pt x="627" y="9287"/>
                    <a:pt x="1413" y="10227"/>
                  </a:cubicBezTo>
                  <a:lnTo>
                    <a:pt x="1789" y="9850"/>
                  </a:lnTo>
                  <a:cubicBezTo>
                    <a:pt x="1910" y="9730"/>
                    <a:pt x="2045" y="9679"/>
                    <a:pt x="2176" y="9679"/>
                  </a:cubicBezTo>
                  <a:cubicBezTo>
                    <a:pt x="2613" y="9679"/>
                    <a:pt x="2995" y="10244"/>
                    <a:pt x="2587" y="10651"/>
                  </a:cubicBezTo>
                  <a:lnTo>
                    <a:pt x="2211" y="11028"/>
                  </a:lnTo>
                  <a:cubicBezTo>
                    <a:pt x="3174" y="11832"/>
                    <a:pt x="4364" y="12326"/>
                    <a:pt x="5616" y="12440"/>
                  </a:cubicBezTo>
                  <a:lnTo>
                    <a:pt x="5616" y="11904"/>
                  </a:lnTo>
                  <a:cubicBezTo>
                    <a:pt x="5616" y="11530"/>
                    <a:pt x="5899" y="11343"/>
                    <a:pt x="6182" y="11343"/>
                  </a:cubicBezTo>
                  <a:cubicBezTo>
                    <a:pt x="6464" y="11343"/>
                    <a:pt x="6745" y="11530"/>
                    <a:pt x="6745" y="11904"/>
                  </a:cubicBezTo>
                  <a:lnTo>
                    <a:pt x="6745" y="12440"/>
                  </a:lnTo>
                  <a:cubicBezTo>
                    <a:pt x="8034" y="12323"/>
                    <a:pt x="9287" y="11811"/>
                    <a:pt x="10226" y="11028"/>
                  </a:cubicBezTo>
                  <a:lnTo>
                    <a:pt x="9850" y="10651"/>
                  </a:lnTo>
                  <a:cubicBezTo>
                    <a:pt x="9445" y="10246"/>
                    <a:pt x="9822" y="9678"/>
                    <a:pt x="10259" y="9678"/>
                  </a:cubicBezTo>
                  <a:cubicBezTo>
                    <a:pt x="10390" y="9678"/>
                    <a:pt x="10526" y="9729"/>
                    <a:pt x="10648" y="9850"/>
                  </a:cubicBezTo>
                  <a:lnTo>
                    <a:pt x="11024" y="10227"/>
                  </a:lnTo>
                  <a:cubicBezTo>
                    <a:pt x="11810" y="9287"/>
                    <a:pt x="12319" y="8035"/>
                    <a:pt x="12437" y="6746"/>
                  </a:cubicBezTo>
                  <a:lnTo>
                    <a:pt x="11904" y="6746"/>
                  </a:lnTo>
                  <a:cubicBezTo>
                    <a:pt x="11160" y="6746"/>
                    <a:pt x="11157" y="5617"/>
                    <a:pt x="11904" y="5617"/>
                  </a:cubicBezTo>
                  <a:lnTo>
                    <a:pt x="12440" y="5617"/>
                  </a:lnTo>
                  <a:cubicBezTo>
                    <a:pt x="12325" y="4364"/>
                    <a:pt x="11834" y="3175"/>
                    <a:pt x="11027" y="2211"/>
                  </a:cubicBezTo>
                  <a:lnTo>
                    <a:pt x="10651" y="2587"/>
                  </a:lnTo>
                  <a:cubicBezTo>
                    <a:pt x="10529" y="2709"/>
                    <a:pt x="10392" y="2760"/>
                    <a:pt x="10261" y="2760"/>
                  </a:cubicBezTo>
                  <a:cubicBezTo>
                    <a:pt x="9823" y="2760"/>
                    <a:pt x="9443" y="2197"/>
                    <a:pt x="9853" y="1789"/>
                  </a:cubicBezTo>
                  <a:lnTo>
                    <a:pt x="10232" y="1413"/>
                  </a:lnTo>
                  <a:cubicBezTo>
                    <a:pt x="9290" y="627"/>
                    <a:pt x="8037" y="115"/>
                    <a:pt x="6748" y="1"/>
                  </a:cubicBezTo>
                  <a:lnTo>
                    <a:pt x="6748" y="537"/>
                  </a:lnTo>
                  <a:cubicBezTo>
                    <a:pt x="6748" y="909"/>
                    <a:pt x="6466" y="1096"/>
                    <a:pt x="6183" y="1096"/>
                  </a:cubicBezTo>
                  <a:cubicBezTo>
                    <a:pt x="5901" y="1096"/>
                    <a:pt x="5619" y="910"/>
                    <a:pt x="5619" y="537"/>
                  </a:cubicBezTo>
                  <a:lnTo>
                    <a:pt x="561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7659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8"/>
          <p:cNvSpPr/>
          <p:nvPr/>
        </p:nvSpPr>
        <p:spPr>
          <a:xfrm>
            <a:off x="2337038" y="1616575"/>
            <a:ext cx="974100" cy="97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0" name="Google Shape;400;p38"/>
          <p:cNvSpPr/>
          <p:nvPr/>
        </p:nvSpPr>
        <p:spPr>
          <a:xfrm>
            <a:off x="5853550" y="1616575"/>
            <a:ext cx="974100" cy="9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38"/>
          <p:cNvSpPr/>
          <p:nvPr/>
        </p:nvSpPr>
        <p:spPr>
          <a:xfrm>
            <a:off x="815900" y="681625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38"/>
          <p:cNvSpPr/>
          <p:nvPr/>
        </p:nvSpPr>
        <p:spPr>
          <a:xfrm>
            <a:off x="8149000" y="681625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ENCODING</a:t>
            </a:r>
            <a:endParaRPr dirty="0"/>
          </a:p>
        </p:txBody>
      </p:sp>
      <p:sp>
        <p:nvSpPr>
          <p:cNvPr id="404" name="Google Shape;404;p38"/>
          <p:cNvSpPr txBox="1">
            <a:spLocks noGrp="1"/>
          </p:cNvSpPr>
          <p:nvPr>
            <p:ph type="subTitle" idx="1"/>
          </p:nvPr>
        </p:nvSpPr>
        <p:spPr>
          <a:xfrm>
            <a:off x="1359850" y="3433125"/>
            <a:ext cx="2887200" cy="11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Normalized </a:t>
            </a:r>
            <a:r>
              <a:rPr lang="en-US" b="1" dirty="0"/>
              <a:t>70D vector</a:t>
            </a:r>
            <a:r>
              <a:rPr lang="en-US" dirty="0"/>
              <a:t>—64 board squares (signed, scaled piece values), 4 castling flags, and 2 </a:t>
            </a:r>
            <a:r>
              <a:rPr lang="en-US" dirty="0" err="1"/>
              <a:t>en</a:t>
            </a:r>
            <a:r>
              <a:rPr lang="en-US" dirty="0"/>
              <a:t> passant coordinates</a:t>
            </a:r>
            <a:endParaRPr dirty="0"/>
          </a:p>
        </p:txBody>
      </p:sp>
      <p:sp>
        <p:nvSpPr>
          <p:cNvPr id="405" name="Google Shape;405;p38"/>
          <p:cNvSpPr txBox="1">
            <a:spLocks noGrp="1"/>
          </p:cNvSpPr>
          <p:nvPr>
            <p:ph type="subTitle" idx="2"/>
          </p:nvPr>
        </p:nvSpPr>
        <p:spPr>
          <a:xfrm>
            <a:off x="1618413" y="28985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FEN</a:t>
            </a:r>
            <a:endParaRPr dirty="0"/>
          </a:p>
        </p:txBody>
      </p:sp>
      <p:sp>
        <p:nvSpPr>
          <p:cNvPr id="406" name="Google Shape;406;p38"/>
          <p:cNvSpPr txBox="1">
            <a:spLocks noGrp="1"/>
          </p:cNvSpPr>
          <p:nvPr>
            <p:ph type="subTitle" idx="3"/>
          </p:nvPr>
        </p:nvSpPr>
        <p:spPr>
          <a:xfrm>
            <a:off x="4897050" y="3433125"/>
            <a:ext cx="2887200" cy="11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Normalized </a:t>
            </a:r>
            <a:r>
              <a:rPr lang="en-US" b="1" dirty="0"/>
              <a:t>5D vector</a:t>
            </a:r>
            <a:r>
              <a:rPr lang="en-US" dirty="0"/>
              <a:t>—[</a:t>
            </a:r>
            <a:r>
              <a:rPr lang="en-US" dirty="0" err="1"/>
              <a:t>from_file</a:t>
            </a:r>
            <a:r>
              <a:rPr lang="en-US" dirty="0"/>
              <a:t>, </a:t>
            </a:r>
            <a:r>
              <a:rPr lang="en-US" dirty="0" err="1"/>
              <a:t>from_rank</a:t>
            </a:r>
            <a:r>
              <a:rPr lang="en-US" dirty="0"/>
              <a:t>, </a:t>
            </a:r>
            <a:r>
              <a:rPr lang="en-US" dirty="0" err="1"/>
              <a:t>to_file</a:t>
            </a:r>
            <a:r>
              <a:rPr lang="en-US" dirty="0"/>
              <a:t>, </a:t>
            </a:r>
            <a:r>
              <a:rPr lang="en-US" dirty="0" err="1"/>
              <a:t>to_rank</a:t>
            </a:r>
            <a:r>
              <a:rPr lang="en-US" dirty="0"/>
              <a:t>, promotion]—with each value scaled between 0 and 1</a:t>
            </a:r>
            <a:endParaRPr dirty="0"/>
          </a:p>
        </p:txBody>
      </p:sp>
      <p:sp>
        <p:nvSpPr>
          <p:cNvPr id="407" name="Google Shape;407;p38"/>
          <p:cNvSpPr txBox="1">
            <a:spLocks noGrp="1"/>
          </p:cNvSpPr>
          <p:nvPr>
            <p:ph type="subTitle" idx="4"/>
          </p:nvPr>
        </p:nvSpPr>
        <p:spPr>
          <a:xfrm>
            <a:off x="5155588" y="28985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MOVE</a:t>
            </a:r>
            <a:endParaRPr dirty="0"/>
          </a:p>
        </p:txBody>
      </p:sp>
      <p:grpSp>
        <p:nvGrpSpPr>
          <p:cNvPr id="2" name="Google Shape;1462;p68">
            <a:extLst>
              <a:ext uri="{FF2B5EF4-FFF2-40B4-BE49-F238E27FC236}">
                <a16:creationId xmlns:a16="http://schemas.microsoft.com/office/drawing/2014/main" id="{2D4269E8-AE08-3E63-2FE5-35970DA06431}"/>
              </a:ext>
            </a:extLst>
          </p:cNvPr>
          <p:cNvGrpSpPr>
            <a:grpSpLocks noChangeAspect="1"/>
          </p:cNvGrpSpPr>
          <p:nvPr/>
        </p:nvGrpSpPr>
        <p:grpSpPr>
          <a:xfrm>
            <a:off x="2595490" y="1859851"/>
            <a:ext cx="457196" cy="457200"/>
            <a:chOff x="1084650" y="1378499"/>
            <a:chExt cx="3224880" cy="3224911"/>
          </a:xfrm>
        </p:grpSpPr>
        <p:sp>
          <p:nvSpPr>
            <p:cNvPr id="3" name="Google Shape;1463;p68">
              <a:extLst>
                <a:ext uri="{FF2B5EF4-FFF2-40B4-BE49-F238E27FC236}">
                  <a16:creationId xmlns:a16="http://schemas.microsoft.com/office/drawing/2014/main" id="{DB495202-F77E-A8FB-7AFB-33BFF46A547C}"/>
                </a:ext>
              </a:extLst>
            </p:cNvPr>
            <p:cNvSpPr/>
            <p:nvPr/>
          </p:nvSpPr>
          <p:spPr>
            <a:xfrm>
              <a:off x="1084650" y="1378499"/>
              <a:ext cx="3224880" cy="3224911"/>
            </a:xfrm>
            <a:custGeom>
              <a:avLst/>
              <a:gdLst/>
              <a:ahLst/>
              <a:cxnLst/>
              <a:rect l="l" t="t" r="r" b="b"/>
              <a:pathLst>
                <a:path w="104020" h="104021" extrusionOk="0">
                  <a:moveTo>
                    <a:pt x="103066" y="0"/>
                  </a:moveTo>
                  <a:lnTo>
                    <a:pt x="0" y="954"/>
                  </a:lnTo>
                  <a:lnTo>
                    <a:pt x="967" y="104020"/>
                  </a:lnTo>
                  <a:lnTo>
                    <a:pt x="104020" y="103053"/>
                  </a:lnTo>
                  <a:lnTo>
                    <a:pt x="1030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464;p68">
              <a:extLst>
                <a:ext uri="{FF2B5EF4-FFF2-40B4-BE49-F238E27FC236}">
                  <a16:creationId xmlns:a16="http://schemas.microsoft.com/office/drawing/2014/main" id="{ACD091F0-2780-2209-2A1F-437D13DDE420}"/>
                </a:ext>
              </a:extLst>
            </p:cNvPr>
            <p:cNvSpPr/>
            <p:nvPr/>
          </p:nvSpPr>
          <p:spPr>
            <a:xfrm>
              <a:off x="1208880" y="1526323"/>
              <a:ext cx="371906" cy="372309"/>
            </a:xfrm>
            <a:custGeom>
              <a:avLst/>
              <a:gdLst/>
              <a:ahLst/>
              <a:cxnLst/>
              <a:rect l="l" t="t" r="r" b="b"/>
              <a:pathLst>
                <a:path w="11996" h="12009" extrusionOk="0">
                  <a:moveTo>
                    <a:pt x="11885" y="0"/>
                  </a:moveTo>
                  <a:lnTo>
                    <a:pt x="1" y="111"/>
                  </a:lnTo>
                  <a:lnTo>
                    <a:pt x="111" y="12009"/>
                  </a:lnTo>
                  <a:lnTo>
                    <a:pt x="11996" y="11898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465;p68">
              <a:extLst>
                <a:ext uri="{FF2B5EF4-FFF2-40B4-BE49-F238E27FC236}">
                  <a16:creationId xmlns:a16="http://schemas.microsoft.com/office/drawing/2014/main" id="{DBD132E0-5607-1A52-A445-E6166ED30E2D}"/>
                </a:ext>
              </a:extLst>
            </p:cNvPr>
            <p:cNvSpPr/>
            <p:nvPr/>
          </p:nvSpPr>
          <p:spPr>
            <a:xfrm>
              <a:off x="1577353" y="1522881"/>
              <a:ext cx="372371" cy="372340"/>
            </a:xfrm>
            <a:custGeom>
              <a:avLst/>
              <a:gdLst/>
              <a:ahLst/>
              <a:cxnLst/>
              <a:rect l="l" t="t" r="r" b="b"/>
              <a:pathLst>
                <a:path w="12011" h="12010" extrusionOk="0">
                  <a:moveTo>
                    <a:pt x="11900" y="1"/>
                  </a:moveTo>
                  <a:lnTo>
                    <a:pt x="0" y="111"/>
                  </a:lnTo>
                  <a:lnTo>
                    <a:pt x="111" y="12009"/>
                  </a:lnTo>
                  <a:lnTo>
                    <a:pt x="12010" y="11899"/>
                  </a:lnTo>
                  <a:lnTo>
                    <a:pt x="119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466;p68">
              <a:extLst>
                <a:ext uri="{FF2B5EF4-FFF2-40B4-BE49-F238E27FC236}">
                  <a16:creationId xmlns:a16="http://schemas.microsoft.com/office/drawing/2014/main" id="{B95C6FC4-E22C-F67A-DD9B-678BA153343A}"/>
                </a:ext>
              </a:extLst>
            </p:cNvPr>
            <p:cNvSpPr/>
            <p:nvPr/>
          </p:nvSpPr>
          <p:spPr>
            <a:xfrm>
              <a:off x="1946260" y="1519471"/>
              <a:ext cx="371906" cy="372309"/>
            </a:xfrm>
            <a:custGeom>
              <a:avLst/>
              <a:gdLst/>
              <a:ahLst/>
              <a:cxnLst/>
              <a:rect l="l" t="t" r="r" b="b"/>
              <a:pathLst>
                <a:path w="11996" h="12009" extrusionOk="0">
                  <a:moveTo>
                    <a:pt x="11885" y="0"/>
                  </a:moveTo>
                  <a:lnTo>
                    <a:pt x="1" y="111"/>
                  </a:lnTo>
                  <a:lnTo>
                    <a:pt x="111" y="12009"/>
                  </a:lnTo>
                  <a:lnTo>
                    <a:pt x="11996" y="11898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467;p68">
              <a:extLst>
                <a:ext uri="{FF2B5EF4-FFF2-40B4-BE49-F238E27FC236}">
                  <a16:creationId xmlns:a16="http://schemas.microsoft.com/office/drawing/2014/main" id="{D5C2F500-C3F1-0C0F-5849-71A947768836}"/>
                </a:ext>
              </a:extLst>
            </p:cNvPr>
            <p:cNvSpPr/>
            <p:nvPr/>
          </p:nvSpPr>
          <p:spPr>
            <a:xfrm>
              <a:off x="2314733" y="1516030"/>
              <a:ext cx="372309" cy="372340"/>
            </a:xfrm>
            <a:custGeom>
              <a:avLst/>
              <a:gdLst/>
              <a:ahLst/>
              <a:cxnLst/>
              <a:rect l="l" t="t" r="r" b="b"/>
              <a:pathLst>
                <a:path w="12009" h="12010" extrusionOk="0">
                  <a:moveTo>
                    <a:pt x="11898" y="1"/>
                  </a:moveTo>
                  <a:lnTo>
                    <a:pt x="0" y="111"/>
                  </a:lnTo>
                  <a:lnTo>
                    <a:pt x="111" y="12009"/>
                  </a:lnTo>
                  <a:lnTo>
                    <a:pt x="12009" y="11899"/>
                  </a:lnTo>
                  <a:lnTo>
                    <a:pt x="118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468;p68">
              <a:extLst>
                <a:ext uri="{FF2B5EF4-FFF2-40B4-BE49-F238E27FC236}">
                  <a16:creationId xmlns:a16="http://schemas.microsoft.com/office/drawing/2014/main" id="{57BD5D50-2F2F-5360-9E44-063D1983D710}"/>
                </a:ext>
              </a:extLst>
            </p:cNvPr>
            <p:cNvSpPr/>
            <p:nvPr/>
          </p:nvSpPr>
          <p:spPr>
            <a:xfrm>
              <a:off x="2683609" y="1512619"/>
              <a:ext cx="371906" cy="372309"/>
            </a:xfrm>
            <a:custGeom>
              <a:avLst/>
              <a:gdLst/>
              <a:ahLst/>
              <a:cxnLst/>
              <a:rect l="l" t="t" r="r" b="b"/>
              <a:pathLst>
                <a:path w="11996" h="12009" extrusionOk="0">
                  <a:moveTo>
                    <a:pt x="11885" y="0"/>
                  </a:moveTo>
                  <a:lnTo>
                    <a:pt x="0" y="111"/>
                  </a:lnTo>
                  <a:lnTo>
                    <a:pt x="111" y="12009"/>
                  </a:lnTo>
                  <a:lnTo>
                    <a:pt x="11996" y="11898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469;p68">
              <a:extLst>
                <a:ext uri="{FF2B5EF4-FFF2-40B4-BE49-F238E27FC236}">
                  <a16:creationId xmlns:a16="http://schemas.microsoft.com/office/drawing/2014/main" id="{A7A09757-BB9C-316E-B213-4E171533A370}"/>
                </a:ext>
              </a:extLst>
            </p:cNvPr>
            <p:cNvSpPr/>
            <p:nvPr/>
          </p:nvSpPr>
          <p:spPr>
            <a:xfrm>
              <a:off x="3052082" y="1509178"/>
              <a:ext cx="372340" cy="372340"/>
            </a:xfrm>
            <a:custGeom>
              <a:avLst/>
              <a:gdLst/>
              <a:ahLst/>
              <a:cxnLst/>
              <a:rect l="l" t="t" r="r" b="b"/>
              <a:pathLst>
                <a:path w="12010" h="12010" extrusionOk="0">
                  <a:moveTo>
                    <a:pt x="11899" y="1"/>
                  </a:moveTo>
                  <a:lnTo>
                    <a:pt x="0" y="111"/>
                  </a:lnTo>
                  <a:lnTo>
                    <a:pt x="111" y="12009"/>
                  </a:lnTo>
                  <a:lnTo>
                    <a:pt x="12010" y="11899"/>
                  </a:lnTo>
                  <a:lnTo>
                    <a:pt x="118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470;p68">
              <a:extLst>
                <a:ext uri="{FF2B5EF4-FFF2-40B4-BE49-F238E27FC236}">
                  <a16:creationId xmlns:a16="http://schemas.microsoft.com/office/drawing/2014/main" id="{561580CF-B55E-C35C-EC27-FECF27BE2C72}"/>
                </a:ext>
              </a:extLst>
            </p:cNvPr>
            <p:cNvSpPr/>
            <p:nvPr/>
          </p:nvSpPr>
          <p:spPr>
            <a:xfrm>
              <a:off x="3420989" y="1505736"/>
              <a:ext cx="371906" cy="372340"/>
            </a:xfrm>
            <a:custGeom>
              <a:avLst/>
              <a:gdLst/>
              <a:ahLst/>
              <a:cxnLst/>
              <a:rect l="l" t="t" r="r" b="b"/>
              <a:pathLst>
                <a:path w="11996" h="12010" extrusionOk="0">
                  <a:moveTo>
                    <a:pt x="11885" y="1"/>
                  </a:moveTo>
                  <a:lnTo>
                    <a:pt x="0" y="112"/>
                  </a:lnTo>
                  <a:lnTo>
                    <a:pt x="111" y="12010"/>
                  </a:lnTo>
                  <a:lnTo>
                    <a:pt x="11996" y="11899"/>
                  </a:lnTo>
                  <a:lnTo>
                    <a:pt x="1188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471;p68">
              <a:extLst>
                <a:ext uri="{FF2B5EF4-FFF2-40B4-BE49-F238E27FC236}">
                  <a16:creationId xmlns:a16="http://schemas.microsoft.com/office/drawing/2014/main" id="{AAB52FCD-D601-DEFF-2D14-97AD3A4EC085}"/>
                </a:ext>
              </a:extLst>
            </p:cNvPr>
            <p:cNvSpPr/>
            <p:nvPr/>
          </p:nvSpPr>
          <p:spPr>
            <a:xfrm>
              <a:off x="3789462" y="1502326"/>
              <a:ext cx="372309" cy="372340"/>
            </a:xfrm>
            <a:custGeom>
              <a:avLst/>
              <a:gdLst/>
              <a:ahLst/>
              <a:cxnLst/>
              <a:rect l="l" t="t" r="r" b="b"/>
              <a:pathLst>
                <a:path w="12009" h="12010" extrusionOk="0">
                  <a:moveTo>
                    <a:pt x="11898" y="0"/>
                  </a:moveTo>
                  <a:lnTo>
                    <a:pt x="0" y="111"/>
                  </a:lnTo>
                  <a:lnTo>
                    <a:pt x="111" y="12009"/>
                  </a:lnTo>
                  <a:lnTo>
                    <a:pt x="12009" y="11899"/>
                  </a:lnTo>
                  <a:lnTo>
                    <a:pt x="118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472;p68">
              <a:extLst>
                <a:ext uri="{FF2B5EF4-FFF2-40B4-BE49-F238E27FC236}">
                  <a16:creationId xmlns:a16="http://schemas.microsoft.com/office/drawing/2014/main" id="{F5EBFDB8-7F1D-1E13-0437-D0B07F48286D}"/>
                </a:ext>
              </a:extLst>
            </p:cNvPr>
            <p:cNvSpPr/>
            <p:nvPr/>
          </p:nvSpPr>
          <p:spPr>
            <a:xfrm>
              <a:off x="1580763" y="1891757"/>
              <a:ext cx="372371" cy="371937"/>
            </a:xfrm>
            <a:custGeom>
              <a:avLst/>
              <a:gdLst/>
              <a:ahLst/>
              <a:cxnLst/>
              <a:rect l="l" t="t" r="r" b="b"/>
              <a:pathLst>
                <a:path w="12011" h="11997" extrusionOk="0">
                  <a:moveTo>
                    <a:pt x="11900" y="1"/>
                  </a:moveTo>
                  <a:lnTo>
                    <a:pt x="1" y="111"/>
                  </a:lnTo>
                  <a:lnTo>
                    <a:pt x="112" y="11996"/>
                  </a:lnTo>
                  <a:lnTo>
                    <a:pt x="12011" y="11886"/>
                  </a:lnTo>
                  <a:lnTo>
                    <a:pt x="119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473;p68">
              <a:extLst>
                <a:ext uri="{FF2B5EF4-FFF2-40B4-BE49-F238E27FC236}">
                  <a16:creationId xmlns:a16="http://schemas.microsoft.com/office/drawing/2014/main" id="{A47C770F-53DB-58EE-C713-A4E7C3BCD074}"/>
                </a:ext>
              </a:extLst>
            </p:cNvPr>
            <p:cNvSpPr/>
            <p:nvPr/>
          </p:nvSpPr>
          <p:spPr>
            <a:xfrm>
              <a:off x="1949701" y="1888347"/>
              <a:ext cx="371906" cy="371906"/>
            </a:xfrm>
            <a:custGeom>
              <a:avLst/>
              <a:gdLst/>
              <a:ahLst/>
              <a:cxnLst/>
              <a:rect l="l" t="t" r="r" b="b"/>
              <a:pathLst>
                <a:path w="11996" h="11996" extrusionOk="0">
                  <a:moveTo>
                    <a:pt x="11885" y="0"/>
                  </a:moveTo>
                  <a:lnTo>
                    <a:pt x="0" y="111"/>
                  </a:lnTo>
                  <a:lnTo>
                    <a:pt x="111" y="11996"/>
                  </a:lnTo>
                  <a:lnTo>
                    <a:pt x="11995" y="11885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74;p68">
              <a:extLst>
                <a:ext uri="{FF2B5EF4-FFF2-40B4-BE49-F238E27FC236}">
                  <a16:creationId xmlns:a16="http://schemas.microsoft.com/office/drawing/2014/main" id="{7E52946D-9981-5680-9EFD-888741563B08}"/>
                </a:ext>
              </a:extLst>
            </p:cNvPr>
            <p:cNvSpPr/>
            <p:nvPr/>
          </p:nvSpPr>
          <p:spPr>
            <a:xfrm>
              <a:off x="2318143" y="1884905"/>
              <a:ext cx="372340" cy="371937"/>
            </a:xfrm>
            <a:custGeom>
              <a:avLst/>
              <a:gdLst/>
              <a:ahLst/>
              <a:cxnLst/>
              <a:rect l="l" t="t" r="r" b="b"/>
              <a:pathLst>
                <a:path w="12010" h="11997" extrusionOk="0">
                  <a:moveTo>
                    <a:pt x="11899" y="1"/>
                  </a:moveTo>
                  <a:lnTo>
                    <a:pt x="1" y="111"/>
                  </a:lnTo>
                  <a:lnTo>
                    <a:pt x="111" y="11996"/>
                  </a:lnTo>
                  <a:lnTo>
                    <a:pt x="12009" y="11886"/>
                  </a:lnTo>
                  <a:lnTo>
                    <a:pt x="11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475;p68">
              <a:extLst>
                <a:ext uri="{FF2B5EF4-FFF2-40B4-BE49-F238E27FC236}">
                  <a16:creationId xmlns:a16="http://schemas.microsoft.com/office/drawing/2014/main" id="{1E11C41A-7852-FCA0-75BA-6F7DAD68EE79}"/>
                </a:ext>
              </a:extLst>
            </p:cNvPr>
            <p:cNvSpPr/>
            <p:nvPr/>
          </p:nvSpPr>
          <p:spPr>
            <a:xfrm>
              <a:off x="2687019" y="1881495"/>
              <a:ext cx="371937" cy="371906"/>
            </a:xfrm>
            <a:custGeom>
              <a:avLst/>
              <a:gdLst/>
              <a:ahLst/>
              <a:cxnLst/>
              <a:rect l="l" t="t" r="r" b="b"/>
              <a:pathLst>
                <a:path w="11997" h="11996" extrusionOk="0">
                  <a:moveTo>
                    <a:pt x="11886" y="0"/>
                  </a:moveTo>
                  <a:lnTo>
                    <a:pt x="1" y="111"/>
                  </a:lnTo>
                  <a:lnTo>
                    <a:pt x="111" y="11996"/>
                  </a:lnTo>
                  <a:lnTo>
                    <a:pt x="11996" y="11885"/>
                  </a:lnTo>
                  <a:lnTo>
                    <a:pt x="118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476;p68">
              <a:extLst>
                <a:ext uri="{FF2B5EF4-FFF2-40B4-BE49-F238E27FC236}">
                  <a16:creationId xmlns:a16="http://schemas.microsoft.com/office/drawing/2014/main" id="{7F8602F2-D2E8-040B-9970-8D14279D8BE1}"/>
                </a:ext>
              </a:extLst>
            </p:cNvPr>
            <p:cNvSpPr/>
            <p:nvPr/>
          </p:nvSpPr>
          <p:spPr>
            <a:xfrm>
              <a:off x="3055492" y="1878054"/>
              <a:ext cx="372371" cy="371937"/>
            </a:xfrm>
            <a:custGeom>
              <a:avLst/>
              <a:gdLst/>
              <a:ahLst/>
              <a:cxnLst/>
              <a:rect l="l" t="t" r="r" b="b"/>
              <a:pathLst>
                <a:path w="12011" h="11997" extrusionOk="0">
                  <a:moveTo>
                    <a:pt x="11900" y="1"/>
                  </a:moveTo>
                  <a:lnTo>
                    <a:pt x="1" y="111"/>
                  </a:lnTo>
                  <a:lnTo>
                    <a:pt x="111" y="11996"/>
                  </a:lnTo>
                  <a:lnTo>
                    <a:pt x="12010" y="11885"/>
                  </a:lnTo>
                  <a:lnTo>
                    <a:pt x="119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477;p68">
              <a:extLst>
                <a:ext uri="{FF2B5EF4-FFF2-40B4-BE49-F238E27FC236}">
                  <a16:creationId xmlns:a16="http://schemas.microsoft.com/office/drawing/2014/main" id="{664F5429-D567-FAEE-E46D-D3ECE536408B}"/>
                </a:ext>
              </a:extLst>
            </p:cNvPr>
            <p:cNvSpPr/>
            <p:nvPr/>
          </p:nvSpPr>
          <p:spPr>
            <a:xfrm>
              <a:off x="3424399" y="1874643"/>
              <a:ext cx="371937" cy="371906"/>
            </a:xfrm>
            <a:custGeom>
              <a:avLst/>
              <a:gdLst/>
              <a:ahLst/>
              <a:cxnLst/>
              <a:rect l="l" t="t" r="r" b="b"/>
              <a:pathLst>
                <a:path w="11997" h="11996" extrusionOk="0">
                  <a:moveTo>
                    <a:pt x="11886" y="0"/>
                  </a:moveTo>
                  <a:lnTo>
                    <a:pt x="1" y="111"/>
                  </a:lnTo>
                  <a:lnTo>
                    <a:pt x="111" y="11995"/>
                  </a:lnTo>
                  <a:lnTo>
                    <a:pt x="11996" y="11885"/>
                  </a:lnTo>
                  <a:lnTo>
                    <a:pt x="118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478;p68">
              <a:extLst>
                <a:ext uri="{FF2B5EF4-FFF2-40B4-BE49-F238E27FC236}">
                  <a16:creationId xmlns:a16="http://schemas.microsoft.com/office/drawing/2014/main" id="{70023E7E-A9B3-D8C9-70E5-E39066DD5F88}"/>
                </a:ext>
              </a:extLst>
            </p:cNvPr>
            <p:cNvSpPr/>
            <p:nvPr/>
          </p:nvSpPr>
          <p:spPr>
            <a:xfrm>
              <a:off x="3792872" y="1871202"/>
              <a:ext cx="372340" cy="371906"/>
            </a:xfrm>
            <a:custGeom>
              <a:avLst/>
              <a:gdLst/>
              <a:ahLst/>
              <a:cxnLst/>
              <a:rect l="l" t="t" r="r" b="b"/>
              <a:pathLst>
                <a:path w="12010" h="11996" extrusionOk="0">
                  <a:moveTo>
                    <a:pt x="11899" y="1"/>
                  </a:moveTo>
                  <a:lnTo>
                    <a:pt x="1" y="111"/>
                  </a:lnTo>
                  <a:lnTo>
                    <a:pt x="111" y="11996"/>
                  </a:lnTo>
                  <a:lnTo>
                    <a:pt x="12009" y="11885"/>
                  </a:lnTo>
                  <a:lnTo>
                    <a:pt x="11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479;p68">
              <a:extLst>
                <a:ext uri="{FF2B5EF4-FFF2-40B4-BE49-F238E27FC236}">
                  <a16:creationId xmlns:a16="http://schemas.microsoft.com/office/drawing/2014/main" id="{733F606B-44E0-A634-017D-3A44C81235BC}"/>
                </a:ext>
              </a:extLst>
            </p:cNvPr>
            <p:cNvSpPr/>
            <p:nvPr/>
          </p:nvSpPr>
          <p:spPr>
            <a:xfrm>
              <a:off x="1212321" y="1895198"/>
              <a:ext cx="371906" cy="371906"/>
            </a:xfrm>
            <a:custGeom>
              <a:avLst/>
              <a:gdLst/>
              <a:ahLst/>
              <a:cxnLst/>
              <a:rect l="l" t="t" r="r" b="b"/>
              <a:pathLst>
                <a:path w="11996" h="11996" extrusionOk="0">
                  <a:moveTo>
                    <a:pt x="11885" y="0"/>
                  </a:moveTo>
                  <a:lnTo>
                    <a:pt x="0" y="111"/>
                  </a:lnTo>
                  <a:lnTo>
                    <a:pt x="111" y="11996"/>
                  </a:lnTo>
                  <a:lnTo>
                    <a:pt x="11996" y="11885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480;p68">
              <a:extLst>
                <a:ext uri="{FF2B5EF4-FFF2-40B4-BE49-F238E27FC236}">
                  <a16:creationId xmlns:a16="http://schemas.microsoft.com/office/drawing/2014/main" id="{046C12F4-78E3-1EB7-F5AA-BE4742CBA60E}"/>
                </a:ext>
              </a:extLst>
            </p:cNvPr>
            <p:cNvSpPr/>
            <p:nvPr/>
          </p:nvSpPr>
          <p:spPr>
            <a:xfrm>
              <a:off x="1215731" y="2263671"/>
              <a:ext cx="371937" cy="372340"/>
            </a:xfrm>
            <a:custGeom>
              <a:avLst/>
              <a:gdLst/>
              <a:ahLst/>
              <a:cxnLst/>
              <a:rect l="l" t="t" r="r" b="b"/>
              <a:pathLst>
                <a:path w="11997" h="12010" extrusionOk="0">
                  <a:moveTo>
                    <a:pt x="11886" y="0"/>
                  </a:moveTo>
                  <a:lnTo>
                    <a:pt x="1" y="111"/>
                  </a:lnTo>
                  <a:lnTo>
                    <a:pt x="111" y="12010"/>
                  </a:lnTo>
                  <a:lnTo>
                    <a:pt x="11996" y="11899"/>
                  </a:lnTo>
                  <a:lnTo>
                    <a:pt x="118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481;p68">
              <a:extLst>
                <a:ext uri="{FF2B5EF4-FFF2-40B4-BE49-F238E27FC236}">
                  <a16:creationId xmlns:a16="http://schemas.microsoft.com/office/drawing/2014/main" id="{BB558BC2-0936-C990-EBD1-86C7ECCA4642}"/>
                </a:ext>
              </a:extLst>
            </p:cNvPr>
            <p:cNvSpPr/>
            <p:nvPr/>
          </p:nvSpPr>
          <p:spPr>
            <a:xfrm>
              <a:off x="1584204" y="2260230"/>
              <a:ext cx="372371" cy="372371"/>
            </a:xfrm>
            <a:custGeom>
              <a:avLst/>
              <a:gdLst/>
              <a:ahLst/>
              <a:cxnLst/>
              <a:rect l="l" t="t" r="r" b="b"/>
              <a:pathLst>
                <a:path w="12011" h="12011" extrusionOk="0">
                  <a:moveTo>
                    <a:pt x="11900" y="1"/>
                  </a:moveTo>
                  <a:lnTo>
                    <a:pt x="1" y="111"/>
                  </a:lnTo>
                  <a:lnTo>
                    <a:pt x="111" y="12010"/>
                  </a:lnTo>
                  <a:lnTo>
                    <a:pt x="12010" y="11900"/>
                  </a:lnTo>
                  <a:lnTo>
                    <a:pt x="119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482;p68">
              <a:extLst>
                <a:ext uri="{FF2B5EF4-FFF2-40B4-BE49-F238E27FC236}">
                  <a16:creationId xmlns:a16="http://schemas.microsoft.com/office/drawing/2014/main" id="{8D3AEF04-1093-AC1B-CDC8-208ED75886F0}"/>
                </a:ext>
              </a:extLst>
            </p:cNvPr>
            <p:cNvSpPr/>
            <p:nvPr/>
          </p:nvSpPr>
          <p:spPr>
            <a:xfrm>
              <a:off x="1953111" y="2256819"/>
              <a:ext cx="371906" cy="372340"/>
            </a:xfrm>
            <a:custGeom>
              <a:avLst/>
              <a:gdLst/>
              <a:ahLst/>
              <a:cxnLst/>
              <a:rect l="l" t="t" r="r" b="b"/>
              <a:pathLst>
                <a:path w="11996" h="12010" extrusionOk="0">
                  <a:moveTo>
                    <a:pt x="11885" y="0"/>
                  </a:moveTo>
                  <a:lnTo>
                    <a:pt x="1" y="111"/>
                  </a:lnTo>
                  <a:lnTo>
                    <a:pt x="111" y="12010"/>
                  </a:lnTo>
                  <a:lnTo>
                    <a:pt x="11996" y="11899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483;p68">
              <a:extLst>
                <a:ext uri="{FF2B5EF4-FFF2-40B4-BE49-F238E27FC236}">
                  <a16:creationId xmlns:a16="http://schemas.microsoft.com/office/drawing/2014/main" id="{ED08646A-8354-31CF-24C7-4F04DCA7841B}"/>
                </a:ext>
              </a:extLst>
            </p:cNvPr>
            <p:cNvSpPr/>
            <p:nvPr/>
          </p:nvSpPr>
          <p:spPr>
            <a:xfrm>
              <a:off x="2321584" y="2253378"/>
              <a:ext cx="372340" cy="372371"/>
            </a:xfrm>
            <a:custGeom>
              <a:avLst/>
              <a:gdLst/>
              <a:ahLst/>
              <a:cxnLst/>
              <a:rect l="l" t="t" r="r" b="b"/>
              <a:pathLst>
                <a:path w="12010" h="12011" extrusionOk="0">
                  <a:moveTo>
                    <a:pt x="11898" y="1"/>
                  </a:moveTo>
                  <a:lnTo>
                    <a:pt x="0" y="111"/>
                  </a:lnTo>
                  <a:lnTo>
                    <a:pt x="111" y="12010"/>
                  </a:lnTo>
                  <a:lnTo>
                    <a:pt x="12009" y="11900"/>
                  </a:lnTo>
                  <a:lnTo>
                    <a:pt x="118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484;p68">
              <a:extLst>
                <a:ext uri="{FF2B5EF4-FFF2-40B4-BE49-F238E27FC236}">
                  <a16:creationId xmlns:a16="http://schemas.microsoft.com/office/drawing/2014/main" id="{1C936CD4-1686-B752-BD9E-315D085ECC5C}"/>
                </a:ext>
              </a:extLst>
            </p:cNvPr>
            <p:cNvSpPr/>
            <p:nvPr/>
          </p:nvSpPr>
          <p:spPr>
            <a:xfrm>
              <a:off x="2690461" y="2249967"/>
              <a:ext cx="371906" cy="372340"/>
            </a:xfrm>
            <a:custGeom>
              <a:avLst/>
              <a:gdLst/>
              <a:ahLst/>
              <a:cxnLst/>
              <a:rect l="l" t="t" r="r" b="b"/>
              <a:pathLst>
                <a:path w="11996" h="12010" extrusionOk="0">
                  <a:moveTo>
                    <a:pt x="11885" y="0"/>
                  </a:moveTo>
                  <a:lnTo>
                    <a:pt x="0" y="111"/>
                  </a:lnTo>
                  <a:lnTo>
                    <a:pt x="111" y="12010"/>
                  </a:lnTo>
                  <a:lnTo>
                    <a:pt x="11996" y="11899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485;p68">
              <a:extLst>
                <a:ext uri="{FF2B5EF4-FFF2-40B4-BE49-F238E27FC236}">
                  <a16:creationId xmlns:a16="http://schemas.microsoft.com/office/drawing/2014/main" id="{0A02B872-81AE-7F38-B200-0DAEE6D24D31}"/>
                </a:ext>
              </a:extLst>
            </p:cNvPr>
            <p:cNvSpPr/>
            <p:nvPr/>
          </p:nvSpPr>
          <p:spPr>
            <a:xfrm>
              <a:off x="3058934" y="2246526"/>
              <a:ext cx="372340" cy="372371"/>
            </a:xfrm>
            <a:custGeom>
              <a:avLst/>
              <a:gdLst/>
              <a:ahLst/>
              <a:cxnLst/>
              <a:rect l="l" t="t" r="r" b="b"/>
              <a:pathLst>
                <a:path w="12010" h="12011" extrusionOk="0">
                  <a:moveTo>
                    <a:pt x="11899" y="0"/>
                  </a:moveTo>
                  <a:lnTo>
                    <a:pt x="0" y="111"/>
                  </a:lnTo>
                  <a:lnTo>
                    <a:pt x="111" y="12010"/>
                  </a:lnTo>
                  <a:lnTo>
                    <a:pt x="12010" y="11900"/>
                  </a:lnTo>
                  <a:lnTo>
                    <a:pt x="118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486;p68">
              <a:extLst>
                <a:ext uri="{FF2B5EF4-FFF2-40B4-BE49-F238E27FC236}">
                  <a16:creationId xmlns:a16="http://schemas.microsoft.com/office/drawing/2014/main" id="{50C736BE-8579-367E-2853-C41C4B7CD561}"/>
                </a:ext>
              </a:extLst>
            </p:cNvPr>
            <p:cNvSpPr/>
            <p:nvPr/>
          </p:nvSpPr>
          <p:spPr>
            <a:xfrm>
              <a:off x="3427841" y="2243085"/>
              <a:ext cx="371906" cy="372371"/>
            </a:xfrm>
            <a:custGeom>
              <a:avLst/>
              <a:gdLst/>
              <a:ahLst/>
              <a:cxnLst/>
              <a:rect l="l" t="t" r="r" b="b"/>
              <a:pathLst>
                <a:path w="11996" h="12011" extrusionOk="0">
                  <a:moveTo>
                    <a:pt x="11885" y="1"/>
                  </a:moveTo>
                  <a:lnTo>
                    <a:pt x="0" y="111"/>
                  </a:lnTo>
                  <a:lnTo>
                    <a:pt x="111" y="12011"/>
                  </a:lnTo>
                  <a:lnTo>
                    <a:pt x="11996" y="11900"/>
                  </a:lnTo>
                  <a:lnTo>
                    <a:pt x="1188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487;p68">
              <a:extLst>
                <a:ext uri="{FF2B5EF4-FFF2-40B4-BE49-F238E27FC236}">
                  <a16:creationId xmlns:a16="http://schemas.microsoft.com/office/drawing/2014/main" id="{178BD212-3B5F-29DD-1041-B58C6C5A0CC9}"/>
                </a:ext>
              </a:extLst>
            </p:cNvPr>
            <p:cNvSpPr/>
            <p:nvPr/>
          </p:nvSpPr>
          <p:spPr>
            <a:xfrm>
              <a:off x="3796314" y="2239674"/>
              <a:ext cx="372309" cy="372371"/>
            </a:xfrm>
            <a:custGeom>
              <a:avLst/>
              <a:gdLst/>
              <a:ahLst/>
              <a:cxnLst/>
              <a:rect l="l" t="t" r="r" b="b"/>
              <a:pathLst>
                <a:path w="12009" h="12011" extrusionOk="0">
                  <a:moveTo>
                    <a:pt x="11898" y="0"/>
                  </a:moveTo>
                  <a:lnTo>
                    <a:pt x="0" y="111"/>
                  </a:lnTo>
                  <a:lnTo>
                    <a:pt x="111" y="12010"/>
                  </a:lnTo>
                  <a:lnTo>
                    <a:pt x="12009" y="11900"/>
                  </a:lnTo>
                  <a:lnTo>
                    <a:pt x="118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488;p68">
              <a:extLst>
                <a:ext uri="{FF2B5EF4-FFF2-40B4-BE49-F238E27FC236}">
                  <a16:creationId xmlns:a16="http://schemas.microsoft.com/office/drawing/2014/main" id="{B839288F-4886-1CFD-3763-B9CBEB88CD85}"/>
                </a:ext>
              </a:extLst>
            </p:cNvPr>
            <p:cNvSpPr/>
            <p:nvPr/>
          </p:nvSpPr>
          <p:spPr>
            <a:xfrm>
              <a:off x="1587646" y="2629136"/>
              <a:ext cx="372340" cy="371937"/>
            </a:xfrm>
            <a:custGeom>
              <a:avLst/>
              <a:gdLst/>
              <a:ahLst/>
              <a:cxnLst/>
              <a:rect l="l" t="t" r="r" b="b"/>
              <a:pathLst>
                <a:path w="12010" h="11997" extrusionOk="0">
                  <a:moveTo>
                    <a:pt x="11899" y="1"/>
                  </a:moveTo>
                  <a:lnTo>
                    <a:pt x="0" y="111"/>
                  </a:lnTo>
                  <a:lnTo>
                    <a:pt x="111" y="11996"/>
                  </a:lnTo>
                  <a:lnTo>
                    <a:pt x="12010" y="11886"/>
                  </a:lnTo>
                  <a:lnTo>
                    <a:pt x="11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489;p68">
              <a:extLst>
                <a:ext uri="{FF2B5EF4-FFF2-40B4-BE49-F238E27FC236}">
                  <a16:creationId xmlns:a16="http://schemas.microsoft.com/office/drawing/2014/main" id="{8D1ED8D2-AF73-1A4B-4E92-907E007D948E}"/>
                </a:ext>
              </a:extLst>
            </p:cNvPr>
            <p:cNvSpPr/>
            <p:nvPr/>
          </p:nvSpPr>
          <p:spPr>
            <a:xfrm>
              <a:off x="1956553" y="2625726"/>
              <a:ext cx="371906" cy="371906"/>
            </a:xfrm>
            <a:custGeom>
              <a:avLst/>
              <a:gdLst/>
              <a:ahLst/>
              <a:cxnLst/>
              <a:rect l="l" t="t" r="r" b="b"/>
              <a:pathLst>
                <a:path w="11996" h="11996" extrusionOk="0">
                  <a:moveTo>
                    <a:pt x="11885" y="0"/>
                  </a:moveTo>
                  <a:lnTo>
                    <a:pt x="0" y="111"/>
                  </a:lnTo>
                  <a:lnTo>
                    <a:pt x="111" y="11996"/>
                  </a:lnTo>
                  <a:lnTo>
                    <a:pt x="11996" y="11885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490;p68">
              <a:extLst>
                <a:ext uri="{FF2B5EF4-FFF2-40B4-BE49-F238E27FC236}">
                  <a16:creationId xmlns:a16="http://schemas.microsoft.com/office/drawing/2014/main" id="{1664B54D-B3C2-9D4B-0BE7-4B2ADA4ABAEE}"/>
                </a:ext>
              </a:extLst>
            </p:cNvPr>
            <p:cNvSpPr/>
            <p:nvPr/>
          </p:nvSpPr>
          <p:spPr>
            <a:xfrm>
              <a:off x="2324995" y="2622285"/>
              <a:ext cx="372340" cy="371937"/>
            </a:xfrm>
            <a:custGeom>
              <a:avLst/>
              <a:gdLst/>
              <a:ahLst/>
              <a:cxnLst/>
              <a:rect l="l" t="t" r="r" b="b"/>
              <a:pathLst>
                <a:path w="12010" h="11997" extrusionOk="0">
                  <a:moveTo>
                    <a:pt x="11899" y="1"/>
                  </a:moveTo>
                  <a:lnTo>
                    <a:pt x="1" y="111"/>
                  </a:lnTo>
                  <a:lnTo>
                    <a:pt x="112" y="11996"/>
                  </a:lnTo>
                  <a:lnTo>
                    <a:pt x="12010" y="11886"/>
                  </a:lnTo>
                  <a:lnTo>
                    <a:pt x="11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491;p68">
              <a:extLst>
                <a:ext uri="{FF2B5EF4-FFF2-40B4-BE49-F238E27FC236}">
                  <a16:creationId xmlns:a16="http://schemas.microsoft.com/office/drawing/2014/main" id="{2881868F-1DE6-BC3B-73DE-A91D352D1847}"/>
                </a:ext>
              </a:extLst>
            </p:cNvPr>
            <p:cNvSpPr/>
            <p:nvPr/>
          </p:nvSpPr>
          <p:spPr>
            <a:xfrm>
              <a:off x="2693902" y="2618874"/>
              <a:ext cx="371906" cy="371906"/>
            </a:xfrm>
            <a:custGeom>
              <a:avLst/>
              <a:gdLst/>
              <a:ahLst/>
              <a:cxnLst/>
              <a:rect l="l" t="t" r="r" b="b"/>
              <a:pathLst>
                <a:path w="11996" h="11996" extrusionOk="0">
                  <a:moveTo>
                    <a:pt x="11885" y="0"/>
                  </a:moveTo>
                  <a:lnTo>
                    <a:pt x="0" y="111"/>
                  </a:lnTo>
                  <a:lnTo>
                    <a:pt x="111" y="11996"/>
                  </a:lnTo>
                  <a:lnTo>
                    <a:pt x="11995" y="11885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492;p68">
              <a:extLst>
                <a:ext uri="{FF2B5EF4-FFF2-40B4-BE49-F238E27FC236}">
                  <a16:creationId xmlns:a16="http://schemas.microsoft.com/office/drawing/2014/main" id="{E88AD2A9-092D-2F9C-5BF3-8BDB761D807B}"/>
                </a:ext>
              </a:extLst>
            </p:cNvPr>
            <p:cNvSpPr/>
            <p:nvPr/>
          </p:nvSpPr>
          <p:spPr>
            <a:xfrm>
              <a:off x="3062344" y="2615433"/>
              <a:ext cx="372371" cy="371937"/>
            </a:xfrm>
            <a:custGeom>
              <a:avLst/>
              <a:gdLst/>
              <a:ahLst/>
              <a:cxnLst/>
              <a:rect l="l" t="t" r="r" b="b"/>
              <a:pathLst>
                <a:path w="12011" h="11997" extrusionOk="0">
                  <a:moveTo>
                    <a:pt x="11900" y="1"/>
                  </a:moveTo>
                  <a:lnTo>
                    <a:pt x="1" y="111"/>
                  </a:lnTo>
                  <a:lnTo>
                    <a:pt x="111" y="11996"/>
                  </a:lnTo>
                  <a:lnTo>
                    <a:pt x="12010" y="11885"/>
                  </a:lnTo>
                  <a:lnTo>
                    <a:pt x="119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493;p68">
              <a:extLst>
                <a:ext uri="{FF2B5EF4-FFF2-40B4-BE49-F238E27FC236}">
                  <a16:creationId xmlns:a16="http://schemas.microsoft.com/office/drawing/2014/main" id="{2A365915-3FF8-D7E9-3922-305A5B6BCC72}"/>
                </a:ext>
              </a:extLst>
            </p:cNvPr>
            <p:cNvSpPr/>
            <p:nvPr/>
          </p:nvSpPr>
          <p:spPr>
            <a:xfrm>
              <a:off x="3431251" y="2612022"/>
              <a:ext cx="371937" cy="371906"/>
            </a:xfrm>
            <a:custGeom>
              <a:avLst/>
              <a:gdLst/>
              <a:ahLst/>
              <a:cxnLst/>
              <a:rect l="l" t="t" r="r" b="b"/>
              <a:pathLst>
                <a:path w="11997" h="11996" extrusionOk="0">
                  <a:moveTo>
                    <a:pt x="11886" y="0"/>
                  </a:moveTo>
                  <a:lnTo>
                    <a:pt x="1" y="111"/>
                  </a:lnTo>
                  <a:lnTo>
                    <a:pt x="111" y="11995"/>
                  </a:lnTo>
                  <a:lnTo>
                    <a:pt x="11996" y="11885"/>
                  </a:lnTo>
                  <a:lnTo>
                    <a:pt x="118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494;p68">
              <a:extLst>
                <a:ext uri="{FF2B5EF4-FFF2-40B4-BE49-F238E27FC236}">
                  <a16:creationId xmlns:a16="http://schemas.microsoft.com/office/drawing/2014/main" id="{B4E13C8B-3659-87D7-3592-05D1BF5E1B2F}"/>
                </a:ext>
              </a:extLst>
            </p:cNvPr>
            <p:cNvSpPr/>
            <p:nvPr/>
          </p:nvSpPr>
          <p:spPr>
            <a:xfrm>
              <a:off x="3799724" y="2608581"/>
              <a:ext cx="372340" cy="371906"/>
            </a:xfrm>
            <a:custGeom>
              <a:avLst/>
              <a:gdLst/>
              <a:ahLst/>
              <a:cxnLst/>
              <a:rect l="l" t="t" r="r" b="b"/>
              <a:pathLst>
                <a:path w="12010" h="11996" extrusionOk="0">
                  <a:moveTo>
                    <a:pt x="11899" y="1"/>
                  </a:moveTo>
                  <a:lnTo>
                    <a:pt x="1" y="111"/>
                  </a:lnTo>
                  <a:lnTo>
                    <a:pt x="111" y="11996"/>
                  </a:lnTo>
                  <a:lnTo>
                    <a:pt x="12009" y="11885"/>
                  </a:lnTo>
                  <a:lnTo>
                    <a:pt x="11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495;p68">
              <a:extLst>
                <a:ext uri="{FF2B5EF4-FFF2-40B4-BE49-F238E27FC236}">
                  <a16:creationId xmlns:a16="http://schemas.microsoft.com/office/drawing/2014/main" id="{AE35576F-23D5-FA83-2B44-F15086AD98A8}"/>
                </a:ext>
              </a:extLst>
            </p:cNvPr>
            <p:cNvSpPr/>
            <p:nvPr/>
          </p:nvSpPr>
          <p:spPr>
            <a:xfrm>
              <a:off x="1219173" y="2632578"/>
              <a:ext cx="371906" cy="371906"/>
            </a:xfrm>
            <a:custGeom>
              <a:avLst/>
              <a:gdLst/>
              <a:ahLst/>
              <a:cxnLst/>
              <a:rect l="l" t="t" r="r" b="b"/>
              <a:pathLst>
                <a:path w="11996" h="11996" extrusionOk="0">
                  <a:moveTo>
                    <a:pt x="11885" y="0"/>
                  </a:moveTo>
                  <a:lnTo>
                    <a:pt x="0" y="111"/>
                  </a:lnTo>
                  <a:lnTo>
                    <a:pt x="111" y="11996"/>
                  </a:lnTo>
                  <a:lnTo>
                    <a:pt x="11996" y="11885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496;p68">
              <a:extLst>
                <a:ext uri="{FF2B5EF4-FFF2-40B4-BE49-F238E27FC236}">
                  <a16:creationId xmlns:a16="http://schemas.microsoft.com/office/drawing/2014/main" id="{2F170671-B4E5-824D-7B8F-1A072DAB55CD}"/>
                </a:ext>
              </a:extLst>
            </p:cNvPr>
            <p:cNvSpPr/>
            <p:nvPr/>
          </p:nvSpPr>
          <p:spPr>
            <a:xfrm>
              <a:off x="1222583" y="3001050"/>
              <a:ext cx="371937" cy="372309"/>
            </a:xfrm>
            <a:custGeom>
              <a:avLst/>
              <a:gdLst/>
              <a:ahLst/>
              <a:cxnLst/>
              <a:rect l="l" t="t" r="r" b="b"/>
              <a:pathLst>
                <a:path w="11997" h="12009" extrusionOk="0">
                  <a:moveTo>
                    <a:pt x="11886" y="0"/>
                  </a:moveTo>
                  <a:lnTo>
                    <a:pt x="1" y="111"/>
                  </a:lnTo>
                  <a:lnTo>
                    <a:pt x="111" y="12009"/>
                  </a:lnTo>
                  <a:lnTo>
                    <a:pt x="11996" y="11898"/>
                  </a:lnTo>
                  <a:lnTo>
                    <a:pt x="118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497;p68">
              <a:extLst>
                <a:ext uri="{FF2B5EF4-FFF2-40B4-BE49-F238E27FC236}">
                  <a16:creationId xmlns:a16="http://schemas.microsoft.com/office/drawing/2014/main" id="{2BC9D21A-CFB2-3C7C-52EF-447AB9113D21}"/>
                </a:ext>
              </a:extLst>
            </p:cNvPr>
            <p:cNvSpPr/>
            <p:nvPr/>
          </p:nvSpPr>
          <p:spPr>
            <a:xfrm>
              <a:off x="1591056" y="2997609"/>
              <a:ext cx="372371" cy="372340"/>
            </a:xfrm>
            <a:custGeom>
              <a:avLst/>
              <a:gdLst/>
              <a:ahLst/>
              <a:cxnLst/>
              <a:rect l="l" t="t" r="r" b="b"/>
              <a:pathLst>
                <a:path w="12011" h="12010" extrusionOk="0">
                  <a:moveTo>
                    <a:pt x="11900" y="1"/>
                  </a:moveTo>
                  <a:lnTo>
                    <a:pt x="1" y="111"/>
                  </a:lnTo>
                  <a:lnTo>
                    <a:pt x="111" y="12009"/>
                  </a:lnTo>
                  <a:lnTo>
                    <a:pt x="12010" y="11899"/>
                  </a:lnTo>
                  <a:lnTo>
                    <a:pt x="119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498;p68">
              <a:extLst>
                <a:ext uri="{FF2B5EF4-FFF2-40B4-BE49-F238E27FC236}">
                  <a16:creationId xmlns:a16="http://schemas.microsoft.com/office/drawing/2014/main" id="{B740DF15-DF3A-3F27-0662-149F1EDFD021}"/>
                </a:ext>
              </a:extLst>
            </p:cNvPr>
            <p:cNvSpPr/>
            <p:nvPr/>
          </p:nvSpPr>
          <p:spPr>
            <a:xfrm>
              <a:off x="1959963" y="2994199"/>
              <a:ext cx="371937" cy="372309"/>
            </a:xfrm>
            <a:custGeom>
              <a:avLst/>
              <a:gdLst/>
              <a:ahLst/>
              <a:cxnLst/>
              <a:rect l="l" t="t" r="r" b="b"/>
              <a:pathLst>
                <a:path w="11997" h="12009" extrusionOk="0">
                  <a:moveTo>
                    <a:pt x="11886" y="0"/>
                  </a:moveTo>
                  <a:lnTo>
                    <a:pt x="1" y="111"/>
                  </a:lnTo>
                  <a:lnTo>
                    <a:pt x="111" y="12009"/>
                  </a:lnTo>
                  <a:lnTo>
                    <a:pt x="11996" y="11898"/>
                  </a:lnTo>
                  <a:lnTo>
                    <a:pt x="118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499;p68">
              <a:extLst>
                <a:ext uri="{FF2B5EF4-FFF2-40B4-BE49-F238E27FC236}">
                  <a16:creationId xmlns:a16="http://schemas.microsoft.com/office/drawing/2014/main" id="{59C91A3C-FE5F-85E9-C5FD-162AE90749E7}"/>
                </a:ext>
              </a:extLst>
            </p:cNvPr>
            <p:cNvSpPr/>
            <p:nvPr/>
          </p:nvSpPr>
          <p:spPr>
            <a:xfrm>
              <a:off x="2328436" y="2990757"/>
              <a:ext cx="372340" cy="372340"/>
            </a:xfrm>
            <a:custGeom>
              <a:avLst/>
              <a:gdLst/>
              <a:ahLst/>
              <a:cxnLst/>
              <a:rect l="l" t="t" r="r" b="b"/>
              <a:pathLst>
                <a:path w="12010" h="12010" extrusionOk="0">
                  <a:moveTo>
                    <a:pt x="11899" y="1"/>
                  </a:moveTo>
                  <a:lnTo>
                    <a:pt x="1" y="111"/>
                  </a:lnTo>
                  <a:lnTo>
                    <a:pt x="111" y="12009"/>
                  </a:lnTo>
                  <a:lnTo>
                    <a:pt x="12009" y="11885"/>
                  </a:lnTo>
                  <a:lnTo>
                    <a:pt x="118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500;p68">
              <a:extLst>
                <a:ext uri="{FF2B5EF4-FFF2-40B4-BE49-F238E27FC236}">
                  <a16:creationId xmlns:a16="http://schemas.microsoft.com/office/drawing/2014/main" id="{DFCF67D8-8A24-0F39-53FA-F870075FFD6A}"/>
                </a:ext>
              </a:extLst>
            </p:cNvPr>
            <p:cNvSpPr/>
            <p:nvPr/>
          </p:nvSpPr>
          <p:spPr>
            <a:xfrm>
              <a:off x="2697312" y="2987347"/>
              <a:ext cx="371906" cy="371906"/>
            </a:xfrm>
            <a:custGeom>
              <a:avLst/>
              <a:gdLst/>
              <a:ahLst/>
              <a:cxnLst/>
              <a:rect l="l" t="t" r="r" b="b"/>
              <a:pathLst>
                <a:path w="11996" h="11996" extrusionOk="0">
                  <a:moveTo>
                    <a:pt x="11885" y="0"/>
                  </a:moveTo>
                  <a:lnTo>
                    <a:pt x="1" y="111"/>
                  </a:lnTo>
                  <a:lnTo>
                    <a:pt x="111" y="11995"/>
                  </a:lnTo>
                  <a:lnTo>
                    <a:pt x="11996" y="11898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501;p68">
              <a:extLst>
                <a:ext uri="{FF2B5EF4-FFF2-40B4-BE49-F238E27FC236}">
                  <a16:creationId xmlns:a16="http://schemas.microsoft.com/office/drawing/2014/main" id="{AD0432B3-4856-7575-3DFC-6813F1716675}"/>
                </a:ext>
              </a:extLst>
            </p:cNvPr>
            <p:cNvSpPr/>
            <p:nvPr/>
          </p:nvSpPr>
          <p:spPr>
            <a:xfrm>
              <a:off x="3065785" y="2983905"/>
              <a:ext cx="372371" cy="372340"/>
            </a:xfrm>
            <a:custGeom>
              <a:avLst/>
              <a:gdLst/>
              <a:ahLst/>
              <a:cxnLst/>
              <a:rect l="l" t="t" r="r" b="b"/>
              <a:pathLst>
                <a:path w="12011" h="12010" extrusionOk="0">
                  <a:moveTo>
                    <a:pt x="11899" y="0"/>
                  </a:moveTo>
                  <a:lnTo>
                    <a:pt x="0" y="111"/>
                  </a:lnTo>
                  <a:lnTo>
                    <a:pt x="111" y="12009"/>
                  </a:lnTo>
                  <a:lnTo>
                    <a:pt x="12010" y="11899"/>
                  </a:lnTo>
                  <a:lnTo>
                    <a:pt x="118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502;p68">
              <a:extLst>
                <a:ext uri="{FF2B5EF4-FFF2-40B4-BE49-F238E27FC236}">
                  <a16:creationId xmlns:a16="http://schemas.microsoft.com/office/drawing/2014/main" id="{A80D9540-CCDF-65B9-4C19-56F3EF211F7C}"/>
                </a:ext>
              </a:extLst>
            </p:cNvPr>
            <p:cNvSpPr/>
            <p:nvPr/>
          </p:nvSpPr>
          <p:spPr>
            <a:xfrm>
              <a:off x="3434692" y="2980464"/>
              <a:ext cx="371906" cy="372340"/>
            </a:xfrm>
            <a:custGeom>
              <a:avLst/>
              <a:gdLst/>
              <a:ahLst/>
              <a:cxnLst/>
              <a:rect l="l" t="t" r="r" b="b"/>
              <a:pathLst>
                <a:path w="11996" h="12010" extrusionOk="0">
                  <a:moveTo>
                    <a:pt x="11885" y="1"/>
                  </a:moveTo>
                  <a:lnTo>
                    <a:pt x="0" y="111"/>
                  </a:lnTo>
                  <a:lnTo>
                    <a:pt x="111" y="12010"/>
                  </a:lnTo>
                  <a:lnTo>
                    <a:pt x="11996" y="11899"/>
                  </a:lnTo>
                  <a:lnTo>
                    <a:pt x="1188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503;p68">
              <a:extLst>
                <a:ext uri="{FF2B5EF4-FFF2-40B4-BE49-F238E27FC236}">
                  <a16:creationId xmlns:a16="http://schemas.microsoft.com/office/drawing/2014/main" id="{89A2F139-5127-7F65-DF57-84465C15E725}"/>
                </a:ext>
              </a:extLst>
            </p:cNvPr>
            <p:cNvSpPr/>
            <p:nvPr/>
          </p:nvSpPr>
          <p:spPr>
            <a:xfrm>
              <a:off x="3803165" y="2977054"/>
              <a:ext cx="372309" cy="372340"/>
            </a:xfrm>
            <a:custGeom>
              <a:avLst/>
              <a:gdLst/>
              <a:ahLst/>
              <a:cxnLst/>
              <a:rect l="l" t="t" r="r" b="b"/>
              <a:pathLst>
                <a:path w="12009" h="12010" extrusionOk="0">
                  <a:moveTo>
                    <a:pt x="11898" y="0"/>
                  </a:moveTo>
                  <a:lnTo>
                    <a:pt x="0" y="111"/>
                  </a:lnTo>
                  <a:lnTo>
                    <a:pt x="111" y="12009"/>
                  </a:lnTo>
                  <a:lnTo>
                    <a:pt x="12009" y="11898"/>
                  </a:lnTo>
                  <a:lnTo>
                    <a:pt x="118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504;p68">
              <a:extLst>
                <a:ext uri="{FF2B5EF4-FFF2-40B4-BE49-F238E27FC236}">
                  <a16:creationId xmlns:a16="http://schemas.microsoft.com/office/drawing/2014/main" id="{1411F252-A158-B1FF-65F1-CDD8F8A834E1}"/>
                </a:ext>
              </a:extLst>
            </p:cNvPr>
            <p:cNvSpPr/>
            <p:nvPr/>
          </p:nvSpPr>
          <p:spPr>
            <a:xfrm>
              <a:off x="1594497" y="3366485"/>
              <a:ext cx="372340" cy="371937"/>
            </a:xfrm>
            <a:custGeom>
              <a:avLst/>
              <a:gdLst/>
              <a:ahLst/>
              <a:cxnLst/>
              <a:rect l="l" t="t" r="r" b="b"/>
              <a:pathLst>
                <a:path w="12010" h="11997" extrusionOk="0">
                  <a:moveTo>
                    <a:pt x="11899" y="1"/>
                  </a:moveTo>
                  <a:lnTo>
                    <a:pt x="0" y="111"/>
                  </a:lnTo>
                  <a:lnTo>
                    <a:pt x="111" y="11996"/>
                  </a:lnTo>
                  <a:lnTo>
                    <a:pt x="12010" y="11886"/>
                  </a:lnTo>
                  <a:lnTo>
                    <a:pt x="11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505;p68">
              <a:extLst>
                <a:ext uri="{FF2B5EF4-FFF2-40B4-BE49-F238E27FC236}">
                  <a16:creationId xmlns:a16="http://schemas.microsoft.com/office/drawing/2014/main" id="{745848D7-778B-55C6-4517-7920F71F8C90}"/>
                </a:ext>
              </a:extLst>
            </p:cNvPr>
            <p:cNvSpPr/>
            <p:nvPr/>
          </p:nvSpPr>
          <p:spPr>
            <a:xfrm>
              <a:off x="1963404" y="3363074"/>
              <a:ext cx="371906" cy="371906"/>
            </a:xfrm>
            <a:custGeom>
              <a:avLst/>
              <a:gdLst/>
              <a:ahLst/>
              <a:cxnLst/>
              <a:rect l="l" t="t" r="r" b="b"/>
              <a:pathLst>
                <a:path w="11996" h="11996" extrusionOk="0">
                  <a:moveTo>
                    <a:pt x="11885" y="0"/>
                  </a:moveTo>
                  <a:lnTo>
                    <a:pt x="0" y="111"/>
                  </a:lnTo>
                  <a:lnTo>
                    <a:pt x="111" y="11996"/>
                  </a:lnTo>
                  <a:lnTo>
                    <a:pt x="11996" y="11885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506;p68">
              <a:extLst>
                <a:ext uri="{FF2B5EF4-FFF2-40B4-BE49-F238E27FC236}">
                  <a16:creationId xmlns:a16="http://schemas.microsoft.com/office/drawing/2014/main" id="{0EEEF97F-CCDB-0760-5C4B-489535A60B57}"/>
                </a:ext>
              </a:extLst>
            </p:cNvPr>
            <p:cNvSpPr/>
            <p:nvPr/>
          </p:nvSpPr>
          <p:spPr>
            <a:xfrm>
              <a:off x="2331878" y="3359230"/>
              <a:ext cx="372309" cy="372340"/>
            </a:xfrm>
            <a:custGeom>
              <a:avLst/>
              <a:gdLst/>
              <a:ahLst/>
              <a:cxnLst/>
              <a:rect l="l" t="t" r="r" b="b"/>
              <a:pathLst>
                <a:path w="12009" h="12010" extrusionOk="0">
                  <a:moveTo>
                    <a:pt x="11898" y="0"/>
                  </a:moveTo>
                  <a:lnTo>
                    <a:pt x="0" y="124"/>
                  </a:lnTo>
                  <a:lnTo>
                    <a:pt x="111" y="12009"/>
                  </a:lnTo>
                  <a:lnTo>
                    <a:pt x="12009" y="11899"/>
                  </a:lnTo>
                  <a:lnTo>
                    <a:pt x="1189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507;p68">
              <a:extLst>
                <a:ext uri="{FF2B5EF4-FFF2-40B4-BE49-F238E27FC236}">
                  <a16:creationId xmlns:a16="http://schemas.microsoft.com/office/drawing/2014/main" id="{45665330-22A1-431E-58F1-0CCDB5E7C883}"/>
                </a:ext>
              </a:extLst>
            </p:cNvPr>
            <p:cNvSpPr/>
            <p:nvPr/>
          </p:nvSpPr>
          <p:spPr>
            <a:xfrm>
              <a:off x="2700754" y="3356222"/>
              <a:ext cx="371906" cy="371906"/>
            </a:xfrm>
            <a:custGeom>
              <a:avLst/>
              <a:gdLst/>
              <a:ahLst/>
              <a:cxnLst/>
              <a:rect l="l" t="t" r="r" b="b"/>
              <a:pathLst>
                <a:path w="11996" h="11996" extrusionOk="0">
                  <a:moveTo>
                    <a:pt x="11885" y="0"/>
                  </a:moveTo>
                  <a:lnTo>
                    <a:pt x="0" y="97"/>
                  </a:lnTo>
                  <a:lnTo>
                    <a:pt x="111" y="11996"/>
                  </a:lnTo>
                  <a:lnTo>
                    <a:pt x="11995" y="11885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508;p68">
              <a:extLst>
                <a:ext uri="{FF2B5EF4-FFF2-40B4-BE49-F238E27FC236}">
                  <a16:creationId xmlns:a16="http://schemas.microsoft.com/office/drawing/2014/main" id="{D2BB46A0-F2D3-7C99-72A0-B894712CE79C}"/>
                </a:ext>
              </a:extLst>
            </p:cNvPr>
            <p:cNvSpPr/>
            <p:nvPr/>
          </p:nvSpPr>
          <p:spPr>
            <a:xfrm>
              <a:off x="3069196" y="3352781"/>
              <a:ext cx="372371" cy="371906"/>
            </a:xfrm>
            <a:custGeom>
              <a:avLst/>
              <a:gdLst/>
              <a:ahLst/>
              <a:cxnLst/>
              <a:rect l="l" t="t" r="r" b="b"/>
              <a:pathLst>
                <a:path w="12011" h="11996" extrusionOk="0">
                  <a:moveTo>
                    <a:pt x="11900" y="1"/>
                  </a:moveTo>
                  <a:lnTo>
                    <a:pt x="1" y="111"/>
                  </a:lnTo>
                  <a:lnTo>
                    <a:pt x="111" y="11996"/>
                  </a:lnTo>
                  <a:lnTo>
                    <a:pt x="12011" y="11885"/>
                  </a:lnTo>
                  <a:lnTo>
                    <a:pt x="119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509;p68">
              <a:extLst>
                <a:ext uri="{FF2B5EF4-FFF2-40B4-BE49-F238E27FC236}">
                  <a16:creationId xmlns:a16="http://schemas.microsoft.com/office/drawing/2014/main" id="{48E94A44-75E5-9140-EABC-61559915D3EB}"/>
                </a:ext>
              </a:extLst>
            </p:cNvPr>
            <p:cNvSpPr/>
            <p:nvPr/>
          </p:nvSpPr>
          <p:spPr>
            <a:xfrm>
              <a:off x="3438134" y="3349371"/>
              <a:ext cx="371906" cy="371906"/>
            </a:xfrm>
            <a:custGeom>
              <a:avLst/>
              <a:gdLst/>
              <a:ahLst/>
              <a:cxnLst/>
              <a:rect l="l" t="t" r="r" b="b"/>
              <a:pathLst>
                <a:path w="11996" h="11996" extrusionOk="0">
                  <a:moveTo>
                    <a:pt x="11885" y="0"/>
                  </a:moveTo>
                  <a:lnTo>
                    <a:pt x="0" y="111"/>
                  </a:lnTo>
                  <a:lnTo>
                    <a:pt x="111" y="11995"/>
                  </a:lnTo>
                  <a:lnTo>
                    <a:pt x="11995" y="11885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510;p68">
              <a:extLst>
                <a:ext uri="{FF2B5EF4-FFF2-40B4-BE49-F238E27FC236}">
                  <a16:creationId xmlns:a16="http://schemas.microsoft.com/office/drawing/2014/main" id="{CC9B8B9D-81B2-9FE4-B6B3-DEC538F08FD1}"/>
                </a:ext>
              </a:extLst>
            </p:cNvPr>
            <p:cNvSpPr/>
            <p:nvPr/>
          </p:nvSpPr>
          <p:spPr>
            <a:xfrm>
              <a:off x="3806576" y="3345929"/>
              <a:ext cx="372340" cy="371906"/>
            </a:xfrm>
            <a:custGeom>
              <a:avLst/>
              <a:gdLst/>
              <a:ahLst/>
              <a:cxnLst/>
              <a:rect l="l" t="t" r="r" b="b"/>
              <a:pathLst>
                <a:path w="12010" h="11996" extrusionOk="0">
                  <a:moveTo>
                    <a:pt x="11899" y="0"/>
                  </a:moveTo>
                  <a:lnTo>
                    <a:pt x="1" y="111"/>
                  </a:lnTo>
                  <a:lnTo>
                    <a:pt x="111" y="11996"/>
                  </a:lnTo>
                  <a:lnTo>
                    <a:pt x="12009" y="11885"/>
                  </a:lnTo>
                  <a:lnTo>
                    <a:pt x="1189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511;p68">
              <a:extLst>
                <a:ext uri="{FF2B5EF4-FFF2-40B4-BE49-F238E27FC236}">
                  <a16:creationId xmlns:a16="http://schemas.microsoft.com/office/drawing/2014/main" id="{40122FA8-2FFE-61CD-8F01-52ECD2BBE7E8}"/>
                </a:ext>
              </a:extLst>
            </p:cNvPr>
            <p:cNvSpPr/>
            <p:nvPr/>
          </p:nvSpPr>
          <p:spPr>
            <a:xfrm>
              <a:off x="1226024" y="3369926"/>
              <a:ext cx="371906" cy="371906"/>
            </a:xfrm>
            <a:custGeom>
              <a:avLst/>
              <a:gdLst/>
              <a:ahLst/>
              <a:cxnLst/>
              <a:rect l="l" t="t" r="r" b="b"/>
              <a:pathLst>
                <a:path w="11996" h="11996" extrusionOk="0">
                  <a:moveTo>
                    <a:pt x="11885" y="0"/>
                  </a:moveTo>
                  <a:lnTo>
                    <a:pt x="0" y="111"/>
                  </a:lnTo>
                  <a:lnTo>
                    <a:pt x="111" y="11996"/>
                  </a:lnTo>
                  <a:lnTo>
                    <a:pt x="11996" y="11885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512;p68">
              <a:extLst>
                <a:ext uri="{FF2B5EF4-FFF2-40B4-BE49-F238E27FC236}">
                  <a16:creationId xmlns:a16="http://schemas.microsoft.com/office/drawing/2014/main" id="{0DF2FB82-227C-BC6A-74C4-AE35C4BDAE7F}"/>
                </a:ext>
              </a:extLst>
            </p:cNvPr>
            <p:cNvSpPr/>
            <p:nvPr/>
          </p:nvSpPr>
          <p:spPr>
            <a:xfrm>
              <a:off x="1229435" y="3738399"/>
              <a:ext cx="371937" cy="372340"/>
            </a:xfrm>
            <a:custGeom>
              <a:avLst/>
              <a:gdLst/>
              <a:ahLst/>
              <a:cxnLst/>
              <a:rect l="l" t="t" r="r" b="b"/>
              <a:pathLst>
                <a:path w="11997" h="12010" extrusionOk="0">
                  <a:moveTo>
                    <a:pt x="11886" y="0"/>
                  </a:moveTo>
                  <a:lnTo>
                    <a:pt x="1" y="111"/>
                  </a:lnTo>
                  <a:lnTo>
                    <a:pt x="112" y="12010"/>
                  </a:lnTo>
                  <a:lnTo>
                    <a:pt x="11996" y="11885"/>
                  </a:lnTo>
                  <a:lnTo>
                    <a:pt x="118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513;p68">
              <a:extLst>
                <a:ext uri="{FF2B5EF4-FFF2-40B4-BE49-F238E27FC236}">
                  <a16:creationId xmlns:a16="http://schemas.microsoft.com/office/drawing/2014/main" id="{18D817C6-FEBE-1623-9DFE-F53469647169}"/>
                </a:ext>
              </a:extLst>
            </p:cNvPr>
            <p:cNvSpPr/>
            <p:nvPr/>
          </p:nvSpPr>
          <p:spPr>
            <a:xfrm>
              <a:off x="1597908" y="3734957"/>
              <a:ext cx="372371" cy="371937"/>
            </a:xfrm>
            <a:custGeom>
              <a:avLst/>
              <a:gdLst/>
              <a:ahLst/>
              <a:cxnLst/>
              <a:rect l="l" t="t" r="r" b="b"/>
              <a:pathLst>
                <a:path w="12011" h="11997" extrusionOk="0">
                  <a:moveTo>
                    <a:pt x="11900" y="1"/>
                  </a:moveTo>
                  <a:lnTo>
                    <a:pt x="1" y="111"/>
                  </a:lnTo>
                  <a:lnTo>
                    <a:pt x="111" y="11996"/>
                  </a:lnTo>
                  <a:lnTo>
                    <a:pt x="12010" y="11900"/>
                  </a:lnTo>
                  <a:lnTo>
                    <a:pt x="119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514;p68">
              <a:extLst>
                <a:ext uri="{FF2B5EF4-FFF2-40B4-BE49-F238E27FC236}">
                  <a16:creationId xmlns:a16="http://schemas.microsoft.com/office/drawing/2014/main" id="{44E53230-D598-3991-8E70-B4CEACEDE545}"/>
                </a:ext>
              </a:extLst>
            </p:cNvPr>
            <p:cNvSpPr/>
            <p:nvPr/>
          </p:nvSpPr>
          <p:spPr>
            <a:xfrm>
              <a:off x="1966815" y="3731547"/>
              <a:ext cx="371937" cy="372340"/>
            </a:xfrm>
            <a:custGeom>
              <a:avLst/>
              <a:gdLst/>
              <a:ahLst/>
              <a:cxnLst/>
              <a:rect l="l" t="t" r="r" b="b"/>
              <a:pathLst>
                <a:path w="11997" h="12010" extrusionOk="0">
                  <a:moveTo>
                    <a:pt x="11886" y="0"/>
                  </a:moveTo>
                  <a:lnTo>
                    <a:pt x="1" y="111"/>
                  </a:lnTo>
                  <a:lnTo>
                    <a:pt x="111" y="12010"/>
                  </a:lnTo>
                  <a:lnTo>
                    <a:pt x="11996" y="11899"/>
                  </a:lnTo>
                  <a:lnTo>
                    <a:pt x="118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515;p68">
              <a:extLst>
                <a:ext uri="{FF2B5EF4-FFF2-40B4-BE49-F238E27FC236}">
                  <a16:creationId xmlns:a16="http://schemas.microsoft.com/office/drawing/2014/main" id="{9BA2EF3E-4D53-35D0-6843-3ADB862010DA}"/>
                </a:ext>
              </a:extLst>
            </p:cNvPr>
            <p:cNvSpPr/>
            <p:nvPr/>
          </p:nvSpPr>
          <p:spPr>
            <a:xfrm>
              <a:off x="2335288" y="3728105"/>
              <a:ext cx="372340" cy="372371"/>
            </a:xfrm>
            <a:custGeom>
              <a:avLst/>
              <a:gdLst/>
              <a:ahLst/>
              <a:cxnLst/>
              <a:rect l="l" t="t" r="r" b="b"/>
              <a:pathLst>
                <a:path w="12010" h="12011" extrusionOk="0">
                  <a:moveTo>
                    <a:pt x="11899" y="1"/>
                  </a:moveTo>
                  <a:lnTo>
                    <a:pt x="1" y="111"/>
                  </a:lnTo>
                  <a:lnTo>
                    <a:pt x="111" y="12010"/>
                  </a:lnTo>
                  <a:lnTo>
                    <a:pt x="12009" y="11885"/>
                  </a:lnTo>
                  <a:lnTo>
                    <a:pt x="118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516;p68">
              <a:extLst>
                <a:ext uri="{FF2B5EF4-FFF2-40B4-BE49-F238E27FC236}">
                  <a16:creationId xmlns:a16="http://schemas.microsoft.com/office/drawing/2014/main" id="{BF98EECF-2A19-8613-9274-228AD827163E}"/>
                </a:ext>
              </a:extLst>
            </p:cNvPr>
            <p:cNvSpPr/>
            <p:nvPr/>
          </p:nvSpPr>
          <p:spPr>
            <a:xfrm>
              <a:off x="2704164" y="3724664"/>
              <a:ext cx="371937" cy="371937"/>
            </a:xfrm>
            <a:custGeom>
              <a:avLst/>
              <a:gdLst/>
              <a:ahLst/>
              <a:cxnLst/>
              <a:rect l="l" t="t" r="r" b="b"/>
              <a:pathLst>
                <a:path w="11997" h="11997" extrusionOk="0">
                  <a:moveTo>
                    <a:pt x="11885" y="1"/>
                  </a:moveTo>
                  <a:lnTo>
                    <a:pt x="1" y="112"/>
                  </a:lnTo>
                  <a:lnTo>
                    <a:pt x="111" y="11996"/>
                  </a:lnTo>
                  <a:lnTo>
                    <a:pt x="11996" y="11900"/>
                  </a:lnTo>
                  <a:lnTo>
                    <a:pt x="1188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517;p68">
              <a:extLst>
                <a:ext uri="{FF2B5EF4-FFF2-40B4-BE49-F238E27FC236}">
                  <a16:creationId xmlns:a16="http://schemas.microsoft.com/office/drawing/2014/main" id="{D9DCA62A-31AC-A77D-B102-C27245AA6E10}"/>
                </a:ext>
              </a:extLst>
            </p:cNvPr>
            <p:cNvSpPr/>
            <p:nvPr/>
          </p:nvSpPr>
          <p:spPr>
            <a:xfrm>
              <a:off x="3072637" y="3721254"/>
              <a:ext cx="372371" cy="372371"/>
            </a:xfrm>
            <a:custGeom>
              <a:avLst/>
              <a:gdLst/>
              <a:ahLst/>
              <a:cxnLst/>
              <a:rect l="l" t="t" r="r" b="b"/>
              <a:pathLst>
                <a:path w="12011" h="12011" extrusionOk="0">
                  <a:moveTo>
                    <a:pt x="11900" y="0"/>
                  </a:moveTo>
                  <a:lnTo>
                    <a:pt x="0" y="111"/>
                  </a:lnTo>
                  <a:lnTo>
                    <a:pt x="111" y="12010"/>
                  </a:lnTo>
                  <a:lnTo>
                    <a:pt x="12010" y="11885"/>
                  </a:lnTo>
                  <a:lnTo>
                    <a:pt x="119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518;p68">
              <a:extLst>
                <a:ext uri="{FF2B5EF4-FFF2-40B4-BE49-F238E27FC236}">
                  <a16:creationId xmlns:a16="http://schemas.microsoft.com/office/drawing/2014/main" id="{C721B8B6-254A-A73E-5663-18E8AEA76893}"/>
                </a:ext>
              </a:extLst>
            </p:cNvPr>
            <p:cNvSpPr/>
            <p:nvPr/>
          </p:nvSpPr>
          <p:spPr>
            <a:xfrm>
              <a:off x="3441544" y="3717812"/>
              <a:ext cx="371906" cy="371937"/>
            </a:xfrm>
            <a:custGeom>
              <a:avLst/>
              <a:gdLst/>
              <a:ahLst/>
              <a:cxnLst/>
              <a:rect l="l" t="t" r="r" b="b"/>
              <a:pathLst>
                <a:path w="11996" h="11997" extrusionOk="0">
                  <a:moveTo>
                    <a:pt x="11885" y="1"/>
                  </a:moveTo>
                  <a:lnTo>
                    <a:pt x="1" y="111"/>
                  </a:lnTo>
                  <a:lnTo>
                    <a:pt x="111" y="11996"/>
                  </a:lnTo>
                  <a:lnTo>
                    <a:pt x="11996" y="11900"/>
                  </a:lnTo>
                  <a:lnTo>
                    <a:pt x="1188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519;p68">
              <a:extLst>
                <a:ext uri="{FF2B5EF4-FFF2-40B4-BE49-F238E27FC236}">
                  <a16:creationId xmlns:a16="http://schemas.microsoft.com/office/drawing/2014/main" id="{364CE8E3-E094-4137-7DEB-41D12DF0EBA1}"/>
                </a:ext>
              </a:extLst>
            </p:cNvPr>
            <p:cNvSpPr/>
            <p:nvPr/>
          </p:nvSpPr>
          <p:spPr>
            <a:xfrm>
              <a:off x="3810017" y="3714402"/>
              <a:ext cx="372309" cy="372371"/>
            </a:xfrm>
            <a:custGeom>
              <a:avLst/>
              <a:gdLst/>
              <a:ahLst/>
              <a:cxnLst/>
              <a:rect l="l" t="t" r="r" b="b"/>
              <a:pathLst>
                <a:path w="12009" h="12011" extrusionOk="0">
                  <a:moveTo>
                    <a:pt x="11898" y="0"/>
                  </a:moveTo>
                  <a:lnTo>
                    <a:pt x="0" y="111"/>
                  </a:lnTo>
                  <a:lnTo>
                    <a:pt x="111" y="12010"/>
                  </a:lnTo>
                  <a:lnTo>
                    <a:pt x="12009" y="11899"/>
                  </a:lnTo>
                  <a:lnTo>
                    <a:pt x="118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520;p68">
              <a:extLst>
                <a:ext uri="{FF2B5EF4-FFF2-40B4-BE49-F238E27FC236}">
                  <a16:creationId xmlns:a16="http://schemas.microsoft.com/office/drawing/2014/main" id="{F56E23F0-0657-081B-9350-8447B8B5BE61}"/>
                </a:ext>
              </a:extLst>
            </p:cNvPr>
            <p:cNvSpPr/>
            <p:nvPr/>
          </p:nvSpPr>
          <p:spPr>
            <a:xfrm>
              <a:off x="1601349" y="4103864"/>
              <a:ext cx="372340" cy="371937"/>
            </a:xfrm>
            <a:custGeom>
              <a:avLst/>
              <a:gdLst/>
              <a:ahLst/>
              <a:cxnLst/>
              <a:rect l="l" t="t" r="r" b="b"/>
              <a:pathLst>
                <a:path w="12010" h="11997" extrusionOk="0">
                  <a:moveTo>
                    <a:pt x="11899" y="1"/>
                  </a:moveTo>
                  <a:lnTo>
                    <a:pt x="0" y="97"/>
                  </a:lnTo>
                  <a:lnTo>
                    <a:pt x="111" y="11996"/>
                  </a:lnTo>
                  <a:lnTo>
                    <a:pt x="12010" y="11886"/>
                  </a:lnTo>
                  <a:lnTo>
                    <a:pt x="11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521;p68">
              <a:extLst>
                <a:ext uri="{FF2B5EF4-FFF2-40B4-BE49-F238E27FC236}">
                  <a16:creationId xmlns:a16="http://schemas.microsoft.com/office/drawing/2014/main" id="{74415D87-35A5-25C5-C9D8-3F1B7A785B1B}"/>
                </a:ext>
              </a:extLst>
            </p:cNvPr>
            <p:cNvSpPr/>
            <p:nvPr/>
          </p:nvSpPr>
          <p:spPr>
            <a:xfrm>
              <a:off x="1970256" y="4100454"/>
              <a:ext cx="371906" cy="371906"/>
            </a:xfrm>
            <a:custGeom>
              <a:avLst/>
              <a:gdLst/>
              <a:ahLst/>
              <a:cxnLst/>
              <a:rect l="l" t="t" r="r" b="b"/>
              <a:pathLst>
                <a:path w="11996" h="11996" extrusionOk="0">
                  <a:moveTo>
                    <a:pt x="11885" y="0"/>
                  </a:moveTo>
                  <a:lnTo>
                    <a:pt x="0" y="111"/>
                  </a:lnTo>
                  <a:lnTo>
                    <a:pt x="111" y="11996"/>
                  </a:lnTo>
                  <a:lnTo>
                    <a:pt x="11996" y="11885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522;p68">
              <a:extLst>
                <a:ext uri="{FF2B5EF4-FFF2-40B4-BE49-F238E27FC236}">
                  <a16:creationId xmlns:a16="http://schemas.microsoft.com/office/drawing/2014/main" id="{D121601C-0205-309A-677C-D794BD24C800}"/>
                </a:ext>
              </a:extLst>
            </p:cNvPr>
            <p:cNvSpPr/>
            <p:nvPr/>
          </p:nvSpPr>
          <p:spPr>
            <a:xfrm>
              <a:off x="2338729" y="4096578"/>
              <a:ext cx="372309" cy="372371"/>
            </a:xfrm>
            <a:custGeom>
              <a:avLst/>
              <a:gdLst/>
              <a:ahLst/>
              <a:cxnLst/>
              <a:rect l="l" t="t" r="r" b="b"/>
              <a:pathLst>
                <a:path w="12009" h="12011" extrusionOk="0">
                  <a:moveTo>
                    <a:pt x="11898" y="0"/>
                  </a:moveTo>
                  <a:lnTo>
                    <a:pt x="0" y="125"/>
                  </a:lnTo>
                  <a:lnTo>
                    <a:pt x="111" y="12010"/>
                  </a:lnTo>
                  <a:lnTo>
                    <a:pt x="12009" y="11900"/>
                  </a:lnTo>
                  <a:lnTo>
                    <a:pt x="1189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523;p68">
              <a:extLst>
                <a:ext uri="{FF2B5EF4-FFF2-40B4-BE49-F238E27FC236}">
                  <a16:creationId xmlns:a16="http://schemas.microsoft.com/office/drawing/2014/main" id="{9C9E6DF0-AC2E-02FF-F40A-FA2B0BF0A0D9}"/>
                </a:ext>
              </a:extLst>
            </p:cNvPr>
            <p:cNvSpPr/>
            <p:nvPr/>
          </p:nvSpPr>
          <p:spPr>
            <a:xfrm>
              <a:off x="2707605" y="4093602"/>
              <a:ext cx="371906" cy="371906"/>
            </a:xfrm>
            <a:custGeom>
              <a:avLst/>
              <a:gdLst/>
              <a:ahLst/>
              <a:cxnLst/>
              <a:rect l="l" t="t" r="r" b="b"/>
              <a:pathLst>
                <a:path w="11996" h="11996" extrusionOk="0">
                  <a:moveTo>
                    <a:pt x="11885" y="0"/>
                  </a:moveTo>
                  <a:lnTo>
                    <a:pt x="0" y="96"/>
                  </a:lnTo>
                  <a:lnTo>
                    <a:pt x="111" y="11996"/>
                  </a:lnTo>
                  <a:lnTo>
                    <a:pt x="11996" y="11885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1524;p68">
              <a:extLst>
                <a:ext uri="{FF2B5EF4-FFF2-40B4-BE49-F238E27FC236}">
                  <a16:creationId xmlns:a16="http://schemas.microsoft.com/office/drawing/2014/main" id="{5EC85383-D407-C50A-ABF6-F3DBEFCE8DCD}"/>
                </a:ext>
              </a:extLst>
            </p:cNvPr>
            <p:cNvSpPr/>
            <p:nvPr/>
          </p:nvSpPr>
          <p:spPr>
            <a:xfrm>
              <a:off x="3076078" y="4089726"/>
              <a:ext cx="372340" cy="372340"/>
            </a:xfrm>
            <a:custGeom>
              <a:avLst/>
              <a:gdLst/>
              <a:ahLst/>
              <a:cxnLst/>
              <a:rect l="l" t="t" r="r" b="b"/>
              <a:pathLst>
                <a:path w="12010" h="12010" extrusionOk="0">
                  <a:moveTo>
                    <a:pt x="11899" y="0"/>
                  </a:moveTo>
                  <a:lnTo>
                    <a:pt x="0" y="125"/>
                  </a:lnTo>
                  <a:lnTo>
                    <a:pt x="111" y="12010"/>
                  </a:lnTo>
                  <a:lnTo>
                    <a:pt x="12010" y="11899"/>
                  </a:lnTo>
                  <a:lnTo>
                    <a:pt x="1189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1525;p68">
              <a:extLst>
                <a:ext uri="{FF2B5EF4-FFF2-40B4-BE49-F238E27FC236}">
                  <a16:creationId xmlns:a16="http://schemas.microsoft.com/office/drawing/2014/main" id="{94004210-8FB7-36D0-8B65-0E4B55D47F82}"/>
                </a:ext>
              </a:extLst>
            </p:cNvPr>
            <p:cNvSpPr/>
            <p:nvPr/>
          </p:nvSpPr>
          <p:spPr>
            <a:xfrm>
              <a:off x="3444985" y="4086750"/>
              <a:ext cx="371906" cy="371906"/>
            </a:xfrm>
            <a:custGeom>
              <a:avLst/>
              <a:gdLst/>
              <a:ahLst/>
              <a:cxnLst/>
              <a:rect l="l" t="t" r="r" b="b"/>
              <a:pathLst>
                <a:path w="11996" h="11996" extrusionOk="0">
                  <a:moveTo>
                    <a:pt x="11885" y="0"/>
                  </a:moveTo>
                  <a:lnTo>
                    <a:pt x="0" y="96"/>
                  </a:lnTo>
                  <a:lnTo>
                    <a:pt x="111" y="11995"/>
                  </a:lnTo>
                  <a:lnTo>
                    <a:pt x="11995" y="11885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1526;p68">
              <a:extLst>
                <a:ext uri="{FF2B5EF4-FFF2-40B4-BE49-F238E27FC236}">
                  <a16:creationId xmlns:a16="http://schemas.microsoft.com/office/drawing/2014/main" id="{D4802F74-FCA9-0BC5-846A-4431F78F11DA}"/>
                </a:ext>
              </a:extLst>
            </p:cNvPr>
            <p:cNvSpPr/>
            <p:nvPr/>
          </p:nvSpPr>
          <p:spPr>
            <a:xfrm>
              <a:off x="3813428" y="4083309"/>
              <a:ext cx="372340" cy="371906"/>
            </a:xfrm>
            <a:custGeom>
              <a:avLst/>
              <a:gdLst/>
              <a:ahLst/>
              <a:cxnLst/>
              <a:rect l="l" t="t" r="r" b="b"/>
              <a:pathLst>
                <a:path w="12010" h="11996" extrusionOk="0">
                  <a:moveTo>
                    <a:pt x="11899" y="0"/>
                  </a:moveTo>
                  <a:lnTo>
                    <a:pt x="1" y="111"/>
                  </a:lnTo>
                  <a:lnTo>
                    <a:pt x="111" y="11996"/>
                  </a:lnTo>
                  <a:lnTo>
                    <a:pt x="12010" y="11885"/>
                  </a:lnTo>
                  <a:lnTo>
                    <a:pt x="1189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1527;p68">
              <a:extLst>
                <a:ext uri="{FF2B5EF4-FFF2-40B4-BE49-F238E27FC236}">
                  <a16:creationId xmlns:a16="http://schemas.microsoft.com/office/drawing/2014/main" id="{E2733AE7-1BB4-883E-A2EE-0DA8AA382196}"/>
                </a:ext>
              </a:extLst>
            </p:cNvPr>
            <p:cNvSpPr/>
            <p:nvPr/>
          </p:nvSpPr>
          <p:spPr>
            <a:xfrm>
              <a:off x="1232876" y="4106871"/>
              <a:ext cx="371906" cy="372340"/>
            </a:xfrm>
            <a:custGeom>
              <a:avLst/>
              <a:gdLst/>
              <a:ahLst/>
              <a:cxnLst/>
              <a:rect l="l" t="t" r="r" b="b"/>
              <a:pathLst>
                <a:path w="11996" h="12010" extrusionOk="0">
                  <a:moveTo>
                    <a:pt x="11885" y="0"/>
                  </a:moveTo>
                  <a:lnTo>
                    <a:pt x="1" y="125"/>
                  </a:lnTo>
                  <a:lnTo>
                    <a:pt x="111" y="12010"/>
                  </a:lnTo>
                  <a:lnTo>
                    <a:pt x="11996" y="11899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8" name="Google Shape;1455;p68">
            <a:extLst>
              <a:ext uri="{FF2B5EF4-FFF2-40B4-BE49-F238E27FC236}">
                <a16:creationId xmlns:a16="http://schemas.microsoft.com/office/drawing/2014/main" id="{AA907C72-90B0-8C63-0AE1-3AF10D4B5CA9}"/>
              </a:ext>
            </a:extLst>
          </p:cNvPr>
          <p:cNvSpPr/>
          <p:nvPr/>
        </p:nvSpPr>
        <p:spPr>
          <a:xfrm>
            <a:off x="6162026" y="1867652"/>
            <a:ext cx="357124" cy="471946"/>
          </a:xfrm>
          <a:custGeom>
            <a:avLst/>
            <a:gdLst/>
            <a:ahLst/>
            <a:cxnLst/>
            <a:rect l="l" t="t" r="r" b="b"/>
            <a:pathLst>
              <a:path w="19747" h="26096" extrusionOk="0">
                <a:moveTo>
                  <a:pt x="9648" y="1"/>
                </a:moveTo>
                <a:cubicBezTo>
                  <a:pt x="9625" y="1"/>
                  <a:pt x="9601" y="1"/>
                  <a:pt x="9578" y="1"/>
                </a:cubicBezTo>
                <a:cubicBezTo>
                  <a:pt x="6938" y="14"/>
                  <a:pt x="4686" y="1604"/>
                  <a:pt x="4285" y="4271"/>
                </a:cubicBezTo>
                <a:cubicBezTo>
                  <a:pt x="3940" y="6524"/>
                  <a:pt x="4990" y="8886"/>
                  <a:pt x="7229" y="9605"/>
                </a:cubicBezTo>
                <a:cubicBezTo>
                  <a:pt x="7656" y="11748"/>
                  <a:pt x="7131" y="14967"/>
                  <a:pt x="4948" y="15949"/>
                </a:cubicBezTo>
                <a:cubicBezTo>
                  <a:pt x="4796" y="16004"/>
                  <a:pt x="4782" y="16115"/>
                  <a:pt x="4796" y="16238"/>
                </a:cubicBezTo>
                <a:cubicBezTo>
                  <a:pt x="4769" y="17027"/>
                  <a:pt x="4520" y="17593"/>
                  <a:pt x="3829" y="18007"/>
                </a:cubicBezTo>
                <a:cubicBezTo>
                  <a:pt x="3276" y="18353"/>
                  <a:pt x="2654" y="18560"/>
                  <a:pt x="2129" y="18961"/>
                </a:cubicBezTo>
                <a:cubicBezTo>
                  <a:pt x="1548" y="19389"/>
                  <a:pt x="1148" y="20012"/>
                  <a:pt x="1134" y="20744"/>
                </a:cubicBezTo>
                <a:cubicBezTo>
                  <a:pt x="1120" y="21394"/>
                  <a:pt x="1590" y="21904"/>
                  <a:pt x="1769" y="22499"/>
                </a:cubicBezTo>
                <a:cubicBezTo>
                  <a:pt x="1747" y="22498"/>
                  <a:pt x="1725" y="22498"/>
                  <a:pt x="1703" y="22498"/>
                </a:cubicBezTo>
                <a:cubicBezTo>
                  <a:pt x="1338" y="22498"/>
                  <a:pt x="978" y="22610"/>
                  <a:pt x="691" y="22844"/>
                </a:cubicBezTo>
                <a:cubicBezTo>
                  <a:pt x="56" y="23328"/>
                  <a:pt x="0" y="24102"/>
                  <a:pt x="181" y="24834"/>
                </a:cubicBezTo>
                <a:cubicBezTo>
                  <a:pt x="387" y="25719"/>
                  <a:pt x="1839" y="25844"/>
                  <a:pt x="2558" y="25927"/>
                </a:cubicBezTo>
                <a:cubicBezTo>
                  <a:pt x="3535" y="26044"/>
                  <a:pt x="5694" y="26095"/>
                  <a:pt x="8080" y="26095"/>
                </a:cubicBezTo>
                <a:cubicBezTo>
                  <a:pt x="11600" y="26095"/>
                  <a:pt x="15613" y="25983"/>
                  <a:pt x="17054" y="25802"/>
                </a:cubicBezTo>
                <a:cubicBezTo>
                  <a:pt x="17787" y="25719"/>
                  <a:pt x="19127" y="25567"/>
                  <a:pt x="19403" y="24710"/>
                </a:cubicBezTo>
                <a:cubicBezTo>
                  <a:pt x="19747" y="23613"/>
                  <a:pt x="19041" y="22339"/>
                  <a:pt x="17939" y="22339"/>
                </a:cubicBezTo>
                <a:cubicBezTo>
                  <a:pt x="17889" y="22339"/>
                  <a:pt x="17838" y="22341"/>
                  <a:pt x="17787" y="22347"/>
                </a:cubicBezTo>
                <a:cubicBezTo>
                  <a:pt x="17938" y="21808"/>
                  <a:pt x="18340" y="21324"/>
                  <a:pt x="18380" y="20744"/>
                </a:cubicBezTo>
                <a:cubicBezTo>
                  <a:pt x="18422" y="19970"/>
                  <a:pt x="18008" y="19334"/>
                  <a:pt x="17427" y="18879"/>
                </a:cubicBezTo>
                <a:cubicBezTo>
                  <a:pt x="16916" y="18464"/>
                  <a:pt x="16307" y="18256"/>
                  <a:pt x="15741" y="17966"/>
                </a:cubicBezTo>
                <a:cubicBezTo>
                  <a:pt x="14995" y="17580"/>
                  <a:pt x="14677" y="16985"/>
                  <a:pt x="14649" y="16156"/>
                </a:cubicBezTo>
                <a:cubicBezTo>
                  <a:pt x="14636" y="16017"/>
                  <a:pt x="14636" y="15921"/>
                  <a:pt x="14483" y="15866"/>
                </a:cubicBezTo>
                <a:cubicBezTo>
                  <a:pt x="12287" y="14912"/>
                  <a:pt x="11706" y="11720"/>
                  <a:pt x="12093" y="9564"/>
                </a:cubicBezTo>
                <a:cubicBezTo>
                  <a:pt x="14360" y="8804"/>
                  <a:pt x="15285" y="6441"/>
                  <a:pt x="14953" y="4175"/>
                </a:cubicBezTo>
                <a:cubicBezTo>
                  <a:pt x="14570" y="1530"/>
                  <a:pt x="12258" y="1"/>
                  <a:pt x="9648" y="1"/>
                </a:cubicBezTo>
                <a:close/>
              </a:path>
            </a:pathLst>
          </a:custGeom>
          <a:solidFill>
            <a:srgbClr val="F7F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63048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>
          <a:extLst>
            <a:ext uri="{FF2B5EF4-FFF2-40B4-BE49-F238E27FC236}">
              <a16:creationId xmlns:a16="http://schemas.microsoft.com/office/drawing/2014/main" id="{76043175-5292-0E38-F1F8-49C755675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6">
            <a:extLst>
              <a:ext uri="{FF2B5EF4-FFF2-40B4-BE49-F238E27FC236}">
                <a16:creationId xmlns:a16="http://schemas.microsoft.com/office/drawing/2014/main" id="{B9FC2684-E57E-7C07-72AF-107534A160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23652" y="2657775"/>
            <a:ext cx="4151954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MODELING</a:t>
            </a:r>
            <a:endParaRPr dirty="0"/>
          </a:p>
        </p:txBody>
      </p:sp>
      <p:sp>
        <p:nvSpPr>
          <p:cNvPr id="365" name="Google Shape;365;p36">
            <a:extLst>
              <a:ext uri="{FF2B5EF4-FFF2-40B4-BE49-F238E27FC236}">
                <a16:creationId xmlns:a16="http://schemas.microsoft.com/office/drawing/2014/main" id="{6611C666-F7EB-6395-4AF3-050FF60EAFB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140600" y="3499575"/>
            <a:ext cx="2544900" cy="7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Training &amp; Testing Transformer model.</a:t>
            </a:r>
          </a:p>
        </p:txBody>
      </p:sp>
      <p:sp>
        <p:nvSpPr>
          <p:cNvPr id="366" name="Google Shape;366;p36">
            <a:extLst>
              <a:ext uri="{FF2B5EF4-FFF2-40B4-BE49-F238E27FC236}">
                <a16:creationId xmlns:a16="http://schemas.microsoft.com/office/drawing/2014/main" id="{84EE25BA-8E45-BCB3-A685-ED8B24A2720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820350" y="887025"/>
            <a:ext cx="31854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367" name="Google Shape;367;p36">
            <a:extLst>
              <a:ext uri="{FF2B5EF4-FFF2-40B4-BE49-F238E27FC236}">
                <a16:creationId xmlns:a16="http://schemas.microsoft.com/office/drawing/2014/main" id="{75B3B7C4-D5AB-8769-2F7D-E640981BFD46}"/>
              </a:ext>
            </a:extLst>
          </p:cNvPr>
          <p:cNvGrpSpPr/>
          <p:nvPr/>
        </p:nvGrpSpPr>
        <p:grpSpPr>
          <a:xfrm>
            <a:off x="5196100" y="1779225"/>
            <a:ext cx="2433900" cy="179100"/>
            <a:chOff x="5196100" y="2297550"/>
            <a:chExt cx="2433900" cy="179100"/>
          </a:xfrm>
        </p:grpSpPr>
        <p:sp>
          <p:nvSpPr>
            <p:cNvPr id="368" name="Google Shape;368;p36">
              <a:extLst>
                <a:ext uri="{FF2B5EF4-FFF2-40B4-BE49-F238E27FC236}">
                  <a16:creationId xmlns:a16="http://schemas.microsoft.com/office/drawing/2014/main" id="{81E35D23-7F9A-DAC4-F0ED-79C67955341A}"/>
                </a:ext>
              </a:extLst>
            </p:cNvPr>
            <p:cNvSpPr/>
            <p:nvPr/>
          </p:nvSpPr>
          <p:spPr>
            <a:xfrm>
              <a:off x="5196100" y="2297550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6">
              <a:extLst>
                <a:ext uri="{FF2B5EF4-FFF2-40B4-BE49-F238E27FC236}">
                  <a16:creationId xmlns:a16="http://schemas.microsoft.com/office/drawing/2014/main" id="{FE6D94ED-11CF-46AC-24FC-7545FF784A3A}"/>
                </a:ext>
              </a:extLst>
            </p:cNvPr>
            <p:cNvSpPr/>
            <p:nvPr/>
          </p:nvSpPr>
          <p:spPr>
            <a:xfrm>
              <a:off x="7450900" y="2297550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697778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4E3A9624-441D-00BB-845E-3649F5838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3">
            <a:extLst>
              <a:ext uri="{FF2B5EF4-FFF2-40B4-BE49-F238E27FC236}">
                <a16:creationId xmlns:a16="http://schemas.microsoft.com/office/drawing/2014/main" id="{97AA239F-28D6-A532-6628-C5B7B45B45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8100" y="930075"/>
            <a:ext cx="6367800" cy="328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dirty="0"/>
              <a:t>MODEL ARCHITECTURE</a:t>
            </a:r>
            <a:endParaRPr sz="8000" dirty="0"/>
          </a:p>
        </p:txBody>
      </p:sp>
      <p:sp>
        <p:nvSpPr>
          <p:cNvPr id="542" name="Google Shape;542;p43">
            <a:extLst>
              <a:ext uri="{FF2B5EF4-FFF2-40B4-BE49-F238E27FC236}">
                <a16:creationId xmlns:a16="http://schemas.microsoft.com/office/drawing/2014/main" id="{E37212FB-13F3-9A51-467D-03CFA05B8B5F}"/>
              </a:ext>
            </a:extLst>
          </p:cNvPr>
          <p:cNvSpPr/>
          <p:nvPr/>
        </p:nvSpPr>
        <p:spPr>
          <a:xfrm rot="-5400000" flipH="1">
            <a:off x="8761168" y="1597685"/>
            <a:ext cx="1310058" cy="3320287"/>
          </a:xfrm>
          <a:custGeom>
            <a:avLst/>
            <a:gdLst/>
            <a:ahLst/>
            <a:cxnLst/>
            <a:rect l="l" t="t" r="r" b="b"/>
            <a:pathLst>
              <a:path w="16063" h="40711" extrusionOk="0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43">
            <a:extLst>
              <a:ext uri="{FF2B5EF4-FFF2-40B4-BE49-F238E27FC236}">
                <a16:creationId xmlns:a16="http://schemas.microsoft.com/office/drawing/2014/main" id="{89423785-EF21-52AB-DB74-7829C079AB37}"/>
              </a:ext>
            </a:extLst>
          </p:cNvPr>
          <p:cNvSpPr/>
          <p:nvPr/>
        </p:nvSpPr>
        <p:spPr>
          <a:xfrm rot="5400000">
            <a:off x="-976717" y="1597685"/>
            <a:ext cx="1310058" cy="3320287"/>
          </a:xfrm>
          <a:custGeom>
            <a:avLst/>
            <a:gdLst/>
            <a:ahLst/>
            <a:cxnLst/>
            <a:rect l="l" t="t" r="r" b="b"/>
            <a:pathLst>
              <a:path w="16063" h="40711" extrusionOk="0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43">
            <a:extLst>
              <a:ext uri="{FF2B5EF4-FFF2-40B4-BE49-F238E27FC236}">
                <a16:creationId xmlns:a16="http://schemas.microsoft.com/office/drawing/2014/main" id="{ADAB9670-88B2-DB89-25A2-9114AF21F467}"/>
              </a:ext>
            </a:extLst>
          </p:cNvPr>
          <p:cNvSpPr/>
          <p:nvPr/>
        </p:nvSpPr>
        <p:spPr>
          <a:xfrm>
            <a:off x="720001" y="1256374"/>
            <a:ext cx="884812" cy="1310042"/>
          </a:xfrm>
          <a:custGeom>
            <a:avLst/>
            <a:gdLst/>
            <a:ahLst/>
            <a:cxnLst/>
            <a:rect l="l" t="t" r="r" b="b"/>
            <a:pathLst>
              <a:path w="9331" h="13815" extrusionOk="0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43">
            <a:extLst>
              <a:ext uri="{FF2B5EF4-FFF2-40B4-BE49-F238E27FC236}">
                <a16:creationId xmlns:a16="http://schemas.microsoft.com/office/drawing/2014/main" id="{1E046829-FFE6-1DCD-1BD1-A263E221EAAD}"/>
              </a:ext>
            </a:extLst>
          </p:cNvPr>
          <p:cNvSpPr/>
          <p:nvPr/>
        </p:nvSpPr>
        <p:spPr>
          <a:xfrm rot="10800000">
            <a:off x="7539176" y="1256374"/>
            <a:ext cx="884812" cy="1310042"/>
          </a:xfrm>
          <a:custGeom>
            <a:avLst/>
            <a:gdLst/>
            <a:ahLst/>
            <a:cxnLst/>
            <a:rect l="l" t="t" r="r" b="b"/>
            <a:pathLst>
              <a:path w="9331" h="13815" extrusionOk="0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43">
            <a:extLst>
              <a:ext uri="{FF2B5EF4-FFF2-40B4-BE49-F238E27FC236}">
                <a16:creationId xmlns:a16="http://schemas.microsoft.com/office/drawing/2014/main" id="{949F9059-021E-2038-A4DA-9F974A3CE690}"/>
              </a:ext>
            </a:extLst>
          </p:cNvPr>
          <p:cNvSpPr/>
          <p:nvPr/>
        </p:nvSpPr>
        <p:spPr>
          <a:xfrm>
            <a:off x="3812225" y="743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43">
            <a:extLst>
              <a:ext uri="{FF2B5EF4-FFF2-40B4-BE49-F238E27FC236}">
                <a16:creationId xmlns:a16="http://schemas.microsoft.com/office/drawing/2014/main" id="{399CBF30-8275-AFAF-C97F-77B26427777E}"/>
              </a:ext>
            </a:extLst>
          </p:cNvPr>
          <p:cNvSpPr/>
          <p:nvPr/>
        </p:nvSpPr>
        <p:spPr>
          <a:xfrm>
            <a:off x="4482425" y="743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43">
            <a:extLst>
              <a:ext uri="{FF2B5EF4-FFF2-40B4-BE49-F238E27FC236}">
                <a16:creationId xmlns:a16="http://schemas.microsoft.com/office/drawing/2014/main" id="{CCA9B5A3-48F4-48A2-DED6-415978FE1ACF}"/>
              </a:ext>
            </a:extLst>
          </p:cNvPr>
          <p:cNvSpPr/>
          <p:nvPr/>
        </p:nvSpPr>
        <p:spPr>
          <a:xfrm>
            <a:off x="5152625" y="743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43">
            <a:extLst>
              <a:ext uri="{FF2B5EF4-FFF2-40B4-BE49-F238E27FC236}">
                <a16:creationId xmlns:a16="http://schemas.microsoft.com/office/drawing/2014/main" id="{34A63C85-D140-F86E-8BB3-863F34C6FCC1}"/>
              </a:ext>
            </a:extLst>
          </p:cNvPr>
          <p:cNvSpPr/>
          <p:nvPr/>
        </p:nvSpPr>
        <p:spPr>
          <a:xfrm>
            <a:off x="3812225" y="4220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43">
            <a:extLst>
              <a:ext uri="{FF2B5EF4-FFF2-40B4-BE49-F238E27FC236}">
                <a16:creationId xmlns:a16="http://schemas.microsoft.com/office/drawing/2014/main" id="{1C4D2911-D656-D871-3630-EA5DA81C9C7D}"/>
              </a:ext>
            </a:extLst>
          </p:cNvPr>
          <p:cNvSpPr/>
          <p:nvPr/>
        </p:nvSpPr>
        <p:spPr>
          <a:xfrm>
            <a:off x="4482425" y="4220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43">
            <a:extLst>
              <a:ext uri="{FF2B5EF4-FFF2-40B4-BE49-F238E27FC236}">
                <a16:creationId xmlns:a16="http://schemas.microsoft.com/office/drawing/2014/main" id="{AA44A90F-4CA0-7733-E631-D99582C5682D}"/>
              </a:ext>
            </a:extLst>
          </p:cNvPr>
          <p:cNvSpPr/>
          <p:nvPr/>
        </p:nvSpPr>
        <p:spPr>
          <a:xfrm>
            <a:off x="5152625" y="4220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62151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26" name="Google Shape;1226;p61"/>
              <p:cNvSpPr/>
              <p:nvPr/>
            </p:nvSpPr>
            <p:spPr>
              <a:xfrm>
                <a:off x="720009" y="3408397"/>
                <a:ext cx="1704600" cy="984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solidFill>
                      <a:schemeClr val="lt2"/>
                    </a:solidFill>
                    <a:latin typeface="Oranienbaum"/>
                    <a:ea typeface="Oranienbaum"/>
                    <a:cs typeface="Oranienbaum"/>
                    <a:sym typeface="Oranienbaum"/>
                  </a:rPr>
                  <a:t>SEQUENCE DATA</a:t>
                </a: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1" dirty="0">
                    <a:solidFill>
                      <a:schemeClr val="lt2"/>
                    </a:solidFill>
                    <a:latin typeface="Oranienbaum"/>
                    <a:ea typeface="Oranienbaum"/>
                    <a:cs typeface="Oranienbaum"/>
                    <a:sym typeface="Oranienbaum"/>
                  </a:rPr>
                  <a:t>316 Moves </a:t>
                </a:r>
                <a14:m>
                  <m:oMath xmlns:m="http://schemas.openxmlformats.org/officeDocument/2006/math">
                    <m:r>
                      <a:rPr lang="en" sz="1200" b="1" i="1" smtClean="0">
                        <a:solidFill>
                          <a:schemeClr val="l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ranienbaum"/>
                        <a:sym typeface="Oranienbaum"/>
                      </a:rPr>
                      <m:t>×</m:t>
                    </m:r>
                  </m:oMath>
                </a14:m>
                <a:r>
                  <a:rPr lang="en-US" sz="1200" b="1" dirty="0">
                    <a:solidFill>
                      <a:schemeClr val="lt2"/>
                    </a:solidFill>
                    <a:latin typeface="Oranienbaum"/>
                    <a:ea typeface="Oranienbaum"/>
                    <a:cs typeface="Oranienbaum"/>
                    <a:sym typeface="Oranienbaum"/>
                  </a:rPr>
                  <a:t> 86 Features</a:t>
                </a:r>
                <a:endParaRPr sz="1200" b="1" dirty="0">
                  <a:solidFill>
                    <a:schemeClr val="lt2"/>
                  </a:solidFill>
                  <a:latin typeface="Oranienbaum"/>
                  <a:ea typeface="Oranienbaum"/>
                  <a:cs typeface="Oranienbaum"/>
                  <a:sym typeface="Oranienbaum"/>
                </a:endParaRPr>
              </a:p>
            </p:txBody>
          </p:sp>
        </mc:Choice>
        <mc:Fallback xmlns="">
          <p:sp>
            <p:nvSpPr>
              <p:cNvPr id="1226" name="Google Shape;1226;p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9" y="3408397"/>
                <a:ext cx="1704600" cy="984000"/>
              </a:xfrm>
              <a:prstGeom prst="rect">
                <a:avLst/>
              </a:prstGeom>
              <a:blipFill>
                <a:blip r:embed="rId3"/>
                <a:stretch>
                  <a:fillRect l="-1786" r="-17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7" name="Google Shape;1227;p61"/>
          <p:cNvSpPr/>
          <p:nvPr/>
        </p:nvSpPr>
        <p:spPr>
          <a:xfrm>
            <a:off x="2719802" y="3408397"/>
            <a:ext cx="1704600" cy="98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2"/>
                </a:solidFill>
                <a:latin typeface="Oranienbaum"/>
                <a:ea typeface="Oranienbaum"/>
                <a:cs typeface="Oranienbaum"/>
                <a:sym typeface="Oranienbaum"/>
              </a:rPr>
              <a:t>DENSE LAYER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2"/>
                </a:solidFill>
                <a:latin typeface="Oranienbaum"/>
                <a:ea typeface="Oranienbaum"/>
                <a:cs typeface="Oranienbaum"/>
                <a:sym typeface="Oranienbaum"/>
              </a:rPr>
              <a:t>Dimensionality = 256</a:t>
            </a:r>
            <a:endParaRPr sz="1200" b="1" dirty="0">
              <a:solidFill>
                <a:schemeClr val="lt2"/>
              </a:solidFill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1228" name="Google Shape;1228;p61"/>
          <p:cNvSpPr/>
          <p:nvPr/>
        </p:nvSpPr>
        <p:spPr>
          <a:xfrm>
            <a:off x="4719595" y="3408397"/>
            <a:ext cx="1704600" cy="98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lt2"/>
                </a:solidFill>
                <a:latin typeface="Oranienbaum"/>
                <a:ea typeface="Oranienbaum"/>
                <a:cs typeface="Oranienbaum"/>
                <a:sym typeface="Oranienbaum"/>
              </a:rPr>
              <a:t>POSITIONAL ENCODING</a:t>
            </a:r>
            <a:endParaRPr sz="1800" b="1" dirty="0">
              <a:solidFill>
                <a:schemeClr val="lt2"/>
              </a:solidFill>
              <a:latin typeface="Oranienbaum"/>
              <a:ea typeface="Oranienbaum"/>
              <a:cs typeface="Oranienbaum"/>
              <a:sym typeface="Oranienba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9" name="Google Shape;1229;p61"/>
              <p:cNvSpPr/>
              <p:nvPr/>
            </p:nvSpPr>
            <p:spPr>
              <a:xfrm>
                <a:off x="6792345" y="2698278"/>
                <a:ext cx="1704600" cy="984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solidFill>
                      <a:schemeClr val="lt2"/>
                    </a:solidFill>
                    <a:latin typeface="Oranienbaum"/>
                    <a:ea typeface="Oranienbaum"/>
                    <a:cs typeface="Oranienbaum"/>
                    <a:sym typeface="Oranienbaum"/>
                  </a:rPr>
                  <a:t>6</a:t>
                </a:r>
                <a14:m>
                  <m:oMath xmlns:m="http://schemas.openxmlformats.org/officeDocument/2006/math">
                    <m:r>
                      <a:rPr lang="en" sz="1800" b="1" i="1" smtClean="0">
                        <a:solidFill>
                          <a:schemeClr val="l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ranienbaum"/>
                        <a:sym typeface="Oranienbaum"/>
                      </a:rPr>
                      <m:t>×</m:t>
                    </m:r>
                    <m:r>
                      <a:rPr lang="en-US" sz="1800" b="1" i="0" smtClean="0">
                        <a:solidFill>
                          <a:schemeClr val="l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ranienbaum"/>
                        <a:sym typeface="Oranienbaum"/>
                      </a:rPr>
                      <m:t> </m:t>
                    </m:r>
                  </m:oMath>
                </a14:m>
                <a:r>
                  <a:rPr lang="en-US" sz="1800" b="1" dirty="0">
                    <a:solidFill>
                      <a:schemeClr val="lt2"/>
                    </a:solidFill>
                    <a:latin typeface="Oranienbaum"/>
                    <a:ea typeface="Oranienbaum"/>
                    <a:cs typeface="Oranienbaum"/>
                    <a:sym typeface="Oranienbaum"/>
                  </a:rPr>
                  <a:t>TRANSFORMER BLOCK</a:t>
                </a:r>
                <a:endParaRPr sz="1800" b="1" dirty="0">
                  <a:solidFill>
                    <a:schemeClr val="lt2"/>
                  </a:solidFill>
                  <a:latin typeface="Oranienbaum"/>
                  <a:ea typeface="Oranienbaum"/>
                  <a:cs typeface="Oranienbaum"/>
                  <a:sym typeface="Oranienbaum"/>
                </a:endParaRPr>
              </a:p>
            </p:txBody>
          </p:sp>
        </mc:Choice>
        <mc:Fallback xmlns="">
          <p:sp>
            <p:nvSpPr>
              <p:cNvPr id="1229" name="Google Shape;1229;p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345" y="2698278"/>
                <a:ext cx="1704600" cy="984000"/>
              </a:xfrm>
              <a:prstGeom prst="rect">
                <a:avLst/>
              </a:prstGeom>
              <a:blipFill>
                <a:blip r:embed="rId4"/>
                <a:stretch>
                  <a:fillRect r="-2143" b="-62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4" name="Google Shape;1234;p61"/>
          <p:cNvCxnSpPr>
            <a:stCxn id="1226" idx="3"/>
            <a:endCxn id="1227" idx="1"/>
          </p:cNvCxnSpPr>
          <p:nvPr/>
        </p:nvCxnSpPr>
        <p:spPr>
          <a:xfrm>
            <a:off x="2424609" y="3900397"/>
            <a:ext cx="2952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35" name="Google Shape;1235;p61"/>
          <p:cNvCxnSpPr>
            <a:stCxn id="1227" idx="3"/>
            <a:endCxn id="1228" idx="1"/>
          </p:cNvCxnSpPr>
          <p:nvPr/>
        </p:nvCxnSpPr>
        <p:spPr>
          <a:xfrm>
            <a:off x="4424402" y="3900397"/>
            <a:ext cx="2952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36" name="Google Shape;1236;p61"/>
          <p:cNvCxnSpPr>
            <a:stCxn id="1228" idx="3"/>
            <a:endCxn id="1229" idx="1"/>
          </p:cNvCxnSpPr>
          <p:nvPr/>
        </p:nvCxnSpPr>
        <p:spPr>
          <a:xfrm flipV="1">
            <a:off x="6424195" y="3190278"/>
            <a:ext cx="368150" cy="71011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Google Shape;1227;p61">
            <a:extLst>
              <a:ext uri="{FF2B5EF4-FFF2-40B4-BE49-F238E27FC236}">
                <a16:creationId xmlns:a16="http://schemas.microsoft.com/office/drawing/2014/main" id="{79E9C1C3-B2BC-7E48-95B9-223BD1BD9B5C}"/>
              </a:ext>
            </a:extLst>
          </p:cNvPr>
          <p:cNvSpPr/>
          <p:nvPr/>
        </p:nvSpPr>
        <p:spPr>
          <a:xfrm>
            <a:off x="4719595" y="2014995"/>
            <a:ext cx="1704600" cy="984000"/>
          </a:xfrm>
          <a:prstGeom prst="rect">
            <a:avLst/>
          </a:prstGeom>
          <a:solidFill>
            <a:srgbClr val="7199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2"/>
                </a:solidFill>
                <a:latin typeface="Oranienbaum"/>
                <a:ea typeface="Oranienbaum"/>
                <a:cs typeface="Oranienbaum"/>
                <a:sym typeface="Oranienbaum"/>
              </a:rPr>
              <a:t>SEQUENCE MASK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2"/>
                </a:solidFill>
                <a:latin typeface="Oranienbaum"/>
                <a:ea typeface="Oranienbaum"/>
                <a:cs typeface="Oranienbaum"/>
                <a:sym typeface="Oranienbaum"/>
              </a:rPr>
              <a:t>316 Values</a:t>
            </a:r>
            <a:endParaRPr sz="1200" b="1" dirty="0">
              <a:solidFill>
                <a:schemeClr val="lt2"/>
              </a:solidFill>
              <a:latin typeface="Oranienbaum"/>
              <a:ea typeface="Oranienbaum"/>
              <a:cs typeface="Oranienbaum"/>
              <a:sym typeface="Oranienbaum"/>
            </a:endParaRPr>
          </a:p>
        </p:txBody>
      </p:sp>
      <p:cxnSp>
        <p:nvCxnSpPr>
          <p:cNvPr id="17" name="Google Shape;1236;p61">
            <a:extLst>
              <a:ext uri="{FF2B5EF4-FFF2-40B4-BE49-F238E27FC236}">
                <a16:creationId xmlns:a16="http://schemas.microsoft.com/office/drawing/2014/main" id="{1272B584-0C12-D56D-4620-1F823BD98C45}"/>
              </a:ext>
            </a:extLst>
          </p:cNvPr>
          <p:cNvCxnSpPr>
            <a:cxnSpLocks/>
            <a:stCxn id="4" idx="3"/>
            <a:endCxn id="1229" idx="1"/>
          </p:cNvCxnSpPr>
          <p:nvPr/>
        </p:nvCxnSpPr>
        <p:spPr>
          <a:xfrm>
            <a:off x="6424195" y="2506995"/>
            <a:ext cx="368150" cy="68328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Google Shape;1235;p61">
            <a:extLst>
              <a:ext uri="{FF2B5EF4-FFF2-40B4-BE49-F238E27FC236}">
                <a16:creationId xmlns:a16="http://schemas.microsoft.com/office/drawing/2014/main" id="{78493ED7-5FA2-280D-2CC2-4DF9DD6EFC6C}"/>
              </a:ext>
            </a:extLst>
          </p:cNvPr>
          <p:cNvCxnSpPr>
            <a:cxnSpLocks/>
          </p:cNvCxnSpPr>
          <p:nvPr/>
        </p:nvCxnSpPr>
        <p:spPr>
          <a:xfrm>
            <a:off x="8496945" y="3183021"/>
            <a:ext cx="108974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6C9882E-451D-2521-6577-63EE0B91539B}"/>
              </a:ext>
            </a:extLst>
          </p:cNvPr>
          <p:cNvGrpSpPr>
            <a:grpSpLocks noChangeAspect="1"/>
          </p:cNvGrpSpPr>
          <p:nvPr/>
        </p:nvGrpSpPr>
        <p:grpSpPr>
          <a:xfrm>
            <a:off x="963042" y="683543"/>
            <a:ext cx="3098526" cy="2103120"/>
            <a:chOff x="632298" y="471794"/>
            <a:chExt cx="3891064" cy="2641052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CA21E9CA-F7D9-716E-44D1-8C21683AE12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32298" y="471794"/>
              <a:ext cx="3891064" cy="2641052"/>
              <a:chOff x="632298" y="218876"/>
              <a:chExt cx="3891064" cy="2641052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DA34DE54-0915-02BF-B8BE-CE9E514D24CF}"/>
                  </a:ext>
                </a:extLst>
              </p:cNvPr>
              <p:cNvSpPr/>
              <p:nvPr/>
            </p:nvSpPr>
            <p:spPr>
              <a:xfrm>
                <a:off x="632298" y="218876"/>
                <a:ext cx="3891064" cy="2641052"/>
              </a:xfrm>
              <a:prstGeom prst="rect">
                <a:avLst/>
              </a:prstGeom>
              <a:solidFill>
                <a:srgbClr val="F7F0E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Google Shape;1226;p61">
                <a:extLst>
                  <a:ext uri="{FF2B5EF4-FFF2-40B4-BE49-F238E27FC236}">
                    <a16:creationId xmlns:a16="http://schemas.microsoft.com/office/drawing/2014/main" id="{93057D5A-600A-6992-82FE-463A79BE3BBC}"/>
                  </a:ext>
                </a:extLst>
              </p:cNvPr>
              <p:cNvSpPr/>
              <p:nvPr/>
            </p:nvSpPr>
            <p:spPr>
              <a:xfrm>
                <a:off x="720009" y="658117"/>
                <a:ext cx="1704600" cy="984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 dirty="0">
                    <a:solidFill>
                      <a:schemeClr val="lt2"/>
                    </a:solidFill>
                    <a:latin typeface="Oranienbaum"/>
                    <a:ea typeface="Oranienbaum"/>
                    <a:cs typeface="Oranienbaum"/>
                    <a:sym typeface="Oranienbaum"/>
                  </a:rPr>
                  <a:t>MULTI-HEAD ATTENTION</a:t>
                </a: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lt2"/>
                    </a:solidFill>
                    <a:latin typeface="Oranienbaum"/>
                    <a:ea typeface="Oranienbaum"/>
                    <a:cs typeface="Oranienbaum"/>
                    <a:sym typeface="Oranienbaum"/>
                  </a:rPr>
                  <a:t>6 Heads</a:t>
                </a:r>
                <a:endParaRPr sz="1050" b="1" dirty="0">
                  <a:solidFill>
                    <a:schemeClr val="lt2"/>
                  </a:solidFill>
                  <a:latin typeface="Oranienbaum"/>
                  <a:ea typeface="Oranienbaum"/>
                  <a:cs typeface="Oranienbaum"/>
                  <a:sym typeface="Oranienbaum"/>
                </a:endParaRPr>
              </a:p>
            </p:txBody>
          </p:sp>
          <p:sp>
            <p:nvSpPr>
              <p:cNvPr id="34" name="Google Shape;1227;p61">
                <a:extLst>
                  <a:ext uri="{FF2B5EF4-FFF2-40B4-BE49-F238E27FC236}">
                    <a16:creationId xmlns:a16="http://schemas.microsoft.com/office/drawing/2014/main" id="{B152A690-A37E-BDB5-14AC-D396F9802F07}"/>
                  </a:ext>
                </a:extLst>
              </p:cNvPr>
              <p:cNvSpPr/>
              <p:nvPr/>
            </p:nvSpPr>
            <p:spPr>
              <a:xfrm>
                <a:off x="720009" y="1803129"/>
                <a:ext cx="1704600" cy="984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b="1" i="0" dirty="0">
                    <a:solidFill>
                      <a:srgbClr val="F7F0E0"/>
                    </a:solidFill>
                    <a:effectLst/>
                    <a:latin typeface="Oranienbaum" panose="02000506080000020003" pitchFamily="2" charset="0"/>
                    <a:ea typeface="Oranienbaum" panose="02000506080000020003" pitchFamily="2" charset="0"/>
                    <a:cs typeface="Oranienbaum" panose="02000506080000020003" pitchFamily="2" charset="0"/>
                  </a:rPr>
                  <a:t>LAYER NORMALIZATION</a:t>
                </a:r>
                <a:endParaRPr lang="en-US" sz="1100" dirty="0">
                  <a:effectLst/>
                </a:endParaRPr>
              </a:p>
            </p:txBody>
          </p:sp>
          <p:sp>
            <p:nvSpPr>
              <p:cNvPr id="35" name="Google Shape;1228;p61">
                <a:extLst>
                  <a:ext uri="{FF2B5EF4-FFF2-40B4-BE49-F238E27FC236}">
                    <a16:creationId xmlns:a16="http://schemas.microsoft.com/office/drawing/2014/main" id="{E6089B8C-BBCE-4C41-F4AD-DE4A34E150E2}"/>
                  </a:ext>
                </a:extLst>
              </p:cNvPr>
              <p:cNvSpPr/>
              <p:nvPr/>
            </p:nvSpPr>
            <p:spPr>
              <a:xfrm>
                <a:off x="2719802" y="1804026"/>
                <a:ext cx="1704600" cy="984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 dirty="0">
                    <a:solidFill>
                      <a:schemeClr val="lt2"/>
                    </a:solidFill>
                    <a:latin typeface="Oranienbaum"/>
                    <a:ea typeface="Oranienbaum"/>
                    <a:cs typeface="Oranienbaum"/>
                    <a:sym typeface="Oranienbaum"/>
                  </a:rPr>
                  <a:t>FEED FORWARD NETWORK</a:t>
                </a: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50" b="1" dirty="0">
                    <a:solidFill>
                      <a:schemeClr val="lt2"/>
                    </a:solidFill>
                    <a:latin typeface="Oranienbaum"/>
                    <a:ea typeface="Oranienbaum"/>
                    <a:cs typeface="Oranienbaum"/>
                    <a:sym typeface="Oranienbaum"/>
                  </a:rPr>
                  <a:t>512 Units</a:t>
                </a:r>
                <a:endParaRPr lang="en" b="1" dirty="0">
                  <a:solidFill>
                    <a:schemeClr val="lt2"/>
                  </a:solidFill>
                  <a:latin typeface="Oranienbaum"/>
                  <a:ea typeface="Oranienbaum"/>
                  <a:cs typeface="Oranienbaum"/>
                  <a:sym typeface="Oranienbaum"/>
                </a:endParaRPr>
              </a:p>
            </p:txBody>
          </p:sp>
          <p:sp>
            <p:nvSpPr>
              <p:cNvPr id="38" name="Google Shape;1227;p61">
                <a:extLst>
                  <a:ext uri="{FF2B5EF4-FFF2-40B4-BE49-F238E27FC236}">
                    <a16:creationId xmlns:a16="http://schemas.microsoft.com/office/drawing/2014/main" id="{6471748A-91AF-6A3D-3BA1-EB51637A1B24}"/>
                  </a:ext>
                </a:extLst>
              </p:cNvPr>
              <p:cNvSpPr/>
              <p:nvPr/>
            </p:nvSpPr>
            <p:spPr>
              <a:xfrm>
                <a:off x="2719802" y="658117"/>
                <a:ext cx="1704599" cy="984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b="1" i="0" dirty="0">
                    <a:solidFill>
                      <a:srgbClr val="F7F0E0"/>
                    </a:solidFill>
                    <a:effectLst/>
                    <a:latin typeface="Oranienbaum" panose="02000506080000020003" pitchFamily="2" charset="0"/>
                    <a:ea typeface="Oranienbaum" panose="02000506080000020003" pitchFamily="2" charset="0"/>
                    <a:cs typeface="Oranienbaum" panose="02000506080000020003" pitchFamily="2" charset="0"/>
                  </a:rPr>
                  <a:t>LAYER NORMALIZATION</a:t>
                </a:r>
                <a:endParaRPr lang="en-US" sz="1100" dirty="0">
                  <a:effectLst/>
                </a:endParaRPr>
              </a:p>
            </p:txBody>
          </p:sp>
          <p:cxnSp>
            <p:nvCxnSpPr>
              <p:cNvPr id="39" name="Google Shape;1234;p61">
                <a:extLst>
                  <a:ext uri="{FF2B5EF4-FFF2-40B4-BE49-F238E27FC236}">
                    <a16:creationId xmlns:a16="http://schemas.microsoft.com/office/drawing/2014/main" id="{0EFCE6D5-C2B7-EC9A-D09F-5EEA3DF18A1D}"/>
                  </a:ext>
                </a:extLst>
              </p:cNvPr>
              <p:cNvCxnSpPr>
                <a:cxnSpLocks/>
                <a:stCxn id="33" idx="2"/>
                <a:endCxn id="34" idx="0"/>
              </p:cNvCxnSpPr>
              <p:nvPr/>
            </p:nvCxnSpPr>
            <p:spPr>
              <a:xfrm>
                <a:off x="1572309" y="1642117"/>
                <a:ext cx="0" cy="161012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2" name="Google Shape;1234;p61">
                <a:extLst>
                  <a:ext uri="{FF2B5EF4-FFF2-40B4-BE49-F238E27FC236}">
                    <a16:creationId xmlns:a16="http://schemas.microsoft.com/office/drawing/2014/main" id="{FB69EF74-5932-CD09-8C6F-C3537C1DB706}"/>
                  </a:ext>
                </a:extLst>
              </p:cNvPr>
              <p:cNvCxnSpPr>
                <a:cxnSpLocks/>
                <a:stCxn id="34" idx="3"/>
                <a:endCxn id="35" idx="1"/>
              </p:cNvCxnSpPr>
              <p:nvPr/>
            </p:nvCxnSpPr>
            <p:spPr>
              <a:xfrm>
                <a:off x="2424609" y="2295129"/>
                <a:ext cx="295193" cy="897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5" name="Google Shape;1234;p61">
                <a:extLst>
                  <a:ext uri="{FF2B5EF4-FFF2-40B4-BE49-F238E27FC236}">
                    <a16:creationId xmlns:a16="http://schemas.microsoft.com/office/drawing/2014/main" id="{008C71B5-3C81-321A-F3F1-0F7591B03795}"/>
                  </a:ext>
                </a:extLst>
              </p:cNvPr>
              <p:cNvCxnSpPr>
                <a:cxnSpLocks/>
                <a:stCxn id="35" idx="0"/>
                <a:endCxn id="38" idx="2"/>
              </p:cNvCxnSpPr>
              <p:nvPr/>
            </p:nvCxnSpPr>
            <p:spPr>
              <a:xfrm flipV="1">
                <a:off x="3572102" y="1642117"/>
                <a:ext cx="0" cy="161909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C21CF43-E10D-B7AD-DB3E-4EA8CEA23251}"/>
                </a:ext>
              </a:extLst>
            </p:cNvPr>
            <p:cNvSpPr txBox="1"/>
            <p:nvPr/>
          </p:nvSpPr>
          <p:spPr>
            <a:xfrm>
              <a:off x="1719906" y="533559"/>
              <a:ext cx="1704599" cy="347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schemeClr val="dk1"/>
                </a:buClr>
                <a:buSzPts val="1600"/>
              </a:pPr>
              <a:r>
                <a:rPr lang="en-US" sz="1200" dirty="0">
                  <a:solidFill>
                    <a:schemeClr val="dk1"/>
                  </a:solidFill>
                  <a:latin typeface="Anaheim"/>
                  <a:sym typeface="Anaheim"/>
                </a:rPr>
                <a:t>Transformer Block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912037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3">
          <a:extLst>
            <a:ext uri="{FF2B5EF4-FFF2-40B4-BE49-F238E27FC236}">
              <a16:creationId xmlns:a16="http://schemas.microsoft.com/office/drawing/2014/main" id="{D6C7D83D-83B0-CCDC-07D3-588F10341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543;p43">
            <a:extLst>
              <a:ext uri="{FF2B5EF4-FFF2-40B4-BE49-F238E27FC236}">
                <a16:creationId xmlns:a16="http://schemas.microsoft.com/office/drawing/2014/main" id="{511DC4D3-7C7B-ED2A-5824-DFD2DA18CA7C}"/>
              </a:ext>
            </a:extLst>
          </p:cNvPr>
          <p:cNvSpPr/>
          <p:nvPr/>
        </p:nvSpPr>
        <p:spPr>
          <a:xfrm>
            <a:off x="6750742" y="328073"/>
            <a:ext cx="1746196" cy="4380130"/>
          </a:xfrm>
          <a:custGeom>
            <a:avLst/>
            <a:gdLst/>
            <a:ahLst/>
            <a:cxnLst/>
            <a:rect l="l" t="t" r="r" b="b"/>
            <a:pathLst>
              <a:path w="16063" h="40711" extrusionOk="0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6" name="Google Shape;1226;p61">
            <a:extLst>
              <a:ext uri="{FF2B5EF4-FFF2-40B4-BE49-F238E27FC236}">
                <a16:creationId xmlns:a16="http://schemas.microsoft.com/office/drawing/2014/main" id="{4DC4DD4E-63AC-C157-8F24-C79E62C5B10D}"/>
              </a:ext>
            </a:extLst>
          </p:cNvPr>
          <p:cNvSpPr/>
          <p:nvPr/>
        </p:nvSpPr>
        <p:spPr>
          <a:xfrm>
            <a:off x="720000" y="2692482"/>
            <a:ext cx="1704600" cy="98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2"/>
                </a:solidFill>
                <a:latin typeface="Oranienbaum"/>
                <a:ea typeface="Oranienbaum"/>
                <a:cs typeface="Oranienbaum"/>
                <a:sym typeface="Oranienbaum"/>
              </a:rPr>
              <a:t>GLOBAL AVERAGE POOLING</a:t>
            </a:r>
          </a:p>
        </p:txBody>
      </p:sp>
      <p:sp>
        <p:nvSpPr>
          <p:cNvPr id="1227" name="Google Shape;1227;p61">
            <a:extLst>
              <a:ext uri="{FF2B5EF4-FFF2-40B4-BE49-F238E27FC236}">
                <a16:creationId xmlns:a16="http://schemas.microsoft.com/office/drawing/2014/main" id="{A7719386-1CAE-EF01-E919-D3DC482A4666}"/>
              </a:ext>
            </a:extLst>
          </p:cNvPr>
          <p:cNvSpPr/>
          <p:nvPr/>
        </p:nvSpPr>
        <p:spPr>
          <a:xfrm>
            <a:off x="2719793" y="2026138"/>
            <a:ext cx="1704600" cy="98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2"/>
                </a:solidFill>
                <a:latin typeface="Oranienbaum"/>
                <a:ea typeface="Oranienbaum"/>
                <a:cs typeface="Oranienbaum"/>
                <a:sym typeface="Oranienbaum"/>
              </a:rPr>
              <a:t>DENSE LAYER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2"/>
                </a:solidFill>
                <a:latin typeface="Oranienbaum"/>
                <a:ea typeface="Oranienbaum"/>
                <a:cs typeface="Oranienbaum"/>
                <a:sym typeface="Oranienbaum"/>
              </a:rPr>
              <a:t>128 Units, </a:t>
            </a:r>
            <a:r>
              <a:rPr lang="en-US" sz="1200" b="1" dirty="0" err="1">
                <a:solidFill>
                  <a:schemeClr val="lt2"/>
                </a:solidFill>
                <a:latin typeface="Oranienbaum"/>
                <a:ea typeface="Oranienbaum"/>
                <a:cs typeface="Oranienbaum"/>
                <a:sym typeface="Oranienbaum"/>
              </a:rPr>
              <a:t>ReLU</a:t>
            </a:r>
            <a:endParaRPr sz="1200" b="1" dirty="0">
              <a:solidFill>
                <a:schemeClr val="lt2"/>
              </a:solidFill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1228" name="Google Shape;1228;p61">
            <a:extLst>
              <a:ext uri="{FF2B5EF4-FFF2-40B4-BE49-F238E27FC236}">
                <a16:creationId xmlns:a16="http://schemas.microsoft.com/office/drawing/2014/main" id="{D43B6FE3-B431-8BCE-504A-048CAE5207C4}"/>
              </a:ext>
            </a:extLst>
          </p:cNvPr>
          <p:cNvSpPr/>
          <p:nvPr/>
        </p:nvSpPr>
        <p:spPr>
          <a:xfrm>
            <a:off x="4719586" y="2026138"/>
            <a:ext cx="1704600" cy="98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lt2"/>
                </a:solidFill>
                <a:latin typeface="Oranienbaum"/>
                <a:ea typeface="Oranienbaum"/>
                <a:cs typeface="Oranienbaum"/>
                <a:sym typeface="Oranienbaum"/>
              </a:rPr>
              <a:t>OUTPUT LAYER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2"/>
                </a:solidFill>
                <a:latin typeface="Oranienbaum"/>
                <a:ea typeface="Oranienbaum"/>
                <a:cs typeface="Oranienbaum"/>
                <a:sym typeface="Oranienbaum"/>
              </a:rPr>
              <a:t>2 Units, Linear</a:t>
            </a:r>
            <a:endParaRPr sz="1200" b="1" dirty="0">
              <a:solidFill>
                <a:schemeClr val="lt2"/>
              </a:solidFill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1229" name="Google Shape;1229;p61">
            <a:extLst>
              <a:ext uri="{FF2B5EF4-FFF2-40B4-BE49-F238E27FC236}">
                <a16:creationId xmlns:a16="http://schemas.microsoft.com/office/drawing/2014/main" id="{B174A5EE-0ACA-C196-B5E0-5B72E22A7297}"/>
              </a:ext>
            </a:extLst>
          </p:cNvPr>
          <p:cNvSpPr/>
          <p:nvPr/>
        </p:nvSpPr>
        <p:spPr>
          <a:xfrm>
            <a:off x="6792345" y="2026138"/>
            <a:ext cx="1704600" cy="98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lt2"/>
                </a:solidFill>
                <a:latin typeface="Oranienbaum"/>
                <a:ea typeface="Oranienbaum"/>
                <a:cs typeface="Oranienbaum"/>
                <a:sym typeface="Oranienbaum"/>
              </a:rPr>
              <a:t>ELO PREDICTION</a:t>
            </a:r>
          </a:p>
        </p:txBody>
      </p:sp>
      <p:cxnSp>
        <p:nvCxnSpPr>
          <p:cNvPr id="1234" name="Google Shape;1234;p61">
            <a:extLst>
              <a:ext uri="{FF2B5EF4-FFF2-40B4-BE49-F238E27FC236}">
                <a16:creationId xmlns:a16="http://schemas.microsoft.com/office/drawing/2014/main" id="{2C98298E-6A8D-0AE9-6D33-2625D9012B1B}"/>
              </a:ext>
            </a:extLst>
          </p:cNvPr>
          <p:cNvCxnSpPr>
            <a:cxnSpLocks/>
            <a:stCxn id="1226" idx="3"/>
            <a:endCxn id="1227" idx="1"/>
          </p:cNvCxnSpPr>
          <p:nvPr/>
        </p:nvCxnSpPr>
        <p:spPr>
          <a:xfrm flipV="1">
            <a:off x="2424600" y="2518138"/>
            <a:ext cx="295193" cy="66634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35" name="Google Shape;1235;p61">
            <a:extLst>
              <a:ext uri="{FF2B5EF4-FFF2-40B4-BE49-F238E27FC236}">
                <a16:creationId xmlns:a16="http://schemas.microsoft.com/office/drawing/2014/main" id="{212C590D-E695-5B00-3238-6017842F56C6}"/>
              </a:ext>
            </a:extLst>
          </p:cNvPr>
          <p:cNvCxnSpPr>
            <a:cxnSpLocks/>
            <a:stCxn id="1227" idx="3"/>
            <a:endCxn id="1228" idx="1"/>
          </p:cNvCxnSpPr>
          <p:nvPr/>
        </p:nvCxnSpPr>
        <p:spPr>
          <a:xfrm>
            <a:off x="4424393" y="2518138"/>
            <a:ext cx="2952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" name="Google Shape;1234;p61">
            <a:extLst>
              <a:ext uri="{FF2B5EF4-FFF2-40B4-BE49-F238E27FC236}">
                <a16:creationId xmlns:a16="http://schemas.microsoft.com/office/drawing/2014/main" id="{E5725355-7317-F9DF-3049-6C3E9DF114F8}"/>
              </a:ext>
            </a:extLst>
          </p:cNvPr>
          <p:cNvCxnSpPr>
            <a:cxnSpLocks/>
            <a:endCxn id="1226" idx="1"/>
          </p:cNvCxnSpPr>
          <p:nvPr/>
        </p:nvCxnSpPr>
        <p:spPr>
          <a:xfrm>
            <a:off x="-674914" y="3184482"/>
            <a:ext cx="1394914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Google Shape;1226;p61">
            <a:extLst>
              <a:ext uri="{FF2B5EF4-FFF2-40B4-BE49-F238E27FC236}">
                <a16:creationId xmlns:a16="http://schemas.microsoft.com/office/drawing/2014/main" id="{02E604FC-11C6-ED97-1A1D-971C3BE2E88D}"/>
              </a:ext>
            </a:extLst>
          </p:cNvPr>
          <p:cNvSpPr/>
          <p:nvPr/>
        </p:nvSpPr>
        <p:spPr>
          <a:xfrm>
            <a:off x="720000" y="1216483"/>
            <a:ext cx="1704600" cy="98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2"/>
                </a:solidFill>
                <a:latin typeface="Oranienbaum"/>
                <a:ea typeface="Oranienbaum"/>
                <a:cs typeface="Oranienbaum"/>
                <a:sym typeface="Oranienbaum"/>
              </a:rPr>
              <a:t>GAME METADATA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lt2"/>
                </a:solidFill>
                <a:latin typeface="Oranienbaum"/>
                <a:ea typeface="Oranienbaum"/>
                <a:cs typeface="Oranienbaum"/>
                <a:sym typeface="Oranienbaum"/>
              </a:rPr>
              <a:t>8 Features</a:t>
            </a:r>
          </a:p>
        </p:txBody>
      </p:sp>
      <p:cxnSp>
        <p:nvCxnSpPr>
          <p:cNvPr id="10" name="Google Shape;1234;p61">
            <a:extLst>
              <a:ext uri="{FF2B5EF4-FFF2-40B4-BE49-F238E27FC236}">
                <a16:creationId xmlns:a16="http://schemas.microsoft.com/office/drawing/2014/main" id="{A9824F9B-53D4-A02F-5FF3-8ADA468A2033}"/>
              </a:ext>
            </a:extLst>
          </p:cNvPr>
          <p:cNvCxnSpPr>
            <a:cxnSpLocks/>
            <a:stCxn id="8" idx="3"/>
            <a:endCxn id="1227" idx="1"/>
          </p:cNvCxnSpPr>
          <p:nvPr/>
        </p:nvCxnSpPr>
        <p:spPr>
          <a:xfrm>
            <a:off x="2424600" y="1708483"/>
            <a:ext cx="295193" cy="80965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Google Shape;1235;p61">
            <a:extLst>
              <a:ext uri="{FF2B5EF4-FFF2-40B4-BE49-F238E27FC236}">
                <a16:creationId xmlns:a16="http://schemas.microsoft.com/office/drawing/2014/main" id="{624C174E-DC23-73A7-A9C2-32DAD10D3A72}"/>
              </a:ext>
            </a:extLst>
          </p:cNvPr>
          <p:cNvCxnSpPr>
            <a:cxnSpLocks/>
            <a:stCxn id="1228" idx="3"/>
            <a:endCxn id="1229" idx="1"/>
          </p:cNvCxnSpPr>
          <p:nvPr/>
        </p:nvCxnSpPr>
        <p:spPr>
          <a:xfrm>
            <a:off x="6424186" y="2518138"/>
            <a:ext cx="36815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2584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>
          <a:extLst>
            <a:ext uri="{FF2B5EF4-FFF2-40B4-BE49-F238E27FC236}">
              <a16:creationId xmlns:a16="http://schemas.microsoft.com/office/drawing/2014/main" id="{A7EBA43E-0119-6B82-05C5-E2CF1E25D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6">
            <a:extLst>
              <a:ext uri="{FF2B5EF4-FFF2-40B4-BE49-F238E27FC236}">
                <a16:creationId xmlns:a16="http://schemas.microsoft.com/office/drawing/2014/main" id="{A6D2294C-5CB6-2A4B-D035-374213817C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23652" y="2657775"/>
            <a:ext cx="4151954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</a:t>
            </a:r>
            <a:endParaRPr dirty="0"/>
          </a:p>
        </p:txBody>
      </p:sp>
      <p:sp>
        <p:nvSpPr>
          <p:cNvPr id="365" name="Google Shape;365;p36">
            <a:extLst>
              <a:ext uri="{FF2B5EF4-FFF2-40B4-BE49-F238E27FC236}">
                <a16:creationId xmlns:a16="http://schemas.microsoft.com/office/drawing/2014/main" id="{C6656419-4807-1512-E3CD-B4191CC8ECC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140600" y="3499575"/>
            <a:ext cx="2544900" cy="7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Results, Conclusion &amp; Future Scope</a:t>
            </a:r>
          </a:p>
        </p:txBody>
      </p:sp>
      <p:sp>
        <p:nvSpPr>
          <p:cNvPr id="366" name="Google Shape;366;p36">
            <a:extLst>
              <a:ext uri="{FF2B5EF4-FFF2-40B4-BE49-F238E27FC236}">
                <a16:creationId xmlns:a16="http://schemas.microsoft.com/office/drawing/2014/main" id="{D7895BCD-5AE9-82F7-F32F-9A4DD8EB501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820350" y="887025"/>
            <a:ext cx="31854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367" name="Google Shape;367;p36">
            <a:extLst>
              <a:ext uri="{FF2B5EF4-FFF2-40B4-BE49-F238E27FC236}">
                <a16:creationId xmlns:a16="http://schemas.microsoft.com/office/drawing/2014/main" id="{E34D0FD7-6939-AF10-5CF1-12C150EBFF58}"/>
              </a:ext>
            </a:extLst>
          </p:cNvPr>
          <p:cNvGrpSpPr/>
          <p:nvPr/>
        </p:nvGrpSpPr>
        <p:grpSpPr>
          <a:xfrm>
            <a:off x="5196100" y="1779225"/>
            <a:ext cx="2433900" cy="179100"/>
            <a:chOff x="5196100" y="2297550"/>
            <a:chExt cx="2433900" cy="179100"/>
          </a:xfrm>
        </p:grpSpPr>
        <p:sp>
          <p:nvSpPr>
            <p:cNvPr id="368" name="Google Shape;368;p36">
              <a:extLst>
                <a:ext uri="{FF2B5EF4-FFF2-40B4-BE49-F238E27FC236}">
                  <a16:creationId xmlns:a16="http://schemas.microsoft.com/office/drawing/2014/main" id="{6618946E-DEDB-C910-9B99-9826E39D6288}"/>
                </a:ext>
              </a:extLst>
            </p:cNvPr>
            <p:cNvSpPr/>
            <p:nvPr/>
          </p:nvSpPr>
          <p:spPr>
            <a:xfrm>
              <a:off x="5196100" y="2297550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6">
              <a:extLst>
                <a:ext uri="{FF2B5EF4-FFF2-40B4-BE49-F238E27FC236}">
                  <a16:creationId xmlns:a16="http://schemas.microsoft.com/office/drawing/2014/main" id="{5E1477F9-A132-C3F6-0C63-67A53C7988E9}"/>
                </a:ext>
              </a:extLst>
            </p:cNvPr>
            <p:cNvSpPr/>
            <p:nvPr/>
          </p:nvSpPr>
          <p:spPr>
            <a:xfrm>
              <a:off x="7450900" y="2297550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836154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>
          <a:extLst>
            <a:ext uri="{FF2B5EF4-FFF2-40B4-BE49-F238E27FC236}">
              <a16:creationId xmlns:a16="http://schemas.microsoft.com/office/drawing/2014/main" id="{02622CA8-7F6C-0F91-6484-2343B689E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52">
            <a:extLst>
              <a:ext uri="{FF2B5EF4-FFF2-40B4-BE49-F238E27FC236}">
                <a16:creationId xmlns:a16="http://schemas.microsoft.com/office/drawing/2014/main" id="{F60F6B36-A7AB-FAA9-BD9C-59CD55FBBA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METRICS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11" name="Google Shape;711;p52">
                <a:extLst>
                  <a:ext uri="{FF2B5EF4-FFF2-40B4-BE49-F238E27FC236}">
                    <a16:creationId xmlns:a16="http://schemas.microsoft.com/office/drawing/2014/main" id="{4FDED7B2-3004-59D0-006C-8B8A7BA6C12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144897156"/>
                  </p:ext>
                </p:extLst>
              </p:nvPr>
            </p:nvGraphicFramePr>
            <p:xfrm>
              <a:off x="720000" y="1297475"/>
              <a:ext cx="7704000" cy="3303905"/>
            </p:xfrm>
            <a:graphic>
              <a:graphicData uri="http://schemas.openxmlformats.org/drawingml/2006/table">
                <a:tbl>
                  <a:tblPr>
                    <a:noFill/>
                    <a:tableStyleId>{782E89C0-04BC-4102-A76D-A2C8BBAC4593}</a:tableStyleId>
                  </a:tblPr>
                  <a:tblGrid>
                    <a:gridCol w="17951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568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63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630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926000">
                      <a:extLst>
                        <a:ext uri="{9D8B030D-6E8A-4147-A177-3AD203B41FA5}">
                          <a16:colId xmlns:a16="http://schemas.microsoft.com/office/drawing/2014/main" val="297790834"/>
                        </a:ext>
                      </a:extLst>
                    </a:gridCol>
                  </a:tblGrid>
                  <a:tr h="526675">
                    <a:tc rowSpan="3"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dk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600" b="1" dirty="0">
                              <a:solidFill>
                                <a:schemeClr val="lt2"/>
                              </a:solidFill>
                              <a:latin typeface="Oranienbaum"/>
                              <a:ea typeface="Oranienbaum"/>
                              <a:cs typeface="Oranienbaum"/>
                              <a:sym typeface="Oranienbaum"/>
                            </a:rPr>
                            <a:t>MODEL:</a:t>
                          </a:r>
                          <a:endParaRPr sz="1600" b="1" dirty="0">
                            <a:solidFill>
                              <a:schemeClr val="lt2"/>
                            </a:solidFill>
                            <a:latin typeface="Oranienbaum"/>
                            <a:ea typeface="Oranienbaum"/>
                            <a:cs typeface="Oranienbaum"/>
                            <a:sym typeface="Oranienbaum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dk1"/>
                              </a:solidFill>
                              <a:latin typeface="Anaheim"/>
                              <a:ea typeface="Anaheim"/>
                              <a:cs typeface="Anaheim"/>
                              <a:sym typeface="Anaheim"/>
                            </a:rPr>
                            <a:t>Encoder-Only Transformer and Dense Layer</a:t>
                          </a:r>
                          <a:endParaRPr sz="1600" dirty="0">
                            <a:solidFill>
                              <a:schemeClr val="dk1"/>
                            </a:solidFill>
                            <a:latin typeface="Anaheim"/>
                            <a:ea typeface="Anaheim"/>
                            <a:cs typeface="Anaheim"/>
                            <a:sym typeface="Anaheim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26675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600" b="1" dirty="0">
                              <a:solidFill>
                                <a:schemeClr val="lt2"/>
                              </a:solidFill>
                              <a:latin typeface="Oranienbaum"/>
                              <a:ea typeface="Oranienbaum"/>
                              <a:cs typeface="Oranienbaum"/>
                              <a:sym typeface="Oranienbaum"/>
                            </a:rPr>
                            <a:t>HYPERPARAMETERS:</a:t>
                          </a:r>
                          <a:endParaRPr sz="1600" b="1" dirty="0">
                            <a:solidFill>
                              <a:schemeClr val="lt2"/>
                            </a:solidFill>
                            <a:latin typeface="Oranienbaum"/>
                            <a:sym typeface="Oranienbaum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6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523E3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sym typeface="Oranienbaum"/>
                                  </a:rPr>
                                  <m:t>𝑛𝑢𝑚</m:t>
                                </m:r>
                                <m:r>
                                  <a:rPr kumimoji="0" lang="en-US" sz="16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523E3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sym typeface="Oranienbaum"/>
                                  </a:rPr>
                                  <m:t>_</m:t>
                                </m:r>
                                <m:r>
                                  <a:rPr kumimoji="0" lang="en-US" sz="16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523E3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sym typeface="Oranienbaum"/>
                                  </a:rPr>
                                  <m:t>h𝑒𝑎𝑑</m:t>
                                </m:r>
                                <m:r>
                                  <a:rPr kumimoji="0" lang="en-US" sz="16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523E3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sym typeface="Oranienbaum"/>
                                  </a:rPr>
                                  <m:t>=6</m:t>
                                </m:r>
                              </m:oMath>
                            </m:oMathPara>
                          </a14:m>
                          <a:endParaRPr kumimoji="0" lang="en-US" sz="1600" b="0" i="1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523E3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/>
                            <a:sym typeface="Oranienbaum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600" b="0" i="1" u="none" strike="noStrike" cap="none" noProof="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Oranienbaum"/>
                            </a:rPr>
                            <a:t>ff_dim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16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523E3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Oranienbaum"/>
                                </a:rPr>
                                <m:t>=512</m:t>
                              </m:r>
                            </m:oMath>
                          </a14:m>
                          <a:endParaRPr kumimoji="0" lang="en-US" sz="1600" b="0" i="1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523E3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/>
                            <a:sym typeface="Oranienbaum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26675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trike="noStrike" cap="none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Anaheim"/>
                                    <a:cs typeface="Anaheim"/>
                                    <a:sym typeface="Oranienbaum"/>
                                  </a:rPr>
                                  <m:t>      </m:t>
                                </m:r>
                                <m:r>
                                  <a:rPr lang="en-US" sz="1600" b="0" i="1" u="none" strike="noStrike" cap="none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Anaheim"/>
                                    <a:cs typeface="Anaheim"/>
                                    <a:sym typeface="Oranienbaum"/>
                                  </a:rPr>
                                  <m:t>𝑔</m:t>
                                </m:r>
                                <m:d>
                                  <m:dPr>
                                    <m:ctrlPr>
                                      <a:rPr lang="en-US" sz="1600" b="0" i="1" u="none" strike="noStrike" cap="none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Anaheim"/>
                                        <a:cs typeface="Anaheim"/>
                                        <a:sym typeface="Oranienbaum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u="none" strike="noStrike" cap="none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Anaheim"/>
                                        <a:cs typeface="Anaheim"/>
                                        <a:sym typeface="Oranienbaum"/>
                                      </a:rPr>
                                      <m:t>𝑧</m:t>
                                    </m:r>
                                  </m:e>
                                </m:d>
                                <m:r>
                                  <a:rPr lang="en-US" sz="1600" b="0" i="1" u="none" strike="noStrike" cap="none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Anaheim"/>
                                    <a:cs typeface="Anaheim"/>
                                    <a:sym typeface="Oranienbaum"/>
                                  </a:rPr>
                                  <m:t>=</m:t>
                                </m:r>
                                <m:r>
                                  <a:rPr lang="en-US" sz="1600" b="0" i="1" u="none" strike="noStrike" cap="none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Anaheim"/>
                                    <a:cs typeface="Anaheim"/>
                                    <a:sym typeface="Oranienbaum"/>
                                  </a:rPr>
                                  <m:t>𝑅𝑒𝐿𝑈</m:t>
                                </m:r>
                              </m:oMath>
                            </m:oMathPara>
                          </a14:m>
                          <a:endParaRPr sz="1600" b="0" i="0" u="none" strike="noStrike" cap="none" dirty="0">
                            <a:solidFill>
                              <a:schemeClr val="dk1"/>
                            </a:solidFill>
                            <a:latin typeface="Anaheim"/>
                            <a:ea typeface="Anaheim"/>
                            <a:cs typeface="Anaheim"/>
                            <a:sym typeface="Oranienbaum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trike="noStrike" cap="none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sym typeface="Oranienbaum"/>
                                  </a:rPr>
                                  <m:t>𝑑𝑟𝑜𝑝𝑜𝑢𝑡</m:t>
                                </m:r>
                                <m:r>
                                  <a:rPr lang="en-US" sz="1600" b="0" i="1" u="none" strike="noStrike" cap="none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sym typeface="Oranienbaum"/>
                                  </a:rPr>
                                  <m:t>=0.1</m:t>
                                </m:r>
                              </m:oMath>
                            </m:oMathPara>
                          </a14:m>
                          <a:endParaRPr sz="1600" b="0" i="1" u="none" strike="noStrike" cap="none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sym typeface="Oranienbaum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96425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:r>
                            <a:rPr lang="en" sz="1600" b="1" i="0" u="none" strike="noStrike" cap="none" dirty="0">
                              <a:solidFill>
                                <a:schemeClr val="lt2"/>
                              </a:solidFill>
                              <a:latin typeface="Oranienbaum"/>
                              <a:ea typeface="Oranienbaum"/>
                              <a:cs typeface="Oranienbaum"/>
                              <a:sym typeface="Oranienbaum"/>
                            </a:rPr>
                            <a:t>SIZE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dk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600" b="1" dirty="0">
                              <a:solidFill>
                                <a:schemeClr val="lt2"/>
                              </a:solidFill>
                              <a:latin typeface="Oranienbaum"/>
                              <a:ea typeface="Oranienbaum"/>
                              <a:cs typeface="Oranienbaum"/>
                              <a:sym typeface="Oranienbaum"/>
                            </a:rPr>
                            <a:t>METRICS:</a:t>
                          </a:r>
                          <a:endParaRPr sz="1600" b="1" dirty="0">
                            <a:solidFill>
                              <a:schemeClr val="lt2"/>
                            </a:solidFill>
                            <a:latin typeface="Oranienbaum"/>
                            <a:ea typeface="Oranienbaum"/>
                            <a:cs typeface="Oranienbaum"/>
                            <a:sym typeface="Oranienbaum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81635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1" i="0" u="none" strike="noStrike" cap="none" dirty="0">
                              <a:solidFill>
                                <a:schemeClr val="lt2"/>
                              </a:solidFill>
                              <a:latin typeface="Oranienbaum"/>
                              <a:ea typeface="Oranienbaum"/>
                              <a:cs typeface="Oranienbaum"/>
                              <a:sym typeface="Anaheim"/>
                            </a:rPr>
                            <a:t>MSE</a:t>
                          </a:r>
                          <a:endParaRPr sz="1600" b="1" i="0" u="none" strike="noStrike" cap="none" dirty="0">
                            <a:solidFill>
                              <a:schemeClr val="lt2"/>
                            </a:solidFill>
                            <a:latin typeface="Oranienbaum"/>
                            <a:ea typeface="Oranienbaum"/>
                            <a:cs typeface="Oranienbaum"/>
                            <a:sym typeface="Anaheim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71997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1" i="0" u="none" strike="noStrike" cap="none" dirty="0">
                              <a:solidFill>
                                <a:schemeClr val="lt2"/>
                              </a:solidFill>
                              <a:latin typeface="Oranienbaum"/>
                              <a:ea typeface="Oranienbaum"/>
                              <a:cs typeface="Oranienbaum"/>
                              <a:sym typeface="Anaheim"/>
                            </a:rPr>
                            <a:t>MAE</a:t>
                          </a: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71997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1" i="0" u="none" strike="noStrike" cap="none" dirty="0">
                              <a:solidFill>
                                <a:schemeClr val="lt2"/>
                              </a:solidFill>
                              <a:latin typeface="Oranienbaum"/>
                              <a:ea typeface="Oranienbaum"/>
                              <a:cs typeface="Oranienbaum"/>
                              <a:sym typeface="Oranienbaum"/>
                            </a:rPr>
                            <a:t>ACCURACY </a:t>
                          </a:r>
                        </a:p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1" i="0" u="none" strike="noStrike" cap="none" dirty="0">
                              <a:solidFill>
                                <a:schemeClr val="lt2"/>
                              </a:solidFill>
                              <a:latin typeface="Oranienbaum"/>
                              <a:ea typeface="Oranienbaum"/>
                              <a:cs typeface="Oranienbaum"/>
                              <a:sym typeface="Oranienbaum"/>
                            </a:rPr>
                            <a:t>(WITHIN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1" i="1" u="none" strike="noStrike" cap="none" smtClean="0">
                                  <a:solidFill>
                                    <a:schemeClr val="l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ranienbaum"/>
                                  <a:sym typeface="Oranienbaum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sz="1600" b="1" i="0" u="none" strike="noStrike" cap="none" dirty="0">
                              <a:solidFill>
                                <a:schemeClr val="lt2"/>
                              </a:solidFill>
                              <a:latin typeface="Oranienbaum"/>
                              <a:ea typeface="Oranienbaum"/>
                              <a:cs typeface="Oranienbaum"/>
                              <a:sym typeface="Oranienbaum"/>
                            </a:rPr>
                            <a:t>100)</a:t>
                          </a: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71997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2667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dk1"/>
                              </a:solidFill>
                              <a:latin typeface="Anaheim"/>
                              <a:cs typeface="Arial"/>
                              <a:sym typeface="Anaheim"/>
                            </a:rPr>
                            <a:t>44,671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600" b="1" dirty="0">
                              <a:solidFill>
                                <a:schemeClr val="lt2"/>
                              </a:solidFill>
                              <a:latin typeface="Oranienbaum"/>
                              <a:ea typeface="Oranienbaum"/>
                              <a:cs typeface="Oranienbaum"/>
                              <a:sym typeface="Oranienbaum"/>
                            </a:rPr>
                            <a:t>TRAIN:</a:t>
                          </a:r>
                          <a:endParaRPr sz="1600" b="1" dirty="0">
                            <a:solidFill>
                              <a:schemeClr val="lt2"/>
                            </a:solidFill>
                            <a:latin typeface="Oranienbaum"/>
                            <a:ea typeface="Oranienbaum"/>
                            <a:cs typeface="Oranienbaum"/>
                            <a:sym typeface="Oranienbaum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dk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dk1"/>
                              </a:solidFill>
                              <a:latin typeface="Anaheim"/>
                              <a:ea typeface="Anaheim"/>
                              <a:cs typeface="Anaheim"/>
                              <a:sym typeface="Anaheim"/>
                            </a:rPr>
                            <a:t>0.0077</a:t>
                          </a: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dk1"/>
                              </a:solidFill>
                              <a:latin typeface="Anaheim"/>
                              <a:ea typeface="Anaheim"/>
                              <a:cs typeface="Anaheim"/>
                              <a:sym typeface="Anaheim"/>
                            </a:rPr>
                            <a:t>0.0666</a:t>
                          </a: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dk1"/>
                              </a:solidFill>
                              <a:latin typeface="Anaheim"/>
                              <a:ea typeface="Anaheim"/>
                              <a:cs typeface="Anaheim"/>
                              <a:sym typeface="Anaheim"/>
                            </a:rPr>
                            <a:t>22.5%</a:t>
                          </a: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2667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dk1"/>
                              </a:solidFill>
                              <a:latin typeface="Anaheim"/>
                              <a:sym typeface="Anaheim"/>
                            </a:rPr>
                            <a:t>11,168</a:t>
                          </a:r>
                          <a:endParaRPr sz="1600" dirty="0">
                            <a:solidFill>
                              <a:schemeClr val="dk1"/>
                            </a:solidFill>
                            <a:latin typeface="Anaheim"/>
                            <a:sym typeface="Anaheim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600" b="1" dirty="0">
                              <a:solidFill>
                                <a:schemeClr val="lt2"/>
                              </a:solidFill>
                              <a:latin typeface="Oranienbaum"/>
                              <a:ea typeface="Oranienbaum"/>
                              <a:cs typeface="Oranienbaum"/>
                              <a:sym typeface="Oranienbaum"/>
                            </a:rPr>
                            <a:t>TEST:</a:t>
                          </a:r>
                          <a:endParaRPr sz="1600" b="1" dirty="0">
                            <a:solidFill>
                              <a:schemeClr val="lt2"/>
                            </a:solidFill>
                            <a:latin typeface="Oranienbaum"/>
                            <a:ea typeface="Oranienbaum"/>
                            <a:cs typeface="Oranienbaum"/>
                            <a:sym typeface="Oranienbaum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dk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i="0" u="none" strike="noStrike" cap="none" dirty="0">
                              <a:solidFill>
                                <a:schemeClr val="dk1"/>
                              </a:solidFill>
                              <a:latin typeface="Anaheim"/>
                              <a:ea typeface="Anaheim"/>
                              <a:cs typeface="Anaheim"/>
                              <a:sym typeface="Anaheim"/>
                            </a:rPr>
                            <a:t>0.0082</a:t>
                          </a: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dk1"/>
                              </a:solidFill>
                              <a:latin typeface="Anaheim"/>
                              <a:ea typeface="Anaheim"/>
                              <a:cs typeface="Anaheim"/>
                              <a:sym typeface="Anaheim"/>
                            </a:rPr>
                            <a:t>0.0726</a:t>
                          </a: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dk1"/>
                              </a:solidFill>
                              <a:latin typeface="Anaheim"/>
                              <a:ea typeface="Anaheim"/>
                              <a:cs typeface="Anaheim"/>
                              <a:sym typeface="Anaheim"/>
                            </a:rPr>
                            <a:t>21.5%</a:t>
                          </a: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11" name="Google Shape;711;p52">
                <a:extLst>
                  <a:ext uri="{FF2B5EF4-FFF2-40B4-BE49-F238E27FC236}">
                    <a16:creationId xmlns:a16="http://schemas.microsoft.com/office/drawing/2014/main" id="{4FDED7B2-3004-59D0-006C-8B8A7BA6C12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144897156"/>
                  </p:ext>
                </p:extLst>
              </p:nvPr>
            </p:nvGraphicFramePr>
            <p:xfrm>
              <a:off x="720000" y="1297475"/>
              <a:ext cx="7704000" cy="3303905"/>
            </p:xfrm>
            <a:graphic>
              <a:graphicData uri="http://schemas.openxmlformats.org/drawingml/2006/table">
                <a:tbl>
                  <a:tblPr>
                    <a:noFill/>
                    <a:tableStyleId>{782E89C0-04BC-4102-A76D-A2C8BBAC4593}</a:tableStyleId>
                  </a:tblPr>
                  <a:tblGrid>
                    <a:gridCol w="17951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568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63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630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926000">
                      <a:extLst>
                        <a:ext uri="{9D8B030D-6E8A-4147-A177-3AD203B41FA5}">
                          <a16:colId xmlns:a16="http://schemas.microsoft.com/office/drawing/2014/main" val="297790834"/>
                        </a:ext>
                      </a:extLst>
                    </a:gridCol>
                  </a:tblGrid>
                  <a:tr h="526675">
                    <a:tc rowSpan="3"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dk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600" b="1" dirty="0">
                              <a:solidFill>
                                <a:schemeClr val="lt2"/>
                              </a:solidFill>
                              <a:latin typeface="Oranienbaum"/>
                              <a:ea typeface="Oranienbaum"/>
                              <a:cs typeface="Oranienbaum"/>
                              <a:sym typeface="Oranienbaum"/>
                            </a:rPr>
                            <a:t>MODEL:</a:t>
                          </a:r>
                          <a:endParaRPr sz="1600" b="1" dirty="0">
                            <a:solidFill>
                              <a:schemeClr val="lt2"/>
                            </a:solidFill>
                            <a:latin typeface="Oranienbaum"/>
                            <a:ea typeface="Oranienbaum"/>
                            <a:cs typeface="Oranienbaum"/>
                            <a:sym typeface="Oranienbaum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dk1"/>
                              </a:solidFill>
                              <a:latin typeface="Anaheim"/>
                              <a:ea typeface="Anaheim"/>
                              <a:cs typeface="Anaheim"/>
                              <a:sym typeface="Anaheim"/>
                            </a:rPr>
                            <a:t>Encoder-Only Transformer and Dense Layer</a:t>
                          </a:r>
                          <a:endParaRPr sz="1600" dirty="0">
                            <a:solidFill>
                              <a:schemeClr val="dk1"/>
                            </a:solidFill>
                            <a:latin typeface="Anaheim"/>
                            <a:ea typeface="Anaheim"/>
                            <a:cs typeface="Anaheim"/>
                            <a:sym typeface="Anaheim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26675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600" b="1" dirty="0">
                              <a:solidFill>
                                <a:schemeClr val="lt2"/>
                              </a:solidFill>
                              <a:latin typeface="Oranienbaum"/>
                              <a:ea typeface="Oranienbaum"/>
                              <a:cs typeface="Oranienbaum"/>
                              <a:sym typeface="Oranienbaum"/>
                            </a:rPr>
                            <a:t>HYPERPARAMETERS:</a:t>
                          </a:r>
                          <a:endParaRPr sz="1600" b="1" dirty="0">
                            <a:solidFill>
                              <a:schemeClr val="lt2"/>
                            </a:solidFill>
                            <a:latin typeface="Oranienbaum"/>
                            <a:sym typeface="Oranienbaum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200316" t="-101163" r="-100633" b="-43255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300316" t="-101163" r="-633" b="-4325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26675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200316" t="-198851" r="-100633" b="-32758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300316" t="-198851" r="-633" b="-3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7053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:r>
                            <a:rPr lang="en" sz="1600" b="1" i="0" u="none" strike="noStrike" cap="none" dirty="0">
                              <a:solidFill>
                                <a:schemeClr val="lt2"/>
                              </a:solidFill>
                              <a:latin typeface="Oranienbaum"/>
                              <a:ea typeface="Oranienbaum"/>
                              <a:cs typeface="Oranienbaum"/>
                              <a:sym typeface="Oranienbaum"/>
                            </a:rPr>
                            <a:t>SIZE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dk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600" b="1" dirty="0">
                              <a:solidFill>
                                <a:schemeClr val="lt2"/>
                              </a:solidFill>
                              <a:latin typeface="Oranienbaum"/>
                              <a:ea typeface="Oranienbaum"/>
                              <a:cs typeface="Oranienbaum"/>
                              <a:sym typeface="Oranienbaum"/>
                            </a:rPr>
                            <a:t>METRICS:</a:t>
                          </a:r>
                          <a:endParaRPr sz="1600" b="1" dirty="0">
                            <a:solidFill>
                              <a:schemeClr val="lt2"/>
                            </a:solidFill>
                            <a:latin typeface="Oranienbaum"/>
                            <a:ea typeface="Oranienbaum"/>
                            <a:cs typeface="Oranienbaum"/>
                            <a:sym typeface="Oranienbaum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81635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1" i="0" u="none" strike="noStrike" cap="none" dirty="0">
                              <a:solidFill>
                                <a:schemeClr val="lt2"/>
                              </a:solidFill>
                              <a:latin typeface="Oranienbaum"/>
                              <a:ea typeface="Oranienbaum"/>
                              <a:cs typeface="Oranienbaum"/>
                              <a:sym typeface="Anaheim"/>
                            </a:rPr>
                            <a:t>MSE</a:t>
                          </a:r>
                          <a:endParaRPr sz="1600" b="1" i="0" u="none" strike="noStrike" cap="none" dirty="0">
                            <a:solidFill>
                              <a:schemeClr val="lt2"/>
                            </a:solidFill>
                            <a:latin typeface="Oranienbaum"/>
                            <a:ea typeface="Oranienbaum"/>
                            <a:cs typeface="Oranienbaum"/>
                            <a:sym typeface="Anaheim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71997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1" i="0" u="none" strike="noStrike" cap="none" dirty="0">
                              <a:solidFill>
                                <a:schemeClr val="lt2"/>
                              </a:solidFill>
                              <a:latin typeface="Oranienbaum"/>
                              <a:ea typeface="Oranienbaum"/>
                              <a:cs typeface="Oranienbaum"/>
                              <a:sym typeface="Anaheim"/>
                            </a:rPr>
                            <a:t>MAE</a:t>
                          </a: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71997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300316" t="-236364" r="-633" b="-1590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2667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dk1"/>
                              </a:solidFill>
                              <a:latin typeface="Anaheim"/>
                              <a:cs typeface="Arial"/>
                              <a:sym typeface="Anaheim"/>
                            </a:rPr>
                            <a:t>44,671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600" b="1" dirty="0">
                              <a:solidFill>
                                <a:schemeClr val="lt2"/>
                              </a:solidFill>
                              <a:latin typeface="Oranienbaum"/>
                              <a:ea typeface="Oranienbaum"/>
                              <a:cs typeface="Oranienbaum"/>
                              <a:sym typeface="Oranienbaum"/>
                            </a:rPr>
                            <a:t>TRAIN:</a:t>
                          </a:r>
                          <a:endParaRPr sz="1600" b="1" dirty="0">
                            <a:solidFill>
                              <a:schemeClr val="lt2"/>
                            </a:solidFill>
                            <a:latin typeface="Oranienbaum"/>
                            <a:ea typeface="Oranienbaum"/>
                            <a:cs typeface="Oranienbaum"/>
                            <a:sym typeface="Oranienbaum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dk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dk1"/>
                              </a:solidFill>
                              <a:latin typeface="Anaheim"/>
                              <a:ea typeface="Anaheim"/>
                              <a:cs typeface="Anaheim"/>
                              <a:sym typeface="Anaheim"/>
                            </a:rPr>
                            <a:t>0.0077</a:t>
                          </a: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dk1"/>
                              </a:solidFill>
                              <a:latin typeface="Anaheim"/>
                              <a:ea typeface="Anaheim"/>
                              <a:cs typeface="Anaheim"/>
                              <a:sym typeface="Anaheim"/>
                            </a:rPr>
                            <a:t>0.0666</a:t>
                          </a: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dk1"/>
                              </a:solidFill>
                              <a:latin typeface="Anaheim"/>
                              <a:ea typeface="Anaheim"/>
                              <a:cs typeface="Anaheim"/>
                              <a:sym typeface="Anaheim"/>
                            </a:rPr>
                            <a:t>22.5%</a:t>
                          </a: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2667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dk1"/>
                              </a:solidFill>
                              <a:latin typeface="Anaheim"/>
                              <a:sym typeface="Anaheim"/>
                            </a:rPr>
                            <a:t>11,168</a:t>
                          </a:r>
                          <a:endParaRPr sz="1600" dirty="0">
                            <a:solidFill>
                              <a:schemeClr val="dk1"/>
                            </a:solidFill>
                            <a:latin typeface="Anaheim"/>
                            <a:sym typeface="Anaheim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600" b="1" dirty="0">
                              <a:solidFill>
                                <a:schemeClr val="lt2"/>
                              </a:solidFill>
                              <a:latin typeface="Oranienbaum"/>
                              <a:ea typeface="Oranienbaum"/>
                              <a:cs typeface="Oranienbaum"/>
                              <a:sym typeface="Oranienbaum"/>
                            </a:rPr>
                            <a:t>TEST:</a:t>
                          </a:r>
                          <a:endParaRPr sz="1600" b="1" dirty="0">
                            <a:solidFill>
                              <a:schemeClr val="lt2"/>
                            </a:solidFill>
                            <a:latin typeface="Oranienbaum"/>
                            <a:ea typeface="Oranienbaum"/>
                            <a:cs typeface="Oranienbaum"/>
                            <a:sym typeface="Oranienbaum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dk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i="0" u="none" strike="noStrike" cap="none" dirty="0">
                              <a:solidFill>
                                <a:schemeClr val="dk1"/>
                              </a:solidFill>
                              <a:latin typeface="Anaheim"/>
                              <a:ea typeface="Anaheim"/>
                              <a:cs typeface="Anaheim"/>
                              <a:sym typeface="Anaheim"/>
                            </a:rPr>
                            <a:t>0.0082</a:t>
                          </a: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dk1"/>
                              </a:solidFill>
                              <a:latin typeface="Anaheim"/>
                              <a:ea typeface="Anaheim"/>
                              <a:cs typeface="Anaheim"/>
                              <a:sym typeface="Anaheim"/>
                            </a:rPr>
                            <a:t>0.0726</a:t>
                          </a: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dirty="0">
                              <a:solidFill>
                                <a:schemeClr val="dk1"/>
                              </a:solidFill>
                              <a:latin typeface="Anaheim"/>
                              <a:ea typeface="Anaheim"/>
                              <a:cs typeface="Anaheim"/>
                              <a:sym typeface="Anaheim"/>
                            </a:rPr>
                            <a:t>21.5%</a:t>
                          </a: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12" name="Google Shape;712;p52">
            <a:extLst>
              <a:ext uri="{FF2B5EF4-FFF2-40B4-BE49-F238E27FC236}">
                <a16:creationId xmlns:a16="http://schemas.microsoft.com/office/drawing/2014/main" id="{945F2338-A68F-150A-7310-9952734666DC}"/>
              </a:ext>
            </a:extLst>
          </p:cNvPr>
          <p:cNvSpPr/>
          <p:nvPr/>
        </p:nvSpPr>
        <p:spPr>
          <a:xfrm>
            <a:off x="1115700" y="1695676"/>
            <a:ext cx="515265" cy="769686"/>
          </a:xfrm>
          <a:custGeom>
            <a:avLst/>
            <a:gdLst/>
            <a:ahLst/>
            <a:cxnLst/>
            <a:rect l="l" t="t" r="r" b="b"/>
            <a:pathLst>
              <a:path w="10618" h="15860" extrusionOk="0">
                <a:moveTo>
                  <a:pt x="5188" y="0"/>
                </a:moveTo>
                <a:cubicBezTo>
                  <a:pt x="3806" y="0"/>
                  <a:pt x="2682" y="1125"/>
                  <a:pt x="2669" y="2506"/>
                </a:cubicBezTo>
                <a:cubicBezTo>
                  <a:pt x="2669" y="3617"/>
                  <a:pt x="3373" y="4551"/>
                  <a:pt x="4361" y="4890"/>
                </a:cubicBezTo>
                <a:cubicBezTo>
                  <a:pt x="1923" y="5119"/>
                  <a:pt x="1613" y="6082"/>
                  <a:pt x="3400" y="6284"/>
                </a:cubicBezTo>
                <a:cubicBezTo>
                  <a:pt x="3576" y="8871"/>
                  <a:pt x="3305" y="11024"/>
                  <a:pt x="2235" y="11824"/>
                </a:cubicBezTo>
                <a:cubicBezTo>
                  <a:pt x="1165" y="12622"/>
                  <a:pt x="515" y="12880"/>
                  <a:pt x="488" y="13326"/>
                </a:cubicBezTo>
                <a:cubicBezTo>
                  <a:pt x="461" y="13774"/>
                  <a:pt x="746" y="14031"/>
                  <a:pt x="1030" y="14139"/>
                </a:cubicBezTo>
                <a:cubicBezTo>
                  <a:pt x="123" y="14545"/>
                  <a:pt x="0" y="14897"/>
                  <a:pt x="231" y="15222"/>
                </a:cubicBezTo>
                <a:cubicBezTo>
                  <a:pt x="529" y="15629"/>
                  <a:pt x="1436" y="15791"/>
                  <a:pt x="2790" y="15818"/>
                </a:cubicBezTo>
                <a:cubicBezTo>
                  <a:pt x="3373" y="15832"/>
                  <a:pt x="4213" y="15845"/>
                  <a:pt x="5107" y="15859"/>
                </a:cubicBezTo>
                <a:lnTo>
                  <a:pt x="5540" y="15859"/>
                </a:lnTo>
                <a:cubicBezTo>
                  <a:pt x="5567" y="15845"/>
                  <a:pt x="5607" y="15845"/>
                  <a:pt x="5648" y="15845"/>
                </a:cubicBezTo>
                <a:lnTo>
                  <a:pt x="6542" y="15845"/>
                </a:lnTo>
                <a:cubicBezTo>
                  <a:pt x="6663" y="15845"/>
                  <a:pt x="6799" y="15832"/>
                  <a:pt x="6921" y="15832"/>
                </a:cubicBezTo>
                <a:lnTo>
                  <a:pt x="7016" y="15832"/>
                </a:lnTo>
                <a:cubicBezTo>
                  <a:pt x="7151" y="15832"/>
                  <a:pt x="7273" y="15818"/>
                  <a:pt x="7395" y="15818"/>
                </a:cubicBezTo>
                <a:lnTo>
                  <a:pt x="7436" y="15818"/>
                </a:lnTo>
                <a:cubicBezTo>
                  <a:pt x="7557" y="15805"/>
                  <a:pt x="7666" y="15805"/>
                  <a:pt x="7774" y="15805"/>
                </a:cubicBezTo>
                <a:cubicBezTo>
                  <a:pt x="7801" y="15791"/>
                  <a:pt x="7828" y="15791"/>
                  <a:pt x="7855" y="15791"/>
                </a:cubicBezTo>
                <a:cubicBezTo>
                  <a:pt x="7964" y="15791"/>
                  <a:pt x="8086" y="15778"/>
                  <a:pt x="8194" y="15778"/>
                </a:cubicBezTo>
                <a:cubicBezTo>
                  <a:pt x="8207" y="15778"/>
                  <a:pt x="8234" y="15764"/>
                  <a:pt x="8248" y="15764"/>
                </a:cubicBezTo>
                <a:cubicBezTo>
                  <a:pt x="8343" y="15764"/>
                  <a:pt x="8438" y="15751"/>
                  <a:pt x="8532" y="15751"/>
                </a:cubicBezTo>
                <a:cubicBezTo>
                  <a:pt x="8546" y="15751"/>
                  <a:pt x="8559" y="15737"/>
                  <a:pt x="8586" y="15737"/>
                </a:cubicBezTo>
                <a:cubicBezTo>
                  <a:pt x="8682" y="15737"/>
                  <a:pt x="8776" y="15724"/>
                  <a:pt x="8857" y="15710"/>
                </a:cubicBezTo>
                <a:cubicBezTo>
                  <a:pt x="8884" y="15710"/>
                  <a:pt x="8899" y="15710"/>
                  <a:pt x="8912" y="15697"/>
                </a:cubicBezTo>
                <a:cubicBezTo>
                  <a:pt x="9007" y="15697"/>
                  <a:pt x="9088" y="15683"/>
                  <a:pt x="9169" y="15670"/>
                </a:cubicBezTo>
                <a:cubicBezTo>
                  <a:pt x="10510" y="15426"/>
                  <a:pt x="10618" y="14464"/>
                  <a:pt x="9521" y="14207"/>
                </a:cubicBezTo>
                <a:cubicBezTo>
                  <a:pt x="10036" y="13774"/>
                  <a:pt x="10226" y="12974"/>
                  <a:pt x="9589" y="12758"/>
                </a:cubicBezTo>
                <a:cubicBezTo>
                  <a:pt x="8939" y="12555"/>
                  <a:pt x="7801" y="11851"/>
                  <a:pt x="7178" y="10334"/>
                </a:cubicBezTo>
                <a:cubicBezTo>
                  <a:pt x="6596" y="8911"/>
                  <a:pt x="6826" y="6596"/>
                  <a:pt x="6853" y="6298"/>
                </a:cubicBezTo>
                <a:cubicBezTo>
                  <a:pt x="6853" y="6271"/>
                  <a:pt x="6867" y="6271"/>
                  <a:pt x="6867" y="6271"/>
                </a:cubicBezTo>
                <a:cubicBezTo>
                  <a:pt x="6867" y="6271"/>
                  <a:pt x="7896" y="6244"/>
                  <a:pt x="8140" y="5905"/>
                </a:cubicBezTo>
                <a:cubicBezTo>
                  <a:pt x="8397" y="5540"/>
                  <a:pt x="7368" y="5038"/>
                  <a:pt x="6000" y="4890"/>
                </a:cubicBezTo>
                <a:cubicBezTo>
                  <a:pt x="6975" y="4551"/>
                  <a:pt x="7680" y="3630"/>
                  <a:pt x="7693" y="2533"/>
                </a:cubicBezTo>
                <a:cubicBezTo>
                  <a:pt x="7693" y="2452"/>
                  <a:pt x="7680" y="2371"/>
                  <a:pt x="7680" y="2290"/>
                </a:cubicBezTo>
                <a:cubicBezTo>
                  <a:pt x="7680" y="2262"/>
                  <a:pt x="7680" y="2235"/>
                  <a:pt x="7666" y="2221"/>
                </a:cubicBezTo>
                <a:cubicBezTo>
                  <a:pt x="7666" y="2167"/>
                  <a:pt x="7653" y="2113"/>
                  <a:pt x="7653" y="2059"/>
                </a:cubicBezTo>
                <a:cubicBezTo>
                  <a:pt x="7638" y="2032"/>
                  <a:pt x="7638" y="2005"/>
                  <a:pt x="7625" y="1978"/>
                </a:cubicBezTo>
                <a:cubicBezTo>
                  <a:pt x="7611" y="1923"/>
                  <a:pt x="7611" y="1883"/>
                  <a:pt x="7598" y="1829"/>
                </a:cubicBezTo>
                <a:cubicBezTo>
                  <a:pt x="7584" y="1802"/>
                  <a:pt x="7571" y="1775"/>
                  <a:pt x="7571" y="1748"/>
                </a:cubicBezTo>
                <a:cubicBezTo>
                  <a:pt x="7557" y="1694"/>
                  <a:pt x="7530" y="1652"/>
                  <a:pt x="7517" y="1598"/>
                </a:cubicBezTo>
                <a:cubicBezTo>
                  <a:pt x="7503" y="1585"/>
                  <a:pt x="7503" y="1558"/>
                  <a:pt x="7490" y="1531"/>
                </a:cubicBezTo>
                <a:cubicBezTo>
                  <a:pt x="7463" y="1463"/>
                  <a:pt x="7422" y="1396"/>
                  <a:pt x="7395" y="1327"/>
                </a:cubicBezTo>
                <a:cubicBezTo>
                  <a:pt x="7382" y="1327"/>
                  <a:pt x="7382" y="1314"/>
                  <a:pt x="7368" y="1300"/>
                </a:cubicBezTo>
                <a:cubicBezTo>
                  <a:pt x="7341" y="1246"/>
                  <a:pt x="7313" y="1192"/>
                  <a:pt x="7273" y="1138"/>
                </a:cubicBezTo>
                <a:cubicBezTo>
                  <a:pt x="7259" y="1125"/>
                  <a:pt x="7246" y="1098"/>
                  <a:pt x="7232" y="1071"/>
                </a:cubicBezTo>
                <a:cubicBezTo>
                  <a:pt x="7205" y="1030"/>
                  <a:pt x="7178" y="1002"/>
                  <a:pt x="7151" y="962"/>
                </a:cubicBezTo>
                <a:cubicBezTo>
                  <a:pt x="7124" y="935"/>
                  <a:pt x="7111" y="908"/>
                  <a:pt x="7084" y="894"/>
                </a:cubicBezTo>
                <a:cubicBezTo>
                  <a:pt x="7057" y="854"/>
                  <a:pt x="7030" y="827"/>
                  <a:pt x="7003" y="800"/>
                </a:cubicBezTo>
                <a:cubicBezTo>
                  <a:pt x="6975" y="773"/>
                  <a:pt x="6961" y="746"/>
                  <a:pt x="6934" y="719"/>
                </a:cubicBezTo>
                <a:cubicBezTo>
                  <a:pt x="6907" y="692"/>
                  <a:pt x="6867" y="664"/>
                  <a:pt x="6840" y="637"/>
                </a:cubicBezTo>
                <a:cubicBezTo>
                  <a:pt x="6813" y="623"/>
                  <a:pt x="6799" y="596"/>
                  <a:pt x="6772" y="569"/>
                </a:cubicBezTo>
                <a:cubicBezTo>
                  <a:pt x="6718" y="542"/>
                  <a:pt x="6677" y="502"/>
                  <a:pt x="6636" y="475"/>
                </a:cubicBezTo>
                <a:lnTo>
                  <a:pt x="6515" y="394"/>
                </a:lnTo>
                <a:cubicBezTo>
                  <a:pt x="6488" y="379"/>
                  <a:pt x="6447" y="352"/>
                  <a:pt x="6420" y="325"/>
                </a:cubicBezTo>
                <a:cubicBezTo>
                  <a:pt x="6380" y="312"/>
                  <a:pt x="6352" y="298"/>
                  <a:pt x="6311" y="285"/>
                </a:cubicBezTo>
                <a:cubicBezTo>
                  <a:pt x="6284" y="258"/>
                  <a:pt x="6244" y="244"/>
                  <a:pt x="6217" y="231"/>
                </a:cubicBezTo>
                <a:cubicBezTo>
                  <a:pt x="6176" y="217"/>
                  <a:pt x="6149" y="204"/>
                  <a:pt x="6109" y="190"/>
                </a:cubicBezTo>
                <a:cubicBezTo>
                  <a:pt x="6082" y="177"/>
                  <a:pt x="6040" y="163"/>
                  <a:pt x="6000" y="150"/>
                </a:cubicBezTo>
                <a:cubicBezTo>
                  <a:pt x="5973" y="136"/>
                  <a:pt x="5932" y="123"/>
                  <a:pt x="5892" y="109"/>
                </a:cubicBezTo>
                <a:lnTo>
                  <a:pt x="5878" y="109"/>
                </a:lnTo>
                <a:cubicBezTo>
                  <a:pt x="5661" y="41"/>
                  <a:pt x="5432" y="14"/>
                  <a:pt x="518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52">
            <a:extLst>
              <a:ext uri="{FF2B5EF4-FFF2-40B4-BE49-F238E27FC236}">
                <a16:creationId xmlns:a16="http://schemas.microsoft.com/office/drawing/2014/main" id="{2340FC69-DFE6-87BD-9C06-2FA64142EDB2}"/>
              </a:ext>
            </a:extLst>
          </p:cNvPr>
          <p:cNvSpPr/>
          <p:nvPr/>
        </p:nvSpPr>
        <p:spPr>
          <a:xfrm rot="10800000">
            <a:off x="1630985" y="1695665"/>
            <a:ext cx="515265" cy="769686"/>
          </a:xfrm>
          <a:custGeom>
            <a:avLst/>
            <a:gdLst/>
            <a:ahLst/>
            <a:cxnLst/>
            <a:rect l="l" t="t" r="r" b="b"/>
            <a:pathLst>
              <a:path w="10618" h="15860" extrusionOk="0">
                <a:moveTo>
                  <a:pt x="5188" y="0"/>
                </a:moveTo>
                <a:cubicBezTo>
                  <a:pt x="3806" y="0"/>
                  <a:pt x="2682" y="1125"/>
                  <a:pt x="2669" y="2506"/>
                </a:cubicBezTo>
                <a:cubicBezTo>
                  <a:pt x="2669" y="3617"/>
                  <a:pt x="3373" y="4551"/>
                  <a:pt x="4361" y="4890"/>
                </a:cubicBezTo>
                <a:cubicBezTo>
                  <a:pt x="1923" y="5119"/>
                  <a:pt x="1613" y="6082"/>
                  <a:pt x="3400" y="6284"/>
                </a:cubicBezTo>
                <a:cubicBezTo>
                  <a:pt x="3576" y="8871"/>
                  <a:pt x="3305" y="11024"/>
                  <a:pt x="2235" y="11824"/>
                </a:cubicBezTo>
                <a:cubicBezTo>
                  <a:pt x="1165" y="12622"/>
                  <a:pt x="515" y="12880"/>
                  <a:pt x="488" y="13326"/>
                </a:cubicBezTo>
                <a:cubicBezTo>
                  <a:pt x="461" y="13774"/>
                  <a:pt x="746" y="14031"/>
                  <a:pt x="1030" y="14139"/>
                </a:cubicBezTo>
                <a:cubicBezTo>
                  <a:pt x="123" y="14545"/>
                  <a:pt x="0" y="14897"/>
                  <a:pt x="231" y="15222"/>
                </a:cubicBezTo>
                <a:cubicBezTo>
                  <a:pt x="529" y="15629"/>
                  <a:pt x="1436" y="15791"/>
                  <a:pt x="2790" y="15818"/>
                </a:cubicBezTo>
                <a:cubicBezTo>
                  <a:pt x="3373" y="15832"/>
                  <a:pt x="4213" y="15845"/>
                  <a:pt x="5107" y="15859"/>
                </a:cubicBezTo>
                <a:lnTo>
                  <a:pt x="5540" y="15859"/>
                </a:lnTo>
                <a:cubicBezTo>
                  <a:pt x="5567" y="15845"/>
                  <a:pt x="5607" y="15845"/>
                  <a:pt x="5648" y="15845"/>
                </a:cubicBezTo>
                <a:lnTo>
                  <a:pt x="6542" y="15845"/>
                </a:lnTo>
                <a:cubicBezTo>
                  <a:pt x="6663" y="15845"/>
                  <a:pt x="6799" y="15832"/>
                  <a:pt x="6921" y="15832"/>
                </a:cubicBezTo>
                <a:lnTo>
                  <a:pt x="7016" y="15832"/>
                </a:lnTo>
                <a:cubicBezTo>
                  <a:pt x="7151" y="15832"/>
                  <a:pt x="7273" y="15818"/>
                  <a:pt x="7395" y="15818"/>
                </a:cubicBezTo>
                <a:lnTo>
                  <a:pt x="7436" y="15818"/>
                </a:lnTo>
                <a:cubicBezTo>
                  <a:pt x="7557" y="15805"/>
                  <a:pt x="7666" y="15805"/>
                  <a:pt x="7774" y="15805"/>
                </a:cubicBezTo>
                <a:cubicBezTo>
                  <a:pt x="7801" y="15791"/>
                  <a:pt x="7828" y="15791"/>
                  <a:pt x="7855" y="15791"/>
                </a:cubicBezTo>
                <a:cubicBezTo>
                  <a:pt x="7964" y="15791"/>
                  <a:pt x="8086" y="15778"/>
                  <a:pt x="8194" y="15778"/>
                </a:cubicBezTo>
                <a:cubicBezTo>
                  <a:pt x="8207" y="15778"/>
                  <a:pt x="8234" y="15764"/>
                  <a:pt x="8248" y="15764"/>
                </a:cubicBezTo>
                <a:cubicBezTo>
                  <a:pt x="8343" y="15764"/>
                  <a:pt x="8438" y="15751"/>
                  <a:pt x="8532" y="15751"/>
                </a:cubicBezTo>
                <a:cubicBezTo>
                  <a:pt x="8546" y="15751"/>
                  <a:pt x="8559" y="15737"/>
                  <a:pt x="8586" y="15737"/>
                </a:cubicBezTo>
                <a:cubicBezTo>
                  <a:pt x="8682" y="15737"/>
                  <a:pt x="8776" y="15724"/>
                  <a:pt x="8857" y="15710"/>
                </a:cubicBezTo>
                <a:cubicBezTo>
                  <a:pt x="8884" y="15710"/>
                  <a:pt x="8899" y="15710"/>
                  <a:pt x="8912" y="15697"/>
                </a:cubicBezTo>
                <a:cubicBezTo>
                  <a:pt x="9007" y="15697"/>
                  <a:pt x="9088" y="15683"/>
                  <a:pt x="9169" y="15670"/>
                </a:cubicBezTo>
                <a:cubicBezTo>
                  <a:pt x="10510" y="15426"/>
                  <a:pt x="10618" y="14464"/>
                  <a:pt x="9521" y="14207"/>
                </a:cubicBezTo>
                <a:cubicBezTo>
                  <a:pt x="10036" y="13774"/>
                  <a:pt x="10226" y="12974"/>
                  <a:pt x="9589" y="12758"/>
                </a:cubicBezTo>
                <a:cubicBezTo>
                  <a:pt x="8939" y="12555"/>
                  <a:pt x="7801" y="11851"/>
                  <a:pt x="7178" y="10334"/>
                </a:cubicBezTo>
                <a:cubicBezTo>
                  <a:pt x="6596" y="8911"/>
                  <a:pt x="6826" y="6596"/>
                  <a:pt x="6853" y="6298"/>
                </a:cubicBezTo>
                <a:cubicBezTo>
                  <a:pt x="6853" y="6271"/>
                  <a:pt x="6867" y="6271"/>
                  <a:pt x="6867" y="6271"/>
                </a:cubicBezTo>
                <a:cubicBezTo>
                  <a:pt x="6867" y="6271"/>
                  <a:pt x="7896" y="6244"/>
                  <a:pt x="8140" y="5905"/>
                </a:cubicBezTo>
                <a:cubicBezTo>
                  <a:pt x="8397" y="5540"/>
                  <a:pt x="7368" y="5038"/>
                  <a:pt x="6000" y="4890"/>
                </a:cubicBezTo>
                <a:cubicBezTo>
                  <a:pt x="6975" y="4551"/>
                  <a:pt x="7680" y="3630"/>
                  <a:pt x="7693" y="2533"/>
                </a:cubicBezTo>
                <a:cubicBezTo>
                  <a:pt x="7693" y="2452"/>
                  <a:pt x="7680" y="2371"/>
                  <a:pt x="7680" y="2290"/>
                </a:cubicBezTo>
                <a:cubicBezTo>
                  <a:pt x="7680" y="2262"/>
                  <a:pt x="7680" y="2235"/>
                  <a:pt x="7666" y="2221"/>
                </a:cubicBezTo>
                <a:cubicBezTo>
                  <a:pt x="7666" y="2167"/>
                  <a:pt x="7653" y="2113"/>
                  <a:pt x="7653" y="2059"/>
                </a:cubicBezTo>
                <a:cubicBezTo>
                  <a:pt x="7638" y="2032"/>
                  <a:pt x="7638" y="2005"/>
                  <a:pt x="7625" y="1978"/>
                </a:cubicBezTo>
                <a:cubicBezTo>
                  <a:pt x="7611" y="1923"/>
                  <a:pt x="7611" y="1883"/>
                  <a:pt x="7598" y="1829"/>
                </a:cubicBezTo>
                <a:cubicBezTo>
                  <a:pt x="7584" y="1802"/>
                  <a:pt x="7571" y="1775"/>
                  <a:pt x="7571" y="1748"/>
                </a:cubicBezTo>
                <a:cubicBezTo>
                  <a:pt x="7557" y="1694"/>
                  <a:pt x="7530" y="1652"/>
                  <a:pt x="7517" y="1598"/>
                </a:cubicBezTo>
                <a:cubicBezTo>
                  <a:pt x="7503" y="1585"/>
                  <a:pt x="7503" y="1558"/>
                  <a:pt x="7490" y="1531"/>
                </a:cubicBezTo>
                <a:cubicBezTo>
                  <a:pt x="7463" y="1463"/>
                  <a:pt x="7422" y="1396"/>
                  <a:pt x="7395" y="1327"/>
                </a:cubicBezTo>
                <a:cubicBezTo>
                  <a:pt x="7382" y="1327"/>
                  <a:pt x="7382" y="1314"/>
                  <a:pt x="7368" y="1300"/>
                </a:cubicBezTo>
                <a:cubicBezTo>
                  <a:pt x="7341" y="1246"/>
                  <a:pt x="7313" y="1192"/>
                  <a:pt x="7273" y="1138"/>
                </a:cubicBezTo>
                <a:cubicBezTo>
                  <a:pt x="7259" y="1125"/>
                  <a:pt x="7246" y="1098"/>
                  <a:pt x="7232" y="1071"/>
                </a:cubicBezTo>
                <a:cubicBezTo>
                  <a:pt x="7205" y="1030"/>
                  <a:pt x="7178" y="1002"/>
                  <a:pt x="7151" y="962"/>
                </a:cubicBezTo>
                <a:cubicBezTo>
                  <a:pt x="7124" y="935"/>
                  <a:pt x="7111" y="908"/>
                  <a:pt x="7084" y="894"/>
                </a:cubicBezTo>
                <a:cubicBezTo>
                  <a:pt x="7057" y="854"/>
                  <a:pt x="7030" y="827"/>
                  <a:pt x="7003" y="800"/>
                </a:cubicBezTo>
                <a:cubicBezTo>
                  <a:pt x="6975" y="773"/>
                  <a:pt x="6961" y="746"/>
                  <a:pt x="6934" y="719"/>
                </a:cubicBezTo>
                <a:cubicBezTo>
                  <a:pt x="6907" y="692"/>
                  <a:pt x="6867" y="664"/>
                  <a:pt x="6840" y="637"/>
                </a:cubicBezTo>
                <a:cubicBezTo>
                  <a:pt x="6813" y="623"/>
                  <a:pt x="6799" y="596"/>
                  <a:pt x="6772" y="569"/>
                </a:cubicBezTo>
                <a:cubicBezTo>
                  <a:pt x="6718" y="542"/>
                  <a:pt x="6677" y="502"/>
                  <a:pt x="6636" y="475"/>
                </a:cubicBezTo>
                <a:lnTo>
                  <a:pt x="6515" y="394"/>
                </a:lnTo>
                <a:cubicBezTo>
                  <a:pt x="6488" y="379"/>
                  <a:pt x="6447" y="352"/>
                  <a:pt x="6420" y="325"/>
                </a:cubicBezTo>
                <a:cubicBezTo>
                  <a:pt x="6380" y="312"/>
                  <a:pt x="6352" y="298"/>
                  <a:pt x="6311" y="285"/>
                </a:cubicBezTo>
                <a:cubicBezTo>
                  <a:pt x="6284" y="258"/>
                  <a:pt x="6244" y="244"/>
                  <a:pt x="6217" y="231"/>
                </a:cubicBezTo>
                <a:cubicBezTo>
                  <a:pt x="6176" y="217"/>
                  <a:pt x="6149" y="204"/>
                  <a:pt x="6109" y="190"/>
                </a:cubicBezTo>
                <a:cubicBezTo>
                  <a:pt x="6082" y="177"/>
                  <a:pt x="6040" y="163"/>
                  <a:pt x="6000" y="150"/>
                </a:cubicBezTo>
                <a:cubicBezTo>
                  <a:pt x="5973" y="136"/>
                  <a:pt x="5932" y="123"/>
                  <a:pt x="5892" y="109"/>
                </a:cubicBezTo>
                <a:lnTo>
                  <a:pt x="5878" y="109"/>
                </a:lnTo>
                <a:cubicBezTo>
                  <a:pt x="5661" y="41"/>
                  <a:pt x="5432" y="14"/>
                  <a:pt x="518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4" name="Google Shape;714;p52">
            <a:extLst>
              <a:ext uri="{FF2B5EF4-FFF2-40B4-BE49-F238E27FC236}">
                <a16:creationId xmlns:a16="http://schemas.microsoft.com/office/drawing/2014/main" id="{6FAF5072-BBAD-8505-11E7-D5D4E1552686}"/>
              </a:ext>
            </a:extLst>
          </p:cNvPr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715" name="Google Shape;715;p52">
              <a:extLst>
                <a:ext uri="{FF2B5EF4-FFF2-40B4-BE49-F238E27FC236}">
                  <a16:creationId xmlns:a16="http://schemas.microsoft.com/office/drawing/2014/main" id="{A2B6CE57-805F-1D8C-D6FD-1DD37DE8AE49}"/>
                </a:ext>
              </a:extLst>
            </p:cNvPr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52">
              <a:extLst>
                <a:ext uri="{FF2B5EF4-FFF2-40B4-BE49-F238E27FC236}">
                  <a16:creationId xmlns:a16="http://schemas.microsoft.com/office/drawing/2014/main" id="{07353526-16EA-E079-F6DE-A339067F8C2F}"/>
                </a:ext>
              </a:extLst>
            </p:cNvPr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294323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76B72-6EFA-28E8-B6FF-D43A71463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7DC1F18-0544-A846-4C6C-7A389A2D1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692550"/>
            <a:ext cx="3984347" cy="2372100"/>
          </a:xfrm>
        </p:spPr>
        <p:txBody>
          <a:bodyPr/>
          <a:lstStyle/>
          <a:p>
            <a:r>
              <a:rPr lang="en-US" dirty="0"/>
              <a:t>After the initial steep drop, the curve flattens out, suggesting diminishing returns from further training.</a:t>
            </a:r>
          </a:p>
          <a:p>
            <a:r>
              <a:rPr lang="en-US" dirty="0"/>
              <a:t>Validation loss does not diverge from training loss. This implies that the model generalizes well and is </a:t>
            </a:r>
            <a:r>
              <a:rPr lang="en-US" b="1" dirty="0"/>
              <a:t>not overfitting </a:t>
            </a:r>
            <a:r>
              <a:rPr lang="en-US" dirty="0"/>
              <a:t>the training data.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ACA8725-90D8-5218-E217-C1C1523EA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 AND VALIDATION LOSS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302F09-E7FA-0944-B961-D0EC5AD77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767" y="1157591"/>
            <a:ext cx="4166322" cy="3336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8746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>
          <a:extLst>
            <a:ext uri="{FF2B5EF4-FFF2-40B4-BE49-F238E27FC236}">
              <a16:creationId xmlns:a16="http://schemas.microsoft.com/office/drawing/2014/main" id="{4CC84E8F-F71C-8925-7EBA-594DB0227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7">
            <a:extLst>
              <a:ext uri="{FF2B5EF4-FFF2-40B4-BE49-F238E27FC236}">
                <a16:creationId xmlns:a16="http://schemas.microsoft.com/office/drawing/2014/main" id="{62D02BFD-55C4-715E-85DF-DE5485682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CONCLUSION</a:t>
            </a:r>
          </a:p>
        </p:txBody>
      </p:sp>
      <p:grpSp>
        <p:nvGrpSpPr>
          <p:cNvPr id="376" name="Google Shape;376;p37">
            <a:extLst>
              <a:ext uri="{FF2B5EF4-FFF2-40B4-BE49-F238E27FC236}">
                <a16:creationId xmlns:a16="http://schemas.microsoft.com/office/drawing/2014/main" id="{6C3B7233-59E9-D427-E964-E916E3604467}"/>
              </a:ext>
            </a:extLst>
          </p:cNvPr>
          <p:cNvGrpSpPr/>
          <p:nvPr/>
        </p:nvGrpSpPr>
        <p:grpSpPr>
          <a:xfrm>
            <a:off x="5673099" y="1739783"/>
            <a:ext cx="2750902" cy="2277618"/>
            <a:chOff x="5673099" y="1739783"/>
            <a:chExt cx="2750902" cy="2277618"/>
          </a:xfrm>
        </p:grpSpPr>
        <p:sp>
          <p:nvSpPr>
            <p:cNvPr id="377" name="Google Shape;377;p37">
              <a:extLst>
                <a:ext uri="{FF2B5EF4-FFF2-40B4-BE49-F238E27FC236}">
                  <a16:creationId xmlns:a16="http://schemas.microsoft.com/office/drawing/2014/main" id="{09946C3B-0FF4-5C69-B399-9591C973CDCF}"/>
                </a:ext>
              </a:extLst>
            </p:cNvPr>
            <p:cNvSpPr/>
            <p:nvPr/>
          </p:nvSpPr>
          <p:spPr>
            <a:xfrm>
              <a:off x="56730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7">
              <a:extLst>
                <a:ext uri="{FF2B5EF4-FFF2-40B4-BE49-F238E27FC236}">
                  <a16:creationId xmlns:a16="http://schemas.microsoft.com/office/drawing/2014/main" id="{B7014DCB-76D5-91C3-163D-1ABC01410E50}"/>
                </a:ext>
              </a:extLst>
            </p:cNvPr>
            <p:cNvSpPr/>
            <p:nvPr/>
          </p:nvSpPr>
          <p:spPr>
            <a:xfrm>
              <a:off x="62514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9" name="Google Shape;379;p37">
              <a:extLst>
                <a:ext uri="{FF2B5EF4-FFF2-40B4-BE49-F238E27FC236}">
                  <a16:creationId xmlns:a16="http://schemas.microsoft.com/office/drawing/2014/main" id="{1739FA4E-4439-72ED-4EBB-E17CF7E3CFCC}"/>
                </a:ext>
              </a:extLst>
            </p:cNvPr>
            <p:cNvSpPr/>
            <p:nvPr/>
          </p:nvSpPr>
          <p:spPr>
            <a:xfrm>
              <a:off x="68298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7">
              <a:extLst>
                <a:ext uri="{FF2B5EF4-FFF2-40B4-BE49-F238E27FC236}">
                  <a16:creationId xmlns:a16="http://schemas.microsoft.com/office/drawing/2014/main" id="{9E9B4F49-7329-BDC5-32FF-B6E86EAA9998}"/>
                </a:ext>
              </a:extLst>
            </p:cNvPr>
            <p:cNvSpPr/>
            <p:nvPr/>
          </p:nvSpPr>
          <p:spPr>
            <a:xfrm>
              <a:off x="74082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7">
              <a:extLst>
                <a:ext uri="{FF2B5EF4-FFF2-40B4-BE49-F238E27FC236}">
                  <a16:creationId xmlns:a16="http://schemas.microsoft.com/office/drawing/2014/main" id="{41E5C8A4-257A-B279-931B-CB8A4FD6993C}"/>
                </a:ext>
              </a:extLst>
            </p:cNvPr>
            <p:cNvSpPr/>
            <p:nvPr/>
          </p:nvSpPr>
          <p:spPr>
            <a:xfrm>
              <a:off x="79866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7">
              <a:extLst>
                <a:ext uri="{FF2B5EF4-FFF2-40B4-BE49-F238E27FC236}">
                  <a16:creationId xmlns:a16="http://schemas.microsoft.com/office/drawing/2014/main" id="{8CCE6BE5-1A47-06E7-FA3E-9E4DF2CC3EA0}"/>
                </a:ext>
              </a:extLst>
            </p:cNvPr>
            <p:cNvSpPr/>
            <p:nvPr/>
          </p:nvSpPr>
          <p:spPr>
            <a:xfrm>
              <a:off x="56730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7">
              <a:extLst>
                <a:ext uri="{FF2B5EF4-FFF2-40B4-BE49-F238E27FC236}">
                  <a16:creationId xmlns:a16="http://schemas.microsoft.com/office/drawing/2014/main" id="{DF44B031-1E8B-77F2-DB3E-4E94AAD082E4}"/>
                </a:ext>
              </a:extLst>
            </p:cNvPr>
            <p:cNvSpPr/>
            <p:nvPr/>
          </p:nvSpPr>
          <p:spPr>
            <a:xfrm>
              <a:off x="62514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7">
              <a:extLst>
                <a:ext uri="{FF2B5EF4-FFF2-40B4-BE49-F238E27FC236}">
                  <a16:creationId xmlns:a16="http://schemas.microsoft.com/office/drawing/2014/main" id="{D5BFBA7A-DE5E-469A-9A0B-CEA74DEF6A38}"/>
                </a:ext>
              </a:extLst>
            </p:cNvPr>
            <p:cNvSpPr/>
            <p:nvPr/>
          </p:nvSpPr>
          <p:spPr>
            <a:xfrm>
              <a:off x="68298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7">
              <a:extLst>
                <a:ext uri="{FF2B5EF4-FFF2-40B4-BE49-F238E27FC236}">
                  <a16:creationId xmlns:a16="http://schemas.microsoft.com/office/drawing/2014/main" id="{25C968F1-624A-D2C1-B598-77405635CBB5}"/>
                </a:ext>
              </a:extLst>
            </p:cNvPr>
            <p:cNvSpPr/>
            <p:nvPr/>
          </p:nvSpPr>
          <p:spPr>
            <a:xfrm>
              <a:off x="74082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7">
              <a:extLst>
                <a:ext uri="{FF2B5EF4-FFF2-40B4-BE49-F238E27FC236}">
                  <a16:creationId xmlns:a16="http://schemas.microsoft.com/office/drawing/2014/main" id="{C93A023E-4527-EECE-986E-BEB67B30AF42}"/>
                </a:ext>
              </a:extLst>
            </p:cNvPr>
            <p:cNvSpPr/>
            <p:nvPr/>
          </p:nvSpPr>
          <p:spPr>
            <a:xfrm>
              <a:off x="79866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7">
              <a:extLst>
                <a:ext uri="{FF2B5EF4-FFF2-40B4-BE49-F238E27FC236}">
                  <a16:creationId xmlns:a16="http://schemas.microsoft.com/office/drawing/2014/main" id="{1AD48D47-B00D-C99D-CF81-AF2B04717020}"/>
                </a:ext>
              </a:extLst>
            </p:cNvPr>
            <p:cNvSpPr/>
            <p:nvPr/>
          </p:nvSpPr>
          <p:spPr>
            <a:xfrm>
              <a:off x="56730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7">
              <a:extLst>
                <a:ext uri="{FF2B5EF4-FFF2-40B4-BE49-F238E27FC236}">
                  <a16:creationId xmlns:a16="http://schemas.microsoft.com/office/drawing/2014/main" id="{45E1E7DE-9D4F-31CE-5BCE-67970F0510F6}"/>
                </a:ext>
              </a:extLst>
            </p:cNvPr>
            <p:cNvSpPr/>
            <p:nvPr/>
          </p:nvSpPr>
          <p:spPr>
            <a:xfrm>
              <a:off x="62514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7">
              <a:extLst>
                <a:ext uri="{FF2B5EF4-FFF2-40B4-BE49-F238E27FC236}">
                  <a16:creationId xmlns:a16="http://schemas.microsoft.com/office/drawing/2014/main" id="{08FCEE4A-2DE9-E9E8-8507-3252B08FBB73}"/>
                </a:ext>
              </a:extLst>
            </p:cNvPr>
            <p:cNvSpPr/>
            <p:nvPr/>
          </p:nvSpPr>
          <p:spPr>
            <a:xfrm>
              <a:off x="68298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7">
              <a:extLst>
                <a:ext uri="{FF2B5EF4-FFF2-40B4-BE49-F238E27FC236}">
                  <a16:creationId xmlns:a16="http://schemas.microsoft.com/office/drawing/2014/main" id="{1FB41DE9-F0AE-8F69-8880-897EF0BC25C1}"/>
                </a:ext>
              </a:extLst>
            </p:cNvPr>
            <p:cNvSpPr/>
            <p:nvPr/>
          </p:nvSpPr>
          <p:spPr>
            <a:xfrm>
              <a:off x="74082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7">
              <a:extLst>
                <a:ext uri="{FF2B5EF4-FFF2-40B4-BE49-F238E27FC236}">
                  <a16:creationId xmlns:a16="http://schemas.microsoft.com/office/drawing/2014/main" id="{543AA2F1-3466-EA8C-3B1F-0F4FBC6A268E}"/>
                </a:ext>
              </a:extLst>
            </p:cNvPr>
            <p:cNvSpPr/>
            <p:nvPr/>
          </p:nvSpPr>
          <p:spPr>
            <a:xfrm>
              <a:off x="79866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2" name="Google Shape;392;p37">
            <a:extLst>
              <a:ext uri="{FF2B5EF4-FFF2-40B4-BE49-F238E27FC236}">
                <a16:creationId xmlns:a16="http://schemas.microsoft.com/office/drawing/2014/main" id="{B2BD0AD1-CEC2-D97C-0988-0308F3AD12FE}"/>
              </a:ext>
            </a:extLst>
          </p:cNvPr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393" name="Google Shape;393;p37">
              <a:extLst>
                <a:ext uri="{FF2B5EF4-FFF2-40B4-BE49-F238E27FC236}">
                  <a16:creationId xmlns:a16="http://schemas.microsoft.com/office/drawing/2014/main" id="{7D12D152-DC1E-F0C6-D295-D5BFF823466B}"/>
                </a:ext>
              </a:extLst>
            </p:cNvPr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7">
              <a:extLst>
                <a:ext uri="{FF2B5EF4-FFF2-40B4-BE49-F238E27FC236}">
                  <a16:creationId xmlns:a16="http://schemas.microsoft.com/office/drawing/2014/main" id="{5637229E-01FF-4BD4-3C54-B21009C1088A}"/>
                </a:ext>
              </a:extLst>
            </p:cNvPr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076D6F-B72D-61E4-D45A-02F8F31807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7034" y="1709077"/>
            <a:ext cx="480796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aheim" panose="020B0604020202020204" charset="0"/>
              </a:rPr>
              <a:t>Transformer-based sequence modeling effectively captures chess gameplay patterns but maintains ±200 Elo point accuracy limitations.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naheim" panose="020B060402020202020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aheim" panose="020B0604020202020204" charset="0"/>
              </a:rPr>
              <a:t>Single-game Elo prediction faces inherent challenges as Elo rating is supposed to be a cumulative rating of Player performance. </a:t>
            </a:r>
          </a:p>
        </p:txBody>
      </p:sp>
    </p:spTree>
    <p:extLst>
      <p:ext uri="{BB962C8B-B14F-4D97-AF65-F5344CB8AC3E}">
        <p14:creationId xmlns:p14="http://schemas.microsoft.com/office/powerpoint/2010/main" val="17869002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>
          <a:extLst>
            <a:ext uri="{FF2B5EF4-FFF2-40B4-BE49-F238E27FC236}">
              <a16:creationId xmlns:a16="http://schemas.microsoft.com/office/drawing/2014/main" id="{44398136-55F5-BA89-8AF4-54EB24810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7">
            <a:extLst>
              <a:ext uri="{FF2B5EF4-FFF2-40B4-BE49-F238E27FC236}">
                <a16:creationId xmlns:a16="http://schemas.microsoft.com/office/drawing/2014/main" id="{0FA5666F-7321-4B28-B38C-869217DF2D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FUTURE SCOPE</a:t>
            </a:r>
          </a:p>
        </p:txBody>
      </p:sp>
      <p:grpSp>
        <p:nvGrpSpPr>
          <p:cNvPr id="376" name="Google Shape;376;p37">
            <a:extLst>
              <a:ext uri="{FF2B5EF4-FFF2-40B4-BE49-F238E27FC236}">
                <a16:creationId xmlns:a16="http://schemas.microsoft.com/office/drawing/2014/main" id="{BDB80604-D895-4F48-F9FD-32417F240333}"/>
              </a:ext>
            </a:extLst>
          </p:cNvPr>
          <p:cNvGrpSpPr/>
          <p:nvPr/>
        </p:nvGrpSpPr>
        <p:grpSpPr>
          <a:xfrm>
            <a:off x="5673099" y="1739783"/>
            <a:ext cx="2750902" cy="2277618"/>
            <a:chOff x="5673099" y="1739783"/>
            <a:chExt cx="2750902" cy="2277618"/>
          </a:xfrm>
        </p:grpSpPr>
        <p:sp>
          <p:nvSpPr>
            <p:cNvPr id="377" name="Google Shape;377;p37">
              <a:extLst>
                <a:ext uri="{FF2B5EF4-FFF2-40B4-BE49-F238E27FC236}">
                  <a16:creationId xmlns:a16="http://schemas.microsoft.com/office/drawing/2014/main" id="{4E6AB3E1-2B84-0621-D76D-8677C19FCBBB}"/>
                </a:ext>
              </a:extLst>
            </p:cNvPr>
            <p:cNvSpPr/>
            <p:nvPr/>
          </p:nvSpPr>
          <p:spPr>
            <a:xfrm>
              <a:off x="56730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7">
              <a:extLst>
                <a:ext uri="{FF2B5EF4-FFF2-40B4-BE49-F238E27FC236}">
                  <a16:creationId xmlns:a16="http://schemas.microsoft.com/office/drawing/2014/main" id="{AFED8C77-9476-28C9-7CB1-DF2C7C5CB1A8}"/>
                </a:ext>
              </a:extLst>
            </p:cNvPr>
            <p:cNvSpPr/>
            <p:nvPr/>
          </p:nvSpPr>
          <p:spPr>
            <a:xfrm>
              <a:off x="62514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9" name="Google Shape;379;p37">
              <a:extLst>
                <a:ext uri="{FF2B5EF4-FFF2-40B4-BE49-F238E27FC236}">
                  <a16:creationId xmlns:a16="http://schemas.microsoft.com/office/drawing/2014/main" id="{ECA3D124-8E90-F706-2156-899985B51BA0}"/>
                </a:ext>
              </a:extLst>
            </p:cNvPr>
            <p:cNvSpPr/>
            <p:nvPr/>
          </p:nvSpPr>
          <p:spPr>
            <a:xfrm>
              <a:off x="68298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7">
              <a:extLst>
                <a:ext uri="{FF2B5EF4-FFF2-40B4-BE49-F238E27FC236}">
                  <a16:creationId xmlns:a16="http://schemas.microsoft.com/office/drawing/2014/main" id="{BFC00443-4EB1-BC59-4ADA-3C76027C1F81}"/>
                </a:ext>
              </a:extLst>
            </p:cNvPr>
            <p:cNvSpPr/>
            <p:nvPr/>
          </p:nvSpPr>
          <p:spPr>
            <a:xfrm>
              <a:off x="74082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7">
              <a:extLst>
                <a:ext uri="{FF2B5EF4-FFF2-40B4-BE49-F238E27FC236}">
                  <a16:creationId xmlns:a16="http://schemas.microsoft.com/office/drawing/2014/main" id="{89F21932-40A1-2BF0-C137-8F58FB2167EE}"/>
                </a:ext>
              </a:extLst>
            </p:cNvPr>
            <p:cNvSpPr/>
            <p:nvPr/>
          </p:nvSpPr>
          <p:spPr>
            <a:xfrm>
              <a:off x="79866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7">
              <a:extLst>
                <a:ext uri="{FF2B5EF4-FFF2-40B4-BE49-F238E27FC236}">
                  <a16:creationId xmlns:a16="http://schemas.microsoft.com/office/drawing/2014/main" id="{E506C72A-BE07-D5E7-1D14-AFA27D191724}"/>
                </a:ext>
              </a:extLst>
            </p:cNvPr>
            <p:cNvSpPr/>
            <p:nvPr/>
          </p:nvSpPr>
          <p:spPr>
            <a:xfrm>
              <a:off x="56730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7">
              <a:extLst>
                <a:ext uri="{FF2B5EF4-FFF2-40B4-BE49-F238E27FC236}">
                  <a16:creationId xmlns:a16="http://schemas.microsoft.com/office/drawing/2014/main" id="{651166C7-67D2-3A77-F2AA-CC3F6727BB41}"/>
                </a:ext>
              </a:extLst>
            </p:cNvPr>
            <p:cNvSpPr/>
            <p:nvPr/>
          </p:nvSpPr>
          <p:spPr>
            <a:xfrm>
              <a:off x="62514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7">
              <a:extLst>
                <a:ext uri="{FF2B5EF4-FFF2-40B4-BE49-F238E27FC236}">
                  <a16:creationId xmlns:a16="http://schemas.microsoft.com/office/drawing/2014/main" id="{8951F909-8960-7AAD-48ED-A1756DD9630D}"/>
                </a:ext>
              </a:extLst>
            </p:cNvPr>
            <p:cNvSpPr/>
            <p:nvPr/>
          </p:nvSpPr>
          <p:spPr>
            <a:xfrm>
              <a:off x="68298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7">
              <a:extLst>
                <a:ext uri="{FF2B5EF4-FFF2-40B4-BE49-F238E27FC236}">
                  <a16:creationId xmlns:a16="http://schemas.microsoft.com/office/drawing/2014/main" id="{03EB768E-FD2D-E76E-4DEB-2991DB33CD90}"/>
                </a:ext>
              </a:extLst>
            </p:cNvPr>
            <p:cNvSpPr/>
            <p:nvPr/>
          </p:nvSpPr>
          <p:spPr>
            <a:xfrm>
              <a:off x="74082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7">
              <a:extLst>
                <a:ext uri="{FF2B5EF4-FFF2-40B4-BE49-F238E27FC236}">
                  <a16:creationId xmlns:a16="http://schemas.microsoft.com/office/drawing/2014/main" id="{59AB7FD8-7497-0265-4CA5-F926B66C9D70}"/>
                </a:ext>
              </a:extLst>
            </p:cNvPr>
            <p:cNvSpPr/>
            <p:nvPr/>
          </p:nvSpPr>
          <p:spPr>
            <a:xfrm>
              <a:off x="79866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7">
              <a:extLst>
                <a:ext uri="{FF2B5EF4-FFF2-40B4-BE49-F238E27FC236}">
                  <a16:creationId xmlns:a16="http://schemas.microsoft.com/office/drawing/2014/main" id="{F186D55F-6434-BFAD-4FBB-B153CAAAE6B8}"/>
                </a:ext>
              </a:extLst>
            </p:cNvPr>
            <p:cNvSpPr/>
            <p:nvPr/>
          </p:nvSpPr>
          <p:spPr>
            <a:xfrm>
              <a:off x="56730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7">
              <a:extLst>
                <a:ext uri="{FF2B5EF4-FFF2-40B4-BE49-F238E27FC236}">
                  <a16:creationId xmlns:a16="http://schemas.microsoft.com/office/drawing/2014/main" id="{EE73665E-5635-CF93-44B2-D93702D72ED8}"/>
                </a:ext>
              </a:extLst>
            </p:cNvPr>
            <p:cNvSpPr/>
            <p:nvPr/>
          </p:nvSpPr>
          <p:spPr>
            <a:xfrm>
              <a:off x="62514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7">
              <a:extLst>
                <a:ext uri="{FF2B5EF4-FFF2-40B4-BE49-F238E27FC236}">
                  <a16:creationId xmlns:a16="http://schemas.microsoft.com/office/drawing/2014/main" id="{8F77B6FC-47C4-4423-E730-B4BE767EC114}"/>
                </a:ext>
              </a:extLst>
            </p:cNvPr>
            <p:cNvSpPr/>
            <p:nvPr/>
          </p:nvSpPr>
          <p:spPr>
            <a:xfrm>
              <a:off x="68298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7">
              <a:extLst>
                <a:ext uri="{FF2B5EF4-FFF2-40B4-BE49-F238E27FC236}">
                  <a16:creationId xmlns:a16="http://schemas.microsoft.com/office/drawing/2014/main" id="{2A9383E0-96FC-8453-BF72-10F69A495270}"/>
                </a:ext>
              </a:extLst>
            </p:cNvPr>
            <p:cNvSpPr/>
            <p:nvPr/>
          </p:nvSpPr>
          <p:spPr>
            <a:xfrm>
              <a:off x="74082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7">
              <a:extLst>
                <a:ext uri="{FF2B5EF4-FFF2-40B4-BE49-F238E27FC236}">
                  <a16:creationId xmlns:a16="http://schemas.microsoft.com/office/drawing/2014/main" id="{8568C717-6AE3-93B6-6D20-6F52440A7FEC}"/>
                </a:ext>
              </a:extLst>
            </p:cNvPr>
            <p:cNvSpPr/>
            <p:nvPr/>
          </p:nvSpPr>
          <p:spPr>
            <a:xfrm>
              <a:off x="79866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2" name="Google Shape;392;p37">
            <a:extLst>
              <a:ext uri="{FF2B5EF4-FFF2-40B4-BE49-F238E27FC236}">
                <a16:creationId xmlns:a16="http://schemas.microsoft.com/office/drawing/2014/main" id="{7FF508FF-80A8-6941-5702-0158CA761D90}"/>
              </a:ext>
            </a:extLst>
          </p:cNvPr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393" name="Google Shape;393;p37">
              <a:extLst>
                <a:ext uri="{FF2B5EF4-FFF2-40B4-BE49-F238E27FC236}">
                  <a16:creationId xmlns:a16="http://schemas.microsoft.com/office/drawing/2014/main" id="{A65ED676-F8C5-E62C-4955-9198449DCD7B}"/>
                </a:ext>
              </a:extLst>
            </p:cNvPr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7">
              <a:extLst>
                <a:ext uri="{FF2B5EF4-FFF2-40B4-BE49-F238E27FC236}">
                  <a16:creationId xmlns:a16="http://schemas.microsoft.com/office/drawing/2014/main" id="{FE632E66-960D-5AA0-93C1-4540FEF1F34B}"/>
                </a:ext>
              </a:extLst>
            </p:cNvPr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7332F1-7412-0AFA-3060-AB0F324E0A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7034" y="1847576"/>
            <a:ext cx="480796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800" dirty="0"/>
              <a:t>Future improvements require better normalization, deeper contextual features, and additional metadata.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solidFill>
                <a:schemeClr val="tx1"/>
              </a:solidFill>
              <a:latin typeface="Anaheim" panose="020B060402020202020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800" dirty="0"/>
              <a:t>Explore enhanced feature engineering with additional chess context and alternative non-sequential modeling techniques like CNNs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naheim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9433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40">
          <a:extLst>
            <a:ext uri="{FF2B5EF4-FFF2-40B4-BE49-F238E27FC236}">
              <a16:creationId xmlns:a16="http://schemas.microsoft.com/office/drawing/2014/main" id="{AB4C874F-E617-F120-0E41-713235712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3">
            <a:extLst>
              <a:ext uri="{FF2B5EF4-FFF2-40B4-BE49-F238E27FC236}">
                <a16:creationId xmlns:a16="http://schemas.microsoft.com/office/drawing/2014/main" id="{23783FF6-E181-7D0C-0525-97ADD46D97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8100" y="930075"/>
            <a:ext cx="6367800" cy="328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/>
              <a:t>IS EVAL BY TIME </a:t>
            </a:r>
            <a:br>
              <a:rPr lang="en" sz="7200" dirty="0"/>
            </a:br>
            <a:r>
              <a:rPr lang="en" sz="7200" dirty="0"/>
              <a:t>ENOUGH?</a:t>
            </a:r>
            <a:endParaRPr sz="7200" dirty="0"/>
          </a:p>
        </p:txBody>
      </p:sp>
      <p:sp>
        <p:nvSpPr>
          <p:cNvPr id="542" name="Google Shape;542;p43">
            <a:extLst>
              <a:ext uri="{FF2B5EF4-FFF2-40B4-BE49-F238E27FC236}">
                <a16:creationId xmlns:a16="http://schemas.microsoft.com/office/drawing/2014/main" id="{263B1B68-7D6B-0442-EC1B-B1FDD83130D5}"/>
              </a:ext>
            </a:extLst>
          </p:cNvPr>
          <p:cNvSpPr/>
          <p:nvPr/>
        </p:nvSpPr>
        <p:spPr>
          <a:xfrm rot="-5400000" flipH="1">
            <a:off x="7553753" y="1597685"/>
            <a:ext cx="1310058" cy="3320287"/>
          </a:xfrm>
          <a:custGeom>
            <a:avLst/>
            <a:gdLst/>
            <a:ahLst/>
            <a:cxnLst/>
            <a:rect l="l" t="t" r="r" b="b"/>
            <a:pathLst>
              <a:path w="16063" h="40711" extrusionOk="0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43">
            <a:extLst>
              <a:ext uri="{FF2B5EF4-FFF2-40B4-BE49-F238E27FC236}">
                <a16:creationId xmlns:a16="http://schemas.microsoft.com/office/drawing/2014/main" id="{27455176-C159-1FC2-C202-0512423051D7}"/>
              </a:ext>
            </a:extLst>
          </p:cNvPr>
          <p:cNvSpPr/>
          <p:nvPr/>
        </p:nvSpPr>
        <p:spPr>
          <a:xfrm rot="5400000">
            <a:off x="259728" y="1597685"/>
            <a:ext cx="1310058" cy="3320287"/>
          </a:xfrm>
          <a:custGeom>
            <a:avLst/>
            <a:gdLst/>
            <a:ahLst/>
            <a:cxnLst/>
            <a:rect l="l" t="t" r="r" b="b"/>
            <a:pathLst>
              <a:path w="16063" h="40711" extrusionOk="0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43">
            <a:extLst>
              <a:ext uri="{FF2B5EF4-FFF2-40B4-BE49-F238E27FC236}">
                <a16:creationId xmlns:a16="http://schemas.microsoft.com/office/drawing/2014/main" id="{5EAC8B15-83ED-1745-71EB-9079FF08C325}"/>
              </a:ext>
            </a:extLst>
          </p:cNvPr>
          <p:cNvSpPr/>
          <p:nvPr/>
        </p:nvSpPr>
        <p:spPr>
          <a:xfrm>
            <a:off x="720001" y="1256374"/>
            <a:ext cx="884812" cy="1310042"/>
          </a:xfrm>
          <a:custGeom>
            <a:avLst/>
            <a:gdLst/>
            <a:ahLst/>
            <a:cxnLst/>
            <a:rect l="l" t="t" r="r" b="b"/>
            <a:pathLst>
              <a:path w="9331" h="13815" extrusionOk="0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43">
            <a:extLst>
              <a:ext uri="{FF2B5EF4-FFF2-40B4-BE49-F238E27FC236}">
                <a16:creationId xmlns:a16="http://schemas.microsoft.com/office/drawing/2014/main" id="{056BEFE1-4B72-6AD7-4EA3-1A8B1E370433}"/>
              </a:ext>
            </a:extLst>
          </p:cNvPr>
          <p:cNvSpPr/>
          <p:nvPr/>
        </p:nvSpPr>
        <p:spPr>
          <a:xfrm rot="10800000">
            <a:off x="7539176" y="1256374"/>
            <a:ext cx="884812" cy="1310042"/>
          </a:xfrm>
          <a:custGeom>
            <a:avLst/>
            <a:gdLst/>
            <a:ahLst/>
            <a:cxnLst/>
            <a:rect l="l" t="t" r="r" b="b"/>
            <a:pathLst>
              <a:path w="9331" h="13815" extrusionOk="0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43">
            <a:extLst>
              <a:ext uri="{FF2B5EF4-FFF2-40B4-BE49-F238E27FC236}">
                <a16:creationId xmlns:a16="http://schemas.microsoft.com/office/drawing/2014/main" id="{0B43AC97-78F2-CE7F-32E9-3577C5C2D549}"/>
              </a:ext>
            </a:extLst>
          </p:cNvPr>
          <p:cNvSpPr/>
          <p:nvPr/>
        </p:nvSpPr>
        <p:spPr>
          <a:xfrm>
            <a:off x="3812225" y="743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43">
            <a:extLst>
              <a:ext uri="{FF2B5EF4-FFF2-40B4-BE49-F238E27FC236}">
                <a16:creationId xmlns:a16="http://schemas.microsoft.com/office/drawing/2014/main" id="{F92D5A44-EF49-0296-847B-460225D4E020}"/>
              </a:ext>
            </a:extLst>
          </p:cNvPr>
          <p:cNvSpPr/>
          <p:nvPr/>
        </p:nvSpPr>
        <p:spPr>
          <a:xfrm>
            <a:off x="4482425" y="743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43">
            <a:extLst>
              <a:ext uri="{FF2B5EF4-FFF2-40B4-BE49-F238E27FC236}">
                <a16:creationId xmlns:a16="http://schemas.microsoft.com/office/drawing/2014/main" id="{15127255-5DAD-D252-9FB6-02597E58115D}"/>
              </a:ext>
            </a:extLst>
          </p:cNvPr>
          <p:cNvSpPr/>
          <p:nvPr/>
        </p:nvSpPr>
        <p:spPr>
          <a:xfrm>
            <a:off x="5152625" y="743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43">
            <a:extLst>
              <a:ext uri="{FF2B5EF4-FFF2-40B4-BE49-F238E27FC236}">
                <a16:creationId xmlns:a16="http://schemas.microsoft.com/office/drawing/2014/main" id="{C51B2657-E298-86DF-AC9F-68CC44B8671F}"/>
              </a:ext>
            </a:extLst>
          </p:cNvPr>
          <p:cNvSpPr/>
          <p:nvPr/>
        </p:nvSpPr>
        <p:spPr>
          <a:xfrm>
            <a:off x="3812225" y="4220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43">
            <a:extLst>
              <a:ext uri="{FF2B5EF4-FFF2-40B4-BE49-F238E27FC236}">
                <a16:creationId xmlns:a16="http://schemas.microsoft.com/office/drawing/2014/main" id="{D141955A-A2FD-6154-484A-D2A2C7DAB967}"/>
              </a:ext>
            </a:extLst>
          </p:cNvPr>
          <p:cNvSpPr/>
          <p:nvPr/>
        </p:nvSpPr>
        <p:spPr>
          <a:xfrm>
            <a:off x="4482425" y="4220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43">
            <a:extLst>
              <a:ext uri="{FF2B5EF4-FFF2-40B4-BE49-F238E27FC236}">
                <a16:creationId xmlns:a16="http://schemas.microsoft.com/office/drawing/2014/main" id="{7AC0DB7C-0D45-E940-B924-56AA6B453596}"/>
              </a:ext>
            </a:extLst>
          </p:cNvPr>
          <p:cNvSpPr/>
          <p:nvPr/>
        </p:nvSpPr>
        <p:spPr>
          <a:xfrm>
            <a:off x="5152625" y="4220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28238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F31E339-D94F-51EA-75BB-52E98D900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ED40C4B-7B76-A105-D8FD-E99C4C6C9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692550"/>
            <a:ext cx="3984347" cy="2372100"/>
          </a:xfrm>
        </p:spPr>
        <p:txBody>
          <a:bodyPr/>
          <a:lstStyle/>
          <a:p>
            <a:r>
              <a:rPr lang="en-US" b="1" dirty="0"/>
              <a:t>Model</a:t>
            </a:r>
            <a:r>
              <a:rPr lang="en-US" dirty="0"/>
              <a:t>: NN (MLP Regressor)</a:t>
            </a:r>
          </a:p>
          <a:p>
            <a:r>
              <a:rPr lang="en-US" b="1" dirty="0"/>
              <a:t>Features</a:t>
            </a:r>
            <a:r>
              <a:rPr lang="en-US" dirty="0"/>
              <a:t>: Elo (Both players), Game Result &amp; Evaluation Time series.</a:t>
            </a:r>
          </a:p>
          <a:p>
            <a:r>
              <a:rPr lang="en-US" dirty="0"/>
              <a:t>Ran stockfish evaluation on more games.</a:t>
            </a:r>
          </a:p>
          <a:p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E0141BD-0847-202C-1763-581DD1EAE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 AND TIME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50B47ED-1C99-558E-60BD-28C033DEE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2328" y="1311893"/>
            <a:ext cx="4199523" cy="251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7238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01D85DA-6394-195D-E397-2DFBAF507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04A1E88-6360-DD8D-B09C-B8B171D13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1" y="1692550"/>
            <a:ext cx="3422874" cy="2372100"/>
          </a:xfrm>
        </p:spPr>
        <p:txBody>
          <a:bodyPr/>
          <a:lstStyle/>
          <a:p>
            <a:r>
              <a:rPr lang="en-US" dirty="0"/>
              <a:t>Significantly rely on the </a:t>
            </a:r>
            <a:r>
              <a:rPr lang="en-US" b="1" dirty="0"/>
              <a:t>opponent </a:t>
            </a:r>
            <a:r>
              <a:rPr lang="en-US" b="1" dirty="0" err="1"/>
              <a:t>elo</a:t>
            </a:r>
            <a:r>
              <a:rPr lang="en-US" b="1" dirty="0"/>
              <a:t> </a:t>
            </a:r>
            <a:r>
              <a:rPr lang="en-US" dirty="0"/>
              <a:t>information.</a:t>
            </a:r>
          </a:p>
          <a:p>
            <a:r>
              <a:rPr lang="en-US" b="1" dirty="0"/>
              <a:t>Similar</a:t>
            </a:r>
            <a:r>
              <a:rPr lang="en-US" dirty="0"/>
              <a:t> </a:t>
            </a:r>
            <a:r>
              <a:rPr lang="en-US" b="1" dirty="0"/>
              <a:t>rating</a:t>
            </a:r>
            <a:r>
              <a:rPr lang="en-US" dirty="0"/>
              <a:t> due to matchmaking.</a:t>
            </a:r>
          </a:p>
          <a:p>
            <a:r>
              <a:rPr lang="en-US" dirty="0"/>
              <a:t>Big </a:t>
            </a:r>
            <a:r>
              <a:rPr lang="en-US" dirty="0" err="1"/>
              <a:t>elo</a:t>
            </a:r>
            <a:r>
              <a:rPr lang="en-US" dirty="0"/>
              <a:t> difference ignored.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9959D22C-F69F-FCA2-403C-552F87E95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B1A982D-D9AB-2A53-6510-E438DADF8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102" y="1271337"/>
            <a:ext cx="4626143" cy="308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5559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61E521-319E-DBE4-E402-D764AF450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687503"/>
            <a:ext cx="2652853" cy="2372100"/>
          </a:xfrm>
        </p:spPr>
        <p:txBody>
          <a:bodyPr/>
          <a:lstStyle/>
          <a:p>
            <a:r>
              <a:rPr lang="en-US" dirty="0"/>
              <a:t>Significantly poor </a:t>
            </a:r>
            <a:r>
              <a:rPr lang="en-US" b="1" dirty="0"/>
              <a:t>performance.</a:t>
            </a:r>
          </a:p>
          <a:p>
            <a:r>
              <a:rPr lang="en-US" dirty="0"/>
              <a:t>Suggests </a:t>
            </a:r>
            <a:r>
              <a:rPr lang="en-US" b="1" dirty="0"/>
              <a:t>low co-relation</a:t>
            </a:r>
            <a:r>
              <a:rPr lang="en-US" dirty="0"/>
              <a:t> between Eval by Time vs Elo</a:t>
            </a:r>
          </a:p>
          <a:p>
            <a:r>
              <a:rPr lang="en-US" dirty="0"/>
              <a:t>Which is unlikely.</a:t>
            </a:r>
          </a:p>
          <a:p>
            <a:r>
              <a:rPr lang="en-US" dirty="0"/>
              <a:t>Features need to be engineered better.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C53E888-BFA5-7B75-FCC5-913EE7E92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WITHOUT OPP ELO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BCB1E18-4B3A-B954-2274-283AC3975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632" y="1279357"/>
            <a:ext cx="4938368" cy="2963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2961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B96D4B1-A4F4-A2BF-BF91-C1E41CA40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63C58A2-BD46-9B05-DC39-9E71163BD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 ERRORS</a:t>
            </a:r>
          </a:p>
        </p:txBody>
      </p:sp>
      <p:sp>
        <p:nvSpPr>
          <p:cNvPr id="12" name="Google Shape;405;p38">
            <a:extLst>
              <a:ext uri="{FF2B5EF4-FFF2-40B4-BE49-F238E27FC236}">
                <a16:creationId xmlns:a16="http://schemas.microsoft.com/office/drawing/2014/main" id="{EB7D4881-3CB4-F743-EB85-5A45DD12BC01}"/>
              </a:ext>
            </a:extLst>
          </p:cNvPr>
          <p:cNvSpPr txBox="1">
            <a:spLocks/>
          </p:cNvSpPr>
          <p:nvPr/>
        </p:nvSpPr>
        <p:spPr>
          <a:xfrm>
            <a:off x="1377714" y="3821966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 dirty="0">
                <a:solidFill>
                  <a:schemeClr val="dk1"/>
                </a:solidFill>
                <a:latin typeface="Oranienbaum"/>
                <a:sym typeface="Oranienbaum"/>
              </a:rPr>
              <a:t>WITH OPP ELO</a:t>
            </a:r>
            <a:endParaRPr lang="en-US" sz="2800" b="1" dirty="0">
              <a:solidFill>
                <a:schemeClr val="dk1"/>
              </a:solidFill>
              <a:latin typeface="Oranienbaum"/>
              <a:sym typeface="Oranienbaum"/>
            </a:endParaRPr>
          </a:p>
        </p:txBody>
      </p:sp>
      <p:sp>
        <p:nvSpPr>
          <p:cNvPr id="13" name="Google Shape;407;p38">
            <a:extLst>
              <a:ext uri="{FF2B5EF4-FFF2-40B4-BE49-F238E27FC236}">
                <a16:creationId xmlns:a16="http://schemas.microsoft.com/office/drawing/2014/main" id="{5A04E7E2-D6FE-1BCF-309E-8546D45C8B36}"/>
              </a:ext>
            </a:extLst>
          </p:cNvPr>
          <p:cNvSpPr txBox="1">
            <a:spLocks/>
          </p:cNvSpPr>
          <p:nvPr/>
        </p:nvSpPr>
        <p:spPr>
          <a:xfrm>
            <a:off x="5396288" y="3821966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 dirty="0">
                <a:solidFill>
                  <a:schemeClr val="dk1"/>
                </a:solidFill>
                <a:latin typeface="Oranienbaum"/>
              </a:rPr>
              <a:t>WITHOUT OPP ELO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142F31-CF76-D932-559F-FC1E8160C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539" y="1376538"/>
            <a:ext cx="3554455" cy="21326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BF977C8-90C4-0772-AB06-15BC1588F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1006" y="1376538"/>
            <a:ext cx="3554455" cy="2132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6814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B79ED90-75F9-B134-80F0-5AAB6D242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121E38B-C531-4995-4C11-AEED51DF9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PREDICTING AVG ELO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83E9E1-F7A8-1AD5-F5A7-3DB2286FD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434" y="1054234"/>
            <a:ext cx="3560560" cy="26520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27475EC-E4DA-D933-C7FD-612559DD2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1006" y="1054235"/>
            <a:ext cx="3560560" cy="2652003"/>
          </a:xfrm>
          <a:prstGeom prst="rect">
            <a:avLst/>
          </a:prstGeom>
        </p:spPr>
      </p:pic>
      <p:sp>
        <p:nvSpPr>
          <p:cNvPr id="12" name="Google Shape;405;p38">
            <a:extLst>
              <a:ext uri="{FF2B5EF4-FFF2-40B4-BE49-F238E27FC236}">
                <a16:creationId xmlns:a16="http://schemas.microsoft.com/office/drawing/2014/main" id="{DFAEA877-7D7A-F0A5-383A-3DB2B3F59AFC}"/>
              </a:ext>
            </a:extLst>
          </p:cNvPr>
          <p:cNvSpPr txBox="1">
            <a:spLocks/>
          </p:cNvSpPr>
          <p:nvPr/>
        </p:nvSpPr>
        <p:spPr>
          <a:xfrm>
            <a:off x="1377714" y="3821966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 dirty="0">
                <a:solidFill>
                  <a:schemeClr val="dk1"/>
                </a:solidFill>
                <a:latin typeface="Oranienbaum"/>
                <a:sym typeface="Oranienbaum"/>
              </a:rPr>
              <a:t>NEURAL NETWORK</a:t>
            </a:r>
            <a:endParaRPr lang="en-US" sz="2800" b="1" dirty="0">
              <a:solidFill>
                <a:schemeClr val="dk1"/>
              </a:solidFill>
              <a:latin typeface="Oranienbaum"/>
              <a:sym typeface="Oranienbaum"/>
            </a:endParaRPr>
          </a:p>
        </p:txBody>
      </p:sp>
      <p:sp>
        <p:nvSpPr>
          <p:cNvPr id="13" name="Google Shape;407;p38">
            <a:extLst>
              <a:ext uri="{FF2B5EF4-FFF2-40B4-BE49-F238E27FC236}">
                <a16:creationId xmlns:a16="http://schemas.microsoft.com/office/drawing/2014/main" id="{9191FE33-40E0-9785-75E1-A5967F9E4F32}"/>
              </a:ext>
            </a:extLst>
          </p:cNvPr>
          <p:cNvSpPr txBox="1">
            <a:spLocks/>
          </p:cNvSpPr>
          <p:nvPr/>
        </p:nvSpPr>
        <p:spPr>
          <a:xfrm>
            <a:off x="5396288" y="3821966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 dirty="0">
                <a:solidFill>
                  <a:schemeClr val="dk1"/>
                </a:solidFill>
                <a:latin typeface="Oranienbaum"/>
              </a:rPr>
              <a:t>RANDOM FOREST</a:t>
            </a:r>
          </a:p>
        </p:txBody>
      </p:sp>
    </p:spTree>
    <p:extLst>
      <p:ext uri="{BB962C8B-B14F-4D97-AF65-F5344CB8AC3E}">
        <p14:creationId xmlns:p14="http://schemas.microsoft.com/office/powerpoint/2010/main" val="27196035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C5159C8-DD69-2D33-EA3B-7389A3DBA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18F282-688B-E751-503D-B96AC18EB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006" y="1054235"/>
            <a:ext cx="3560559" cy="265667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CF5981-81AB-AA78-CB37-856D5DF49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435" y="1054234"/>
            <a:ext cx="3578976" cy="265200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9663AED4-4A78-EFEC-314D-083635D99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PREDICTING ELO DIFF</a:t>
            </a:r>
          </a:p>
        </p:txBody>
      </p:sp>
      <p:sp>
        <p:nvSpPr>
          <p:cNvPr id="12" name="Google Shape;405;p38">
            <a:extLst>
              <a:ext uri="{FF2B5EF4-FFF2-40B4-BE49-F238E27FC236}">
                <a16:creationId xmlns:a16="http://schemas.microsoft.com/office/drawing/2014/main" id="{CE3B2FC1-48EB-8885-FA66-49D3BF53C359}"/>
              </a:ext>
            </a:extLst>
          </p:cNvPr>
          <p:cNvSpPr txBox="1">
            <a:spLocks/>
          </p:cNvSpPr>
          <p:nvPr/>
        </p:nvSpPr>
        <p:spPr>
          <a:xfrm>
            <a:off x="1377714" y="3821966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 dirty="0">
                <a:solidFill>
                  <a:schemeClr val="dk1"/>
                </a:solidFill>
                <a:latin typeface="Oranienbaum"/>
                <a:sym typeface="Oranienbaum"/>
              </a:rPr>
              <a:t>NEURAL NETWORK</a:t>
            </a:r>
            <a:endParaRPr lang="en-US" sz="2800" b="1" dirty="0">
              <a:solidFill>
                <a:schemeClr val="dk1"/>
              </a:solidFill>
              <a:latin typeface="Oranienbaum"/>
              <a:sym typeface="Oranienbaum"/>
            </a:endParaRPr>
          </a:p>
        </p:txBody>
      </p:sp>
      <p:sp>
        <p:nvSpPr>
          <p:cNvPr id="13" name="Google Shape;407;p38">
            <a:extLst>
              <a:ext uri="{FF2B5EF4-FFF2-40B4-BE49-F238E27FC236}">
                <a16:creationId xmlns:a16="http://schemas.microsoft.com/office/drawing/2014/main" id="{3D75085F-B16E-ED40-8A4E-9D64DFA2AB04}"/>
              </a:ext>
            </a:extLst>
          </p:cNvPr>
          <p:cNvSpPr txBox="1">
            <a:spLocks/>
          </p:cNvSpPr>
          <p:nvPr/>
        </p:nvSpPr>
        <p:spPr>
          <a:xfrm>
            <a:off x="5396288" y="3821966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 dirty="0">
                <a:solidFill>
                  <a:schemeClr val="dk1"/>
                </a:solidFill>
                <a:latin typeface="Oranienbaum"/>
              </a:rPr>
              <a:t>RANDOM FOREST</a:t>
            </a:r>
          </a:p>
        </p:txBody>
      </p:sp>
    </p:spTree>
    <p:extLst>
      <p:ext uri="{BB962C8B-B14F-4D97-AF65-F5344CB8AC3E}">
        <p14:creationId xmlns:p14="http://schemas.microsoft.com/office/powerpoint/2010/main" val="33640213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40">
          <a:extLst>
            <a:ext uri="{FF2B5EF4-FFF2-40B4-BE49-F238E27FC236}">
              <a16:creationId xmlns:a16="http://schemas.microsoft.com/office/drawing/2014/main" id="{986BBEF8-D92D-BD70-E773-05AD20318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3">
            <a:extLst>
              <a:ext uri="{FF2B5EF4-FFF2-40B4-BE49-F238E27FC236}">
                <a16:creationId xmlns:a16="http://schemas.microsoft.com/office/drawing/2014/main" id="{C881F557-3EAD-8899-415F-4401CDB7E5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8100" y="930075"/>
            <a:ext cx="6367800" cy="328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/>
              <a:t>IS EVAL BY TIME </a:t>
            </a:r>
            <a:br>
              <a:rPr lang="en" sz="7200" dirty="0"/>
            </a:br>
            <a:r>
              <a:rPr lang="en" sz="7200" dirty="0"/>
              <a:t>ENOUGH?</a:t>
            </a:r>
            <a:endParaRPr sz="7200" dirty="0"/>
          </a:p>
        </p:txBody>
      </p:sp>
      <p:sp>
        <p:nvSpPr>
          <p:cNvPr id="542" name="Google Shape;542;p43">
            <a:extLst>
              <a:ext uri="{FF2B5EF4-FFF2-40B4-BE49-F238E27FC236}">
                <a16:creationId xmlns:a16="http://schemas.microsoft.com/office/drawing/2014/main" id="{65B26E5C-BD3E-796F-E1C1-EC53EC30ACE8}"/>
              </a:ext>
            </a:extLst>
          </p:cNvPr>
          <p:cNvSpPr/>
          <p:nvPr/>
        </p:nvSpPr>
        <p:spPr>
          <a:xfrm rot="-5400000" flipH="1">
            <a:off x="7553753" y="1597685"/>
            <a:ext cx="1310058" cy="3320287"/>
          </a:xfrm>
          <a:custGeom>
            <a:avLst/>
            <a:gdLst/>
            <a:ahLst/>
            <a:cxnLst/>
            <a:rect l="l" t="t" r="r" b="b"/>
            <a:pathLst>
              <a:path w="16063" h="40711" extrusionOk="0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43">
            <a:extLst>
              <a:ext uri="{FF2B5EF4-FFF2-40B4-BE49-F238E27FC236}">
                <a16:creationId xmlns:a16="http://schemas.microsoft.com/office/drawing/2014/main" id="{EC93B4D4-1DA2-2478-E172-B2FFEF0FDFE0}"/>
              </a:ext>
            </a:extLst>
          </p:cNvPr>
          <p:cNvSpPr/>
          <p:nvPr/>
        </p:nvSpPr>
        <p:spPr>
          <a:xfrm rot="5400000">
            <a:off x="259728" y="1597685"/>
            <a:ext cx="1310058" cy="3320287"/>
          </a:xfrm>
          <a:custGeom>
            <a:avLst/>
            <a:gdLst/>
            <a:ahLst/>
            <a:cxnLst/>
            <a:rect l="l" t="t" r="r" b="b"/>
            <a:pathLst>
              <a:path w="16063" h="40711" extrusionOk="0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43">
            <a:extLst>
              <a:ext uri="{FF2B5EF4-FFF2-40B4-BE49-F238E27FC236}">
                <a16:creationId xmlns:a16="http://schemas.microsoft.com/office/drawing/2014/main" id="{C067DE28-DF6D-019F-C6A4-1855F7642A29}"/>
              </a:ext>
            </a:extLst>
          </p:cNvPr>
          <p:cNvSpPr/>
          <p:nvPr/>
        </p:nvSpPr>
        <p:spPr>
          <a:xfrm>
            <a:off x="720001" y="1256374"/>
            <a:ext cx="884812" cy="1310042"/>
          </a:xfrm>
          <a:custGeom>
            <a:avLst/>
            <a:gdLst/>
            <a:ahLst/>
            <a:cxnLst/>
            <a:rect l="l" t="t" r="r" b="b"/>
            <a:pathLst>
              <a:path w="9331" h="13815" extrusionOk="0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43">
            <a:extLst>
              <a:ext uri="{FF2B5EF4-FFF2-40B4-BE49-F238E27FC236}">
                <a16:creationId xmlns:a16="http://schemas.microsoft.com/office/drawing/2014/main" id="{E87D90A5-0FDD-678A-FCBF-7447FA45997C}"/>
              </a:ext>
            </a:extLst>
          </p:cNvPr>
          <p:cNvSpPr/>
          <p:nvPr/>
        </p:nvSpPr>
        <p:spPr>
          <a:xfrm rot="10800000">
            <a:off x="7539176" y="1256374"/>
            <a:ext cx="884812" cy="1310042"/>
          </a:xfrm>
          <a:custGeom>
            <a:avLst/>
            <a:gdLst/>
            <a:ahLst/>
            <a:cxnLst/>
            <a:rect l="l" t="t" r="r" b="b"/>
            <a:pathLst>
              <a:path w="9331" h="13815" extrusionOk="0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43">
            <a:extLst>
              <a:ext uri="{FF2B5EF4-FFF2-40B4-BE49-F238E27FC236}">
                <a16:creationId xmlns:a16="http://schemas.microsoft.com/office/drawing/2014/main" id="{0044D7DB-6CE4-E09F-ABA9-7C28FB13756D}"/>
              </a:ext>
            </a:extLst>
          </p:cNvPr>
          <p:cNvSpPr/>
          <p:nvPr/>
        </p:nvSpPr>
        <p:spPr>
          <a:xfrm>
            <a:off x="3812225" y="743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43">
            <a:extLst>
              <a:ext uri="{FF2B5EF4-FFF2-40B4-BE49-F238E27FC236}">
                <a16:creationId xmlns:a16="http://schemas.microsoft.com/office/drawing/2014/main" id="{A16D96B7-AA61-6770-57DA-6E827F5B5609}"/>
              </a:ext>
            </a:extLst>
          </p:cNvPr>
          <p:cNvSpPr/>
          <p:nvPr/>
        </p:nvSpPr>
        <p:spPr>
          <a:xfrm>
            <a:off x="4482425" y="743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43">
            <a:extLst>
              <a:ext uri="{FF2B5EF4-FFF2-40B4-BE49-F238E27FC236}">
                <a16:creationId xmlns:a16="http://schemas.microsoft.com/office/drawing/2014/main" id="{DB04852A-20EB-3E4A-8F9F-EC67E95C1060}"/>
              </a:ext>
            </a:extLst>
          </p:cNvPr>
          <p:cNvSpPr/>
          <p:nvPr/>
        </p:nvSpPr>
        <p:spPr>
          <a:xfrm>
            <a:off x="5152625" y="743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43">
            <a:extLst>
              <a:ext uri="{FF2B5EF4-FFF2-40B4-BE49-F238E27FC236}">
                <a16:creationId xmlns:a16="http://schemas.microsoft.com/office/drawing/2014/main" id="{F53F7061-484D-7899-95AF-FD976DBB37F1}"/>
              </a:ext>
            </a:extLst>
          </p:cNvPr>
          <p:cNvSpPr/>
          <p:nvPr/>
        </p:nvSpPr>
        <p:spPr>
          <a:xfrm>
            <a:off x="3812225" y="4220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43">
            <a:extLst>
              <a:ext uri="{FF2B5EF4-FFF2-40B4-BE49-F238E27FC236}">
                <a16:creationId xmlns:a16="http://schemas.microsoft.com/office/drawing/2014/main" id="{4278387B-D73B-14B8-2754-3F1698A6F175}"/>
              </a:ext>
            </a:extLst>
          </p:cNvPr>
          <p:cNvSpPr/>
          <p:nvPr/>
        </p:nvSpPr>
        <p:spPr>
          <a:xfrm>
            <a:off x="4482425" y="4220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43">
            <a:extLst>
              <a:ext uri="{FF2B5EF4-FFF2-40B4-BE49-F238E27FC236}">
                <a16:creationId xmlns:a16="http://schemas.microsoft.com/office/drawing/2014/main" id="{01A30A18-3D46-EAE7-C17F-792C7E0D946D}"/>
              </a:ext>
            </a:extLst>
          </p:cNvPr>
          <p:cNvSpPr/>
          <p:nvPr/>
        </p:nvSpPr>
        <p:spPr>
          <a:xfrm>
            <a:off x="5152625" y="4220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65974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5"/>
          <p:cNvSpPr txBox="1">
            <a:spLocks noGrp="1"/>
          </p:cNvSpPr>
          <p:nvPr>
            <p:ph type="title"/>
          </p:nvPr>
        </p:nvSpPr>
        <p:spPr>
          <a:xfrm>
            <a:off x="720000" y="2318322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NO!</a:t>
            </a:r>
            <a:endParaRPr dirty="0"/>
          </a:p>
        </p:txBody>
      </p:sp>
      <p:sp>
        <p:nvSpPr>
          <p:cNvPr id="359" name="Google Shape;359;p35"/>
          <p:cNvSpPr txBox="1">
            <a:spLocks noGrp="1"/>
          </p:cNvSpPr>
          <p:nvPr>
            <p:ph type="subTitle" idx="1"/>
          </p:nvPr>
        </p:nvSpPr>
        <p:spPr>
          <a:xfrm>
            <a:off x="720000" y="3651600"/>
            <a:ext cx="3475200" cy="95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models lack context and rely heavily on opponent ratings.</a:t>
            </a:r>
            <a:endParaRPr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73">
          <a:extLst>
            <a:ext uri="{FF2B5EF4-FFF2-40B4-BE49-F238E27FC236}">
              <a16:creationId xmlns:a16="http://schemas.microsoft.com/office/drawing/2014/main" id="{34377439-6DAC-65F4-4C64-678F6ED0D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7">
            <a:extLst>
              <a:ext uri="{FF2B5EF4-FFF2-40B4-BE49-F238E27FC236}">
                <a16:creationId xmlns:a16="http://schemas.microsoft.com/office/drawing/2014/main" id="{41ACF5C2-9D62-F0D2-A7E4-B8E7091A54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FEATURES</a:t>
            </a:r>
            <a:endParaRPr dirty="0"/>
          </a:p>
        </p:txBody>
      </p:sp>
      <p:sp>
        <p:nvSpPr>
          <p:cNvPr id="375" name="Google Shape;375;p37">
            <a:extLst>
              <a:ext uri="{FF2B5EF4-FFF2-40B4-BE49-F238E27FC236}">
                <a16:creationId xmlns:a16="http://schemas.microsoft.com/office/drawing/2014/main" id="{69B33EF7-0C11-E494-7F4A-8D0CBB8F44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692550"/>
            <a:ext cx="4655400" cy="23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3E32"/>
              </a:buClr>
              <a:buSzPts val="1400"/>
              <a:buNone/>
              <a:tabLst/>
              <a:defRPr/>
            </a:pPr>
            <a:r>
              <a:rPr lang="en-US" dirty="0"/>
              <a:t>Current approach is </a:t>
            </a:r>
            <a:r>
              <a:rPr lang="en-US" b="1" dirty="0"/>
              <a:t>naïve</a:t>
            </a:r>
            <a:r>
              <a:rPr lang="en-US" dirty="0"/>
              <a:t>.</a:t>
            </a:r>
          </a:p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3E32"/>
              </a:buClr>
              <a:buSzPts val="1400"/>
              <a:buFont typeface="Anaheim"/>
              <a:buAutoNum type="arabicPeriod"/>
              <a:tabLst/>
              <a:defRPr/>
            </a:pPr>
            <a:r>
              <a:rPr lang="en-US" dirty="0"/>
              <a:t>Transform </a:t>
            </a:r>
            <a:r>
              <a:rPr lang="en-US" b="1" dirty="0"/>
              <a:t>Scalar aggregates </a:t>
            </a:r>
            <a:r>
              <a:rPr lang="en-US" dirty="0"/>
              <a:t>→ </a:t>
            </a:r>
            <a:r>
              <a:rPr lang="en-US" b="1" dirty="0"/>
              <a:t>Tensor </a:t>
            </a:r>
            <a:r>
              <a:rPr lang="en-US" dirty="0"/>
              <a:t>representations (e.g., time per move, evaluation deltas)</a:t>
            </a:r>
          </a:p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3E32"/>
              </a:buClr>
              <a:buSzPts val="1400"/>
              <a:buFont typeface="Anaheim"/>
              <a:buAutoNum type="arabicPeriod"/>
              <a:tabLst/>
              <a:defRPr/>
            </a:pPr>
            <a:r>
              <a:rPr lang="en-US" sz="1800" dirty="0"/>
              <a:t>Explore </a:t>
            </a:r>
            <a:r>
              <a:rPr lang="en-US" sz="1800" b="1" dirty="0"/>
              <a:t>sequence models </a:t>
            </a:r>
            <a:r>
              <a:rPr lang="en-US" sz="1800" dirty="0"/>
              <a:t>(RNN, CNN, Transformers)</a:t>
            </a:r>
          </a:p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3E32"/>
              </a:buClr>
              <a:buSzPts val="1400"/>
              <a:buFont typeface="Anaheim"/>
              <a:buAutoNum type="arabicPeriod"/>
              <a:tabLst/>
              <a:defRPr/>
            </a:pPr>
            <a:r>
              <a:rPr lang="en-US" sz="1800" dirty="0"/>
              <a:t>Addition of </a:t>
            </a:r>
            <a:r>
              <a:rPr lang="en-US" sz="1800" b="1" dirty="0"/>
              <a:t>chess principles-based</a:t>
            </a:r>
            <a:r>
              <a:rPr lang="en-US" sz="1800" dirty="0"/>
              <a:t> features.</a:t>
            </a:r>
          </a:p>
        </p:txBody>
      </p:sp>
      <p:grpSp>
        <p:nvGrpSpPr>
          <p:cNvPr id="376" name="Google Shape;376;p37">
            <a:extLst>
              <a:ext uri="{FF2B5EF4-FFF2-40B4-BE49-F238E27FC236}">
                <a16:creationId xmlns:a16="http://schemas.microsoft.com/office/drawing/2014/main" id="{8FD14167-8CC0-BC28-A112-0E8804FA2F28}"/>
              </a:ext>
            </a:extLst>
          </p:cNvPr>
          <p:cNvGrpSpPr/>
          <p:nvPr/>
        </p:nvGrpSpPr>
        <p:grpSpPr>
          <a:xfrm>
            <a:off x="5673099" y="1739783"/>
            <a:ext cx="2750902" cy="2277618"/>
            <a:chOff x="5673099" y="1739783"/>
            <a:chExt cx="2750902" cy="2277618"/>
          </a:xfrm>
        </p:grpSpPr>
        <p:sp>
          <p:nvSpPr>
            <p:cNvPr id="377" name="Google Shape;377;p37">
              <a:extLst>
                <a:ext uri="{FF2B5EF4-FFF2-40B4-BE49-F238E27FC236}">
                  <a16:creationId xmlns:a16="http://schemas.microsoft.com/office/drawing/2014/main" id="{6A6EAD83-69F4-0489-8165-48634EBE5F27}"/>
                </a:ext>
              </a:extLst>
            </p:cNvPr>
            <p:cNvSpPr/>
            <p:nvPr/>
          </p:nvSpPr>
          <p:spPr>
            <a:xfrm>
              <a:off x="56730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7">
              <a:extLst>
                <a:ext uri="{FF2B5EF4-FFF2-40B4-BE49-F238E27FC236}">
                  <a16:creationId xmlns:a16="http://schemas.microsoft.com/office/drawing/2014/main" id="{6335255A-0648-C4C4-3D06-B9E1DF9119BF}"/>
                </a:ext>
              </a:extLst>
            </p:cNvPr>
            <p:cNvSpPr/>
            <p:nvPr/>
          </p:nvSpPr>
          <p:spPr>
            <a:xfrm>
              <a:off x="62514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9" name="Google Shape;379;p37">
              <a:extLst>
                <a:ext uri="{FF2B5EF4-FFF2-40B4-BE49-F238E27FC236}">
                  <a16:creationId xmlns:a16="http://schemas.microsoft.com/office/drawing/2014/main" id="{9C57F4C0-3997-E56A-0A42-AE281504176B}"/>
                </a:ext>
              </a:extLst>
            </p:cNvPr>
            <p:cNvSpPr/>
            <p:nvPr/>
          </p:nvSpPr>
          <p:spPr>
            <a:xfrm>
              <a:off x="68298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7">
              <a:extLst>
                <a:ext uri="{FF2B5EF4-FFF2-40B4-BE49-F238E27FC236}">
                  <a16:creationId xmlns:a16="http://schemas.microsoft.com/office/drawing/2014/main" id="{16283236-C28D-C765-B7BA-441F020B7AC7}"/>
                </a:ext>
              </a:extLst>
            </p:cNvPr>
            <p:cNvSpPr/>
            <p:nvPr/>
          </p:nvSpPr>
          <p:spPr>
            <a:xfrm>
              <a:off x="74082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7">
              <a:extLst>
                <a:ext uri="{FF2B5EF4-FFF2-40B4-BE49-F238E27FC236}">
                  <a16:creationId xmlns:a16="http://schemas.microsoft.com/office/drawing/2014/main" id="{D6DB78E4-D7F2-AB73-69E7-B0289200E3CC}"/>
                </a:ext>
              </a:extLst>
            </p:cNvPr>
            <p:cNvSpPr/>
            <p:nvPr/>
          </p:nvSpPr>
          <p:spPr>
            <a:xfrm>
              <a:off x="79866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7">
              <a:extLst>
                <a:ext uri="{FF2B5EF4-FFF2-40B4-BE49-F238E27FC236}">
                  <a16:creationId xmlns:a16="http://schemas.microsoft.com/office/drawing/2014/main" id="{24C1B240-D599-5A70-D926-634C8E239163}"/>
                </a:ext>
              </a:extLst>
            </p:cNvPr>
            <p:cNvSpPr/>
            <p:nvPr/>
          </p:nvSpPr>
          <p:spPr>
            <a:xfrm>
              <a:off x="56730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7">
              <a:extLst>
                <a:ext uri="{FF2B5EF4-FFF2-40B4-BE49-F238E27FC236}">
                  <a16:creationId xmlns:a16="http://schemas.microsoft.com/office/drawing/2014/main" id="{3915479C-2C5E-0C4E-ED7D-A0AB99ADE277}"/>
                </a:ext>
              </a:extLst>
            </p:cNvPr>
            <p:cNvSpPr/>
            <p:nvPr/>
          </p:nvSpPr>
          <p:spPr>
            <a:xfrm>
              <a:off x="62514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7">
              <a:extLst>
                <a:ext uri="{FF2B5EF4-FFF2-40B4-BE49-F238E27FC236}">
                  <a16:creationId xmlns:a16="http://schemas.microsoft.com/office/drawing/2014/main" id="{8A8138C2-8A3B-FF81-3385-5E04982C8B7A}"/>
                </a:ext>
              </a:extLst>
            </p:cNvPr>
            <p:cNvSpPr/>
            <p:nvPr/>
          </p:nvSpPr>
          <p:spPr>
            <a:xfrm>
              <a:off x="68298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7">
              <a:extLst>
                <a:ext uri="{FF2B5EF4-FFF2-40B4-BE49-F238E27FC236}">
                  <a16:creationId xmlns:a16="http://schemas.microsoft.com/office/drawing/2014/main" id="{35D990DF-1D89-1A86-5858-0561F47FD736}"/>
                </a:ext>
              </a:extLst>
            </p:cNvPr>
            <p:cNvSpPr/>
            <p:nvPr/>
          </p:nvSpPr>
          <p:spPr>
            <a:xfrm>
              <a:off x="74082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7">
              <a:extLst>
                <a:ext uri="{FF2B5EF4-FFF2-40B4-BE49-F238E27FC236}">
                  <a16:creationId xmlns:a16="http://schemas.microsoft.com/office/drawing/2014/main" id="{31FDD94D-313E-6D1D-10D3-5049E632E40D}"/>
                </a:ext>
              </a:extLst>
            </p:cNvPr>
            <p:cNvSpPr/>
            <p:nvPr/>
          </p:nvSpPr>
          <p:spPr>
            <a:xfrm>
              <a:off x="79866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7">
              <a:extLst>
                <a:ext uri="{FF2B5EF4-FFF2-40B4-BE49-F238E27FC236}">
                  <a16:creationId xmlns:a16="http://schemas.microsoft.com/office/drawing/2014/main" id="{0D341E8D-2A23-BA8D-643A-5F38BC452593}"/>
                </a:ext>
              </a:extLst>
            </p:cNvPr>
            <p:cNvSpPr/>
            <p:nvPr/>
          </p:nvSpPr>
          <p:spPr>
            <a:xfrm>
              <a:off x="56730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7">
              <a:extLst>
                <a:ext uri="{FF2B5EF4-FFF2-40B4-BE49-F238E27FC236}">
                  <a16:creationId xmlns:a16="http://schemas.microsoft.com/office/drawing/2014/main" id="{8AAD9003-BDD8-FEE2-04C6-0D123987252B}"/>
                </a:ext>
              </a:extLst>
            </p:cNvPr>
            <p:cNvSpPr/>
            <p:nvPr/>
          </p:nvSpPr>
          <p:spPr>
            <a:xfrm>
              <a:off x="62514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7">
              <a:extLst>
                <a:ext uri="{FF2B5EF4-FFF2-40B4-BE49-F238E27FC236}">
                  <a16:creationId xmlns:a16="http://schemas.microsoft.com/office/drawing/2014/main" id="{C299A89C-CBF0-F9EC-3A4B-AEF658B1142B}"/>
                </a:ext>
              </a:extLst>
            </p:cNvPr>
            <p:cNvSpPr/>
            <p:nvPr/>
          </p:nvSpPr>
          <p:spPr>
            <a:xfrm>
              <a:off x="68298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7">
              <a:extLst>
                <a:ext uri="{FF2B5EF4-FFF2-40B4-BE49-F238E27FC236}">
                  <a16:creationId xmlns:a16="http://schemas.microsoft.com/office/drawing/2014/main" id="{A786A3CE-B981-8A9B-E38F-2B8BF009D091}"/>
                </a:ext>
              </a:extLst>
            </p:cNvPr>
            <p:cNvSpPr/>
            <p:nvPr/>
          </p:nvSpPr>
          <p:spPr>
            <a:xfrm>
              <a:off x="74082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7">
              <a:extLst>
                <a:ext uri="{FF2B5EF4-FFF2-40B4-BE49-F238E27FC236}">
                  <a16:creationId xmlns:a16="http://schemas.microsoft.com/office/drawing/2014/main" id="{F668BD7B-F1BF-ADB6-1BF6-20177989B586}"/>
                </a:ext>
              </a:extLst>
            </p:cNvPr>
            <p:cNvSpPr/>
            <p:nvPr/>
          </p:nvSpPr>
          <p:spPr>
            <a:xfrm>
              <a:off x="79866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2" name="Google Shape;392;p37">
            <a:extLst>
              <a:ext uri="{FF2B5EF4-FFF2-40B4-BE49-F238E27FC236}">
                <a16:creationId xmlns:a16="http://schemas.microsoft.com/office/drawing/2014/main" id="{B40D6629-EFCF-F8AF-2A66-EB477F764EE5}"/>
              </a:ext>
            </a:extLst>
          </p:cNvPr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393" name="Google Shape;393;p37">
              <a:extLst>
                <a:ext uri="{FF2B5EF4-FFF2-40B4-BE49-F238E27FC236}">
                  <a16:creationId xmlns:a16="http://schemas.microsoft.com/office/drawing/2014/main" id="{383BAAED-87A1-6EC6-CF37-F8B78D724F31}"/>
                </a:ext>
              </a:extLst>
            </p:cNvPr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7">
              <a:extLst>
                <a:ext uri="{FF2B5EF4-FFF2-40B4-BE49-F238E27FC236}">
                  <a16:creationId xmlns:a16="http://schemas.microsoft.com/office/drawing/2014/main" id="{C712FC41-445E-8CD8-3431-06D5AA3963A6}"/>
                </a:ext>
              </a:extLst>
            </p:cNvPr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671756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6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DASHBOARD</a:t>
            </a:r>
            <a:endParaRPr dirty="0"/>
          </a:p>
        </p:txBody>
      </p:sp>
      <p:sp>
        <p:nvSpPr>
          <p:cNvPr id="1268" name="Google Shape;1268;p63"/>
          <p:cNvSpPr txBox="1">
            <a:spLocks noGrp="1"/>
          </p:cNvSpPr>
          <p:nvPr>
            <p:ph type="subTitle" idx="1"/>
          </p:nvPr>
        </p:nvSpPr>
        <p:spPr>
          <a:xfrm>
            <a:off x="1189850" y="2186950"/>
            <a:ext cx="2612129" cy="12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Dasboard for visualizing PGN data, created using </a:t>
            </a:r>
            <a:r>
              <a:rPr lang="en" sz="1400" b="1" dirty="0"/>
              <a:t>Streamlit </a:t>
            </a:r>
            <a:r>
              <a:rPr lang="en" sz="1400" dirty="0"/>
              <a:t>written in </a:t>
            </a:r>
            <a:r>
              <a:rPr lang="en" sz="1400" b="1" dirty="0"/>
              <a:t>Python</a:t>
            </a:r>
            <a:r>
              <a:rPr lang="en" sz="1400" dirty="0"/>
              <a:t>. Visualizations using </a:t>
            </a:r>
            <a:r>
              <a:rPr lang="en" sz="1400" b="1" dirty="0"/>
              <a:t>Plotly &amp; python-chess</a:t>
            </a:r>
            <a:endParaRPr sz="1400" b="1" dirty="0"/>
          </a:p>
        </p:txBody>
      </p:sp>
      <p:grpSp>
        <p:nvGrpSpPr>
          <p:cNvPr id="1269" name="Google Shape;1269;p63"/>
          <p:cNvGrpSpPr/>
          <p:nvPr/>
        </p:nvGrpSpPr>
        <p:grpSpPr>
          <a:xfrm>
            <a:off x="4513223" y="1701269"/>
            <a:ext cx="3683573" cy="2211279"/>
            <a:chOff x="4854325" y="1936705"/>
            <a:chExt cx="3569700" cy="2142920"/>
          </a:xfrm>
        </p:grpSpPr>
        <p:sp>
          <p:nvSpPr>
            <p:cNvPr id="1270" name="Google Shape;1270;p63"/>
            <p:cNvSpPr/>
            <p:nvPr/>
          </p:nvSpPr>
          <p:spPr>
            <a:xfrm>
              <a:off x="5044081" y="1936705"/>
              <a:ext cx="3190200" cy="199020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63"/>
            <p:cNvSpPr/>
            <p:nvPr/>
          </p:nvSpPr>
          <p:spPr>
            <a:xfrm rot="10800000">
              <a:off x="4854325" y="3926925"/>
              <a:ext cx="3569700" cy="15270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63"/>
            <p:cNvSpPr/>
            <p:nvPr/>
          </p:nvSpPr>
          <p:spPr>
            <a:xfrm>
              <a:off x="6606475" y="2008050"/>
              <a:ext cx="65400" cy="65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73" name="Google Shape;1273;p63"/>
          <p:cNvPicPr preferRelativeResize="0"/>
          <p:nvPr/>
        </p:nvPicPr>
        <p:blipFill rotWithShape="1">
          <a:blip r:embed="rId3">
            <a:alphaModFix/>
          </a:blip>
          <a:srcRect t="129" b="129"/>
          <a:stretch/>
        </p:blipFill>
        <p:spPr>
          <a:xfrm>
            <a:off x="4772413" y="1919675"/>
            <a:ext cx="3165199" cy="17742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74" name="Google Shape;1274;p63"/>
          <p:cNvGrpSpPr/>
          <p:nvPr/>
        </p:nvGrpSpPr>
        <p:grpSpPr>
          <a:xfrm>
            <a:off x="1273688" y="3426838"/>
            <a:ext cx="897350" cy="179100"/>
            <a:chOff x="1456300" y="2782838"/>
            <a:chExt cx="897350" cy="179100"/>
          </a:xfrm>
        </p:grpSpPr>
        <p:sp>
          <p:nvSpPr>
            <p:cNvPr id="1275" name="Google Shape;1275;p63"/>
            <p:cNvSpPr/>
            <p:nvPr/>
          </p:nvSpPr>
          <p:spPr>
            <a:xfrm>
              <a:off x="1456300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63"/>
            <p:cNvSpPr/>
            <p:nvPr/>
          </p:nvSpPr>
          <p:spPr>
            <a:xfrm>
              <a:off x="1815425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63"/>
            <p:cNvSpPr/>
            <p:nvPr/>
          </p:nvSpPr>
          <p:spPr>
            <a:xfrm>
              <a:off x="2174550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8" name="Google Shape;1278;p63"/>
          <p:cNvGrpSpPr/>
          <p:nvPr/>
        </p:nvGrpSpPr>
        <p:grpSpPr>
          <a:xfrm>
            <a:off x="1273688" y="1951788"/>
            <a:ext cx="897350" cy="179100"/>
            <a:chOff x="1456300" y="2782838"/>
            <a:chExt cx="897350" cy="179100"/>
          </a:xfrm>
        </p:grpSpPr>
        <p:sp>
          <p:nvSpPr>
            <p:cNvPr id="1279" name="Google Shape;1279;p63"/>
            <p:cNvSpPr/>
            <p:nvPr/>
          </p:nvSpPr>
          <p:spPr>
            <a:xfrm>
              <a:off x="1456300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63"/>
            <p:cNvSpPr/>
            <p:nvPr/>
          </p:nvSpPr>
          <p:spPr>
            <a:xfrm>
              <a:off x="1815425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63"/>
            <p:cNvSpPr/>
            <p:nvPr/>
          </p:nvSpPr>
          <p:spPr>
            <a:xfrm>
              <a:off x="2174550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2" name="Google Shape;1282;p63"/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1283" name="Google Shape;1283;p63"/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63"/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Picture 4" descr="A screenshot of a computer game&#10;&#10;AI-generated content may be incorrect.">
            <a:extLst>
              <a:ext uri="{FF2B5EF4-FFF2-40B4-BE49-F238E27FC236}">
                <a16:creationId xmlns:a16="http://schemas.microsoft.com/office/drawing/2014/main" id="{50B4424A-2865-0B27-D957-5CBF186276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413" y="1915998"/>
            <a:ext cx="3165199" cy="1792294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66"/>
          <p:cNvSpPr txBox="1">
            <a:spLocks noGrp="1"/>
          </p:cNvSpPr>
          <p:nvPr>
            <p:ph type="ctrTitle"/>
          </p:nvPr>
        </p:nvSpPr>
        <p:spPr>
          <a:xfrm>
            <a:off x="2178025" y="723700"/>
            <a:ext cx="4788000" cy="107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</a:t>
            </a:r>
            <a:endParaRPr dirty="0"/>
          </a:p>
        </p:txBody>
      </p:sp>
      <p:sp>
        <p:nvSpPr>
          <p:cNvPr id="1333" name="Google Shape;1333;p66"/>
          <p:cNvSpPr txBox="1">
            <a:spLocks noGrp="1"/>
          </p:cNvSpPr>
          <p:nvPr>
            <p:ph type="subTitle" idx="2"/>
          </p:nvPr>
        </p:nvSpPr>
        <p:spPr>
          <a:xfrm>
            <a:off x="2274425" y="1704625"/>
            <a:ext cx="4595100" cy="5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HAVE ANY QUESTIONS?</a:t>
            </a:r>
            <a:endParaRPr/>
          </a:p>
        </p:txBody>
      </p:sp>
      <p:grpSp>
        <p:nvGrpSpPr>
          <p:cNvPr id="1334" name="Google Shape;1334;p66"/>
          <p:cNvGrpSpPr/>
          <p:nvPr/>
        </p:nvGrpSpPr>
        <p:grpSpPr>
          <a:xfrm>
            <a:off x="1917138" y="1137288"/>
            <a:ext cx="897350" cy="179100"/>
            <a:chOff x="1456300" y="2782838"/>
            <a:chExt cx="897350" cy="179100"/>
          </a:xfrm>
        </p:grpSpPr>
        <p:sp>
          <p:nvSpPr>
            <p:cNvPr id="1335" name="Google Shape;1335;p66"/>
            <p:cNvSpPr/>
            <p:nvPr/>
          </p:nvSpPr>
          <p:spPr>
            <a:xfrm>
              <a:off x="1456300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66"/>
            <p:cNvSpPr/>
            <p:nvPr/>
          </p:nvSpPr>
          <p:spPr>
            <a:xfrm>
              <a:off x="1815425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66"/>
            <p:cNvSpPr/>
            <p:nvPr/>
          </p:nvSpPr>
          <p:spPr>
            <a:xfrm>
              <a:off x="2174550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" name="Google Shape;1338;p66"/>
          <p:cNvGrpSpPr/>
          <p:nvPr/>
        </p:nvGrpSpPr>
        <p:grpSpPr>
          <a:xfrm>
            <a:off x="6329513" y="1137288"/>
            <a:ext cx="897350" cy="179100"/>
            <a:chOff x="1456300" y="2782838"/>
            <a:chExt cx="897350" cy="179100"/>
          </a:xfrm>
        </p:grpSpPr>
        <p:sp>
          <p:nvSpPr>
            <p:cNvPr id="1339" name="Google Shape;1339;p66"/>
            <p:cNvSpPr/>
            <p:nvPr/>
          </p:nvSpPr>
          <p:spPr>
            <a:xfrm>
              <a:off x="1456300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66"/>
            <p:cNvSpPr/>
            <p:nvPr/>
          </p:nvSpPr>
          <p:spPr>
            <a:xfrm>
              <a:off x="1815425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66"/>
            <p:cNvSpPr/>
            <p:nvPr/>
          </p:nvSpPr>
          <p:spPr>
            <a:xfrm>
              <a:off x="2174550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Graphic 2">
            <a:hlinkClick r:id="rId3"/>
            <a:extLst>
              <a:ext uri="{FF2B5EF4-FFF2-40B4-BE49-F238E27FC236}">
                <a16:creationId xmlns:a16="http://schemas.microsoft.com/office/drawing/2014/main" id="{A745E86A-0325-1740-32F7-6494B92BC9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67069" y="2993666"/>
            <a:ext cx="393192" cy="385167"/>
          </a:xfrm>
          <a:prstGeom prst="rect">
            <a:avLst/>
          </a:prstGeom>
        </p:spPr>
      </p:pic>
      <p:pic>
        <p:nvPicPr>
          <p:cNvPr id="5" name="Graphic 4">
            <a:hlinkClick r:id="rId6"/>
            <a:extLst>
              <a:ext uri="{FF2B5EF4-FFF2-40B4-BE49-F238E27FC236}">
                <a16:creationId xmlns:a16="http://schemas.microsoft.com/office/drawing/2014/main" id="{42D31999-C117-D916-D452-AC7390BB69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09204" y="3019327"/>
            <a:ext cx="320853" cy="328073"/>
          </a:xfrm>
          <a:prstGeom prst="rect">
            <a:avLst/>
          </a:prstGeom>
        </p:spPr>
      </p:pic>
      <p:pic>
        <p:nvPicPr>
          <p:cNvPr id="12" name="Graphic 11">
            <a:hlinkClick r:id="rId9"/>
            <a:extLst>
              <a:ext uri="{FF2B5EF4-FFF2-40B4-BE49-F238E27FC236}">
                <a16:creationId xmlns:a16="http://schemas.microsoft.com/office/drawing/2014/main" id="{35C1EF6A-9A1A-65FB-3E3A-4522198D2C6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78783" y="2998802"/>
            <a:ext cx="393192" cy="393192"/>
          </a:xfrm>
          <a:prstGeom prst="rect">
            <a:avLst/>
          </a:prstGeom>
        </p:spPr>
      </p:pic>
      <p:pic>
        <p:nvPicPr>
          <p:cNvPr id="14" name="Graphic 13">
            <a:hlinkClick r:id="rId12"/>
            <a:extLst>
              <a:ext uri="{FF2B5EF4-FFF2-40B4-BE49-F238E27FC236}">
                <a16:creationId xmlns:a16="http://schemas.microsoft.com/office/drawing/2014/main" id="{82921F12-934F-C988-2009-2C1FDDEF907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61209" y="2993666"/>
            <a:ext cx="393192" cy="3931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merican Chess Day by Slidesgo">
  <a:themeElements>
    <a:clrScheme name="Simple Light">
      <a:dk1>
        <a:srgbClr val="523E32"/>
      </a:dk1>
      <a:lt1>
        <a:srgbClr val="816353"/>
      </a:lt1>
      <a:dk2>
        <a:srgbClr val="719972"/>
      </a:dk2>
      <a:lt2>
        <a:srgbClr val="F7F0E0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523E3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2940</TotalTime>
  <Words>1585</Words>
  <Application>Microsoft Office PowerPoint</Application>
  <PresentationFormat>On-screen Show (16:9)</PresentationFormat>
  <Paragraphs>310</Paragraphs>
  <Slides>50</Slides>
  <Notes>39</Notes>
  <HiddenSlides>11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Anaheim</vt:lpstr>
      <vt:lpstr>Oranienbaum</vt:lpstr>
      <vt:lpstr>Arial</vt:lpstr>
      <vt:lpstr>Cambria Math</vt:lpstr>
      <vt:lpstr>American Chess Day by Slidesgo</vt:lpstr>
      <vt:lpstr>CHESS ELO PREDICTION</vt:lpstr>
      <vt:lpstr>TABLE OF CONTENTS</vt:lpstr>
      <vt:lpstr>INTRODUCTION</vt:lpstr>
      <vt:lpstr>WHAT IS  ELO?</vt:lpstr>
      <vt:lpstr>ELO RATING SYSTEM</vt:lpstr>
      <vt:lpstr>PROBLEM?</vt:lpstr>
      <vt:lpstr>PROBLEM WITH ELO</vt:lpstr>
      <vt:lpstr>RESEARCH OVERVIEW</vt:lpstr>
      <vt:lpstr>PREPROCESSING</vt:lpstr>
      <vt:lpstr>90,000,000</vt:lpstr>
      <vt:lpstr>DATASET</vt:lpstr>
      <vt:lpstr>CLUSTERING INTO VARIANTS</vt:lpstr>
      <vt:lpstr>CLUSTERING INTO VARIANTS</vt:lpstr>
      <vt:lpstr>PGN</vt:lpstr>
      <vt:lpstr>PowerPoint Presentation</vt:lpstr>
      <vt:lpstr>PowerPoint Presentation</vt:lpstr>
      <vt:lpstr>MOVE NOTATION</vt:lpstr>
      <vt:lpstr>MOVE NOTATION</vt:lpstr>
      <vt:lpstr>DATA PIPELINE</vt:lpstr>
      <vt:lpstr>DATA PIPELINE</vt:lpstr>
      <vt:lpstr>SQLITE TABLES</vt:lpstr>
      <vt:lpstr>FEATURE ENGG.</vt:lpstr>
      <vt:lpstr>ENGINE EVALUATION</vt:lpstr>
      <vt:lpstr>ENGINE CONFIGURATION</vt:lpstr>
      <vt:lpstr>FEATURE ENGINEERING</vt:lpstr>
      <vt:lpstr>FEATURE ENGINEERING</vt:lpstr>
      <vt:lpstr>FEATURE ENGINEERING</vt:lpstr>
      <vt:lpstr>NORMALIZATION</vt:lpstr>
      <vt:lpstr>ENCODING</vt:lpstr>
      <vt:lpstr>MODELING</vt:lpstr>
      <vt:lpstr>MODEL ARCHITECTURE</vt:lpstr>
      <vt:lpstr>PowerPoint Presentation</vt:lpstr>
      <vt:lpstr>PowerPoint Presentation</vt:lpstr>
      <vt:lpstr>RESULTS</vt:lpstr>
      <vt:lpstr>MODEL METRICS</vt:lpstr>
      <vt:lpstr>TRAIN AND VALIDATION LOSS</vt:lpstr>
      <vt:lpstr>CONCLUSION</vt:lpstr>
      <vt:lpstr>FUTURE SCOPE</vt:lpstr>
      <vt:lpstr>IS EVAL BY TIME  ENOUGH?</vt:lpstr>
      <vt:lpstr>EVAL AND TIME</vt:lpstr>
      <vt:lpstr>PROBLEM?</vt:lpstr>
      <vt:lpstr>WITHOUT OPP ELO</vt:lpstr>
      <vt:lpstr>PREDICTION ERRORS</vt:lpstr>
      <vt:lpstr>PREDICTING AVG ELO</vt:lpstr>
      <vt:lpstr>PREDICTING ELO DIFF</vt:lpstr>
      <vt:lpstr>IS EVAL BY TIME  ENOUGH?</vt:lpstr>
      <vt:lpstr>NO!</vt:lpstr>
      <vt:lpstr>MORE FEATURES</vt:lpstr>
      <vt:lpstr>DASHBOARD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Vandit Goel</dc:creator>
  <cp:lastModifiedBy>Goel, Vandit</cp:lastModifiedBy>
  <cp:revision>9</cp:revision>
  <dcterms:modified xsi:type="dcterms:W3CDTF">2025-05-01T02:50:36Z</dcterms:modified>
</cp:coreProperties>
</file>